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3522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radicional\ppt_slides\sk_00_Form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86" y="6042723"/>
            <a:ext cx="11170641" cy="551548"/>
          </a:xfrm>
          <a:prstGeom prst="rect">
            <a:avLst/>
          </a:prstGeom>
          <a:noFill/>
          <a:ln/>
        </p:spPr>
        <p:txBody>
          <a:bodyPr wrap="square" lIns="114300" tIns="171450" rIns="171450" bIns="11430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Logro Semestral: El canal Tradicional concentró un esfuerzo récord de formación en marzo (148 visitas y 93 asesores capacitados). Con la posterior consolidación y el empalme con Retail, el canal centró su capacidad y cobertura promedio del semestre alcanzó un 7,5%, identificando grandes oportunidades de crecimiento en los aliados de mayor volumen.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6314917" y="5417790"/>
            <a:ext cx="53074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concentración de visitas en marzo estableció la base operativa del canal en el primer semestre.</a:t>
            </a:r>
            <a:endParaRPr lang="en-US" sz="696" dirty="0"/>
          </a:p>
        </p:txBody>
      </p:sp>
      <p:sp>
        <p:nvSpPr>
          <p:cNvPr id="5" name="Text 2"/>
          <p:cNvSpPr/>
          <p:nvPr/>
        </p:nvSpPr>
        <p:spPr>
          <a:xfrm>
            <a:off x="723882" y="5417790"/>
            <a:ext cx="53074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Asesores únicos con al menos una visita registrada en el mes.</a:t>
            </a:r>
            <a:endParaRPr lang="en-US" sz="696" dirty="0"/>
          </a:p>
        </p:txBody>
      </p:sp>
      <p:sp>
        <p:nvSpPr>
          <p:cNvPr id="6" name="Text 3"/>
          <p:cNvSpPr/>
          <p:nvPr/>
        </p:nvSpPr>
        <p:spPr>
          <a:xfrm>
            <a:off x="6362541" y="1421160"/>
            <a:ext cx="52388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promedio del canal Tradicional en el semestre</a:t>
            </a:r>
            <a:endParaRPr lang="en-US" sz="696" dirty="0"/>
          </a:p>
        </p:txBody>
      </p:sp>
      <p:sp>
        <p:nvSpPr>
          <p:cNvPr id="7" name="Text 4"/>
          <p:cNvSpPr/>
          <p:nvPr/>
        </p:nvSpPr>
        <p:spPr>
          <a:xfrm>
            <a:off x="781030" y="1421160"/>
            <a:ext cx="52388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de formación acumulada (Ene - Jun 2026)</a:t>
            </a:r>
            <a:endParaRPr lang="en-US" sz="696" dirty="0"/>
          </a:p>
        </p:txBody>
      </p:sp>
      <p:sp>
        <p:nvSpPr>
          <p:cNvPr id="8" name="Text 5"/>
          <p:cNvSpPr/>
          <p:nvPr/>
        </p:nvSpPr>
        <p:spPr>
          <a:xfrm>
            <a:off x="571486" y="209550"/>
            <a:ext cx="369150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Ejecución de Visitas de Formación · 1S 2026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723882" y="2040285"/>
            <a:ext cx="5307483" cy="206026"/>
          </a:xfrm>
          <a:prstGeom prst="rect">
            <a:avLst/>
          </a:prstGeom>
          <a:noFill/>
          <a:ln/>
        </p:spPr>
        <p:txBody>
          <a:bodyPr wrap="square" lIns="0" tIns="0" rIns="0" bIns="3810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Visitas, asesores y PDV por mes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6314917" y="2040285"/>
            <a:ext cx="5307483" cy="206026"/>
          </a:xfrm>
          <a:prstGeom prst="rect">
            <a:avLst/>
          </a:prstGeom>
          <a:noFill/>
          <a:ln/>
        </p:spPr>
        <p:txBody>
          <a:bodyPr wrap="square" lIns="0" tIns="0" rIns="0" bIns="3810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</a:t>
            </a:r>
            <a:r>
              <a:rPr lang="en-US" sz="936" b="1" dirty="0" err="1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Evolución</a:t>
            </a: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 visitas por mes</a:t>
            </a:r>
            <a:endParaRPr lang="en-US" sz="936" dirty="0"/>
          </a:p>
        </p:txBody>
      </p:sp>
      <p:sp>
        <p:nvSpPr>
          <p:cNvPr id="11" name="Text 8"/>
          <p:cNvSpPr/>
          <p:nvPr/>
        </p:nvSpPr>
        <p:spPr>
          <a:xfrm>
            <a:off x="781030" y="1009650"/>
            <a:ext cx="52388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Visitas Realizadas 1S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2423605" y="2302245"/>
            <a:ext cx="211876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Capacitados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6362541" y="1009650"/>
            <a:ext cx="523881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PDV Activo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4480656" y="2302245"/>
            <a:ext cx="1438005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 Visitados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723882" y="3840533"/>
            <a:ext cx="891683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1S</a:t>
            </a:r>
            <a:endParaRPr lang="en-US" sz="864" dirty="0"/>
          </a:p>
        </p:txBody>
      </p:sp>
      <p:sp>
        <p:nvSpPr>
          <p:cNvPr id="16" name="Text 13"/>
          <p:cNvSpPr/>
          <p:nvPr/>
        </p:nvSpPr>
        <p:spPr>
          <a:xfrm>
            <a:off x="1589593" y="2302245"/>
            <a:ext cx="85903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Visitas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6362541" y="1162050"/>
            <a:ext cx="5238810" cy="22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4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7,5 %</a:t>
            </a:r>
            <a:endParaRPr lang="en-US" sz="1740" dirty="0"/>
          </a:p>
        </p:txBody>
      </p:sp>
      <p:sp>
        <p:nvSpPr>
          <p:cNvPr id="18" name="Text 15"/>
          <p:cNvSpPr/>
          <p:nvPr/>
        </p:nvSpPr>
        <p:spPr>
          <a:xfrm>
            <a:off x="723882" y="2302245"/>
            <a:ext cx="89168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723882" y="2530845"/>
            <a:ext cx="891683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64" dirty="0"/>
          </a:p>
        </p:txBody>
      </p:sp>
      <p:sp>
        <p:nvSpPr>
          <p:cNvPr id="20" name="Text 17"/>
          <p:cNvSpPr/>
          <p:nvPr/>
        </p:nvSpPr>
        <p:spPr>
          <a:xfrm>
            <a:off x="723882" y="2745158"/>
            <a:ext cx="891683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723882" y="2964233"/>
            <a:ext cx="891683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1589593" y="2964233"/>
            <a:ext cx="85903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723882" y="3183308"/>
            <a:ext cx="891683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64" dirty="0"/>
          </a:p>
        </p:txBody>
      </p:sp>
      <p:sp>
        <p:nvSpPr>
          <p:cNvPr id="24" name="Text 21"/>
          <p:cNvSpPr/>
          <p:nvPr/>
        </p:nvSpPr>
        <p:spPr>
          <a:xfrm>
            <a:off x="723882" y="3402383"/>
            <a:ext cx="891683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723882" y="3621458"/>
            <a:ext cx="891683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1589593" y="3840533"/>
            <a:ext cx="859032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463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2423605" y="3840533"/>
            <a:ext cx="2118762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388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4480656" y="3840533"/>
            <a:ext cx="1438005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165</a:t>
            </a:r>
            <a:endParaRPr lang="en-US" sz="864" dirty="0"/>
          </a:p>
        </p:txBody>
      </p:sp>
      <p:sp>
        <p:nvSpPr>
          <p:cNvPr id="29" name="Text 26"/>
          <p:cNvSpPr/>
          <p:nvPr/>
        </p:nvSpPr>
        <p:spPr>
          <a:xfrm>
            <a:off x="781030" y="1162050"/>
            <a:ext cx="5238810" cy="22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463</a:t>
            </a:r>
            <a:endParaRPr lang="en-US" sz="1740" dirty="0"/>
          </a:p>
        </p:txBody>
      </p:sp>
      <p:sp>
        <p:nvSpPr>
          <p:cNvPr id="30" name="Text 27"/>
          <p:cNvSpPr/>
          <p:nvPr/>
        </p:nvSpPr>
        <p:spPr>
          <a:xfrm>
            <a:off x="6314917" y="2354610"/>
            <a:ext cx="343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780" dirty="0"/>
          </a:p>
        </p:txBody>
      </p:sp>
      <p:sp>
        <p:nvSpPr>
          <p:cNvPr id="31" name="Text 28"/>
          <p:cNvSpPr/>
          <p:nvPr/>
        </p:nvSpPr>
        <p:spPr>
          <a:xfrm>
            <a:off x="6314917" y="2583210"/>
            <a:ext cx="343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780" dirty="0"/>
          </a:p>
        </p:txBody>
      </p:sp>
      <p:sp>
        <p:nvSpPr>
          <p:cNvPr id="32" name="Text 29"/>
          <p:cNvSpPr/>
          <p:nvPr/>
        </p:nvSpPr>
        <p:spPr>
          <a:xfrm>
            <a:off x="6314917" y="2811810"/>
            <a:ext cx="343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11010625" y="2811810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780" dirty="0"/>
          </a:p>
        </p:txBody>
      </p:sp>
      <p:sp>
        <p:nvSpPr>
          <p:cNvPr id="34" name="Text 31"/>
          <p:cNvSpPr/>
          <p:nvPr/>
        </p:nvSpPr>
        <p:spPr>
          <a:xfrm>
            <a:off x="6314917" y="3040410"/>
            <a:ext cx="343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780" dirty="0"/>
          </a:p>
        </p:txBody>
      </p:sp>
      <p:sp>
        <p:nvSpPr>
          <p:cNvPr id="35" name="Text 32"/>
          <p:cNvSpPr/>
          <p:nvPr/>
        </p:nvSpPr>
        <p:spPr>
          <a:xfrm>
            <a:off x="6314917" y="3269010"/>
            <a:ext cx="343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780" dirty="0"/>
          </a:p>
        </p:txBody>
      </p:sp>
      <p:sp>
        <p:nvSpPr>
          <p:cNvPr id="36" name="Text 33"/>
          <p:cNvSpPr/>
          <p:nvPr/>
        </p:nvSpPr>
        <p:spPr>
          <a:xfrm>
            <a:off x="6314917" y="3497610"/>
            <a:ext cx="343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780" dirty="0"/>
          </a:p>
        </p:txBody>
      </p:sp>
      <p:sp>
        <p:nvSpPr>
          <p:cNvPr id="37" name="Text 34"/>
          <p:cNvSpPr/>
          <p:nvPr/>
        </p:nvSpPr>
        <p:spPr>
          <a:xfrm>
            <a:off x="1589593" y="2530845"/>
            <a:ext cx="859032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</a:t>
            </a:r>
            <a:endParaRPr lang="en-US" sz="864" dirty="0"/>
          </a:p>
        </p:txBody>
      </p:sp>
      <p:sp>
        <p:nvSpPr>
          <p:cNvPr id="38" name="Text 35"/>
          <p:cNvSpPr/>
          <p:nvPr/>
        </p:nvSpPr>
        <p:spPr>
          <a:xfrm>
            <a:off x="2423605" y="2530845"/>
            <a:ext cx="2118762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</a:t>
            </a:r>
            <a:endParaRPr lang="en-US" sz="864" dirty="0"/>
          </a:p>
        </p:txBody>
      </p:sp>
      <p:sp>
        <p:nvSpPr>
          <p:cNvPr id="39" name="Text 36"/>
          <p:cNvSpPr/>
          <p:nvPr/>
        </p:nvSpPr>
        <p:spPr>
          <a:xfrm>
            <a:off x="4480656" y="2530845"/>
            <a:ext cx="1438005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864" dirty="0"/>
          </a:p>
        </p:txBody>
      </p:sp>
      <p:sp>
        <p:nvSpPr>
          <p:cNvPr id="40" name="Text 37"/>
          <p:cNvSpPr/>
          <p:nvPr/>
        </p:nvSpPr>
        <p:spPr>
          <a:xfrm>
            <a:off x="1589593" y="2745158"/>
            <a:ext cx="85903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864" dirty="0"/>
          </a:p>
        </p:txBody>
      </p:sp>
      <p:sp>
        <p:nvSpPr>
          <p:cNvPr id="41" name="Text 38"/>
          <p:cNvSpPr/>
          <p:nvPr/>
        </p:nvSpPr>
        <p:spPr>
          <a:xfrm>
            <a:off x="2423605" y="2745158"/>
            <a:ext cx="211876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864" dirty="0"/>
          </a:p>
        </p:txBody>
      </p:sp>
      <p:sp>
        <p:nvSpPr>
          <p:cNvPr id="42" name="Text 39"/>
          <p:cNvSpPr/>
          <p:nvPr/>
        </p:nvSpPr>
        <p:spPr>
          <a:xfrm>
            <a:off x="4480656" y="2745158"/>
            <a:ext cx="1438005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</a:t>
            </a:r>
            <a:endParaRPr lang="en-US" sz="864" dirty="0"/>
          </a:p>
        </p:txBody>
      </p:sp>
      <p:sp>
        <p:nvSpPr>
          <p:cNvPr id="43" name="Text 40"/>
          <p:cNvSpPr/>
          <p:nvPr/>
        </p:nvSpPr>
        <p:spPr>
          <a:xfrm>
            <a:off x="2423605" y="2964233"/>
            <a:ext cx="211876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864" dirty="0"/>
          </a:p>
        </p:txBody>
      </p:sp>
      <p:sp>
        <p:nvSpPr>
          <p:cNvPr id="44" name="Text 41"/>
          <p:cNvSpPr/>
          <p:nvPr/>
        </p:nvSpPr>
        <p:spPr>
          <a:xfrm>
            <a:off x="4480656" y="2964233"/>
            <a:ext cx="1438005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864" dirty="0"/>
          </a:p>
        </p:txBody>
      </p:sp>
      <p:sp>
        <p:nvSpPr>
          <p:cNvPr id="45" name="Text 42"/>
          <p:cNvSpPr/>
          <p:nvPr/>
        </p:nvSpPr>
        <p:spPr>
          <a:xfrm>
            <a:off x="1589593" y="3183308"/>
            <a:ext cx="85903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864" dirty="0"/>
          </a:p>
        </p:txBody>
      </p:sp>
      <p:sp>
        <p:nvSpPr>
          <p:cNvPr id="46" name="Text 43"/>
          <p:cNvSpPr/>
          <p:nvPr/>
        </p:nvSpPr>
        <p:spPr>
          <a:xfrm>
            <a:off x="2423605" y="3183308"/>
            <a:ext cx="211876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864" dirty="0"/>
          </a:p>
        </p:txBody>
      </p:sp>
      <p:sp>
        <p:nvSpPr>
          <p:cNvPr id="47" name="Text 44"/>
          <p:cNvSpPr/>
          <p:nvPr/>
        </p:nvSpPr>
        <p:spPr>
          <a:xfrm>
            <a:off x="4480656" y="3183308"/>
            <a:ext cx="1438005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</a:t>
            </a:r>
            <a:endParaRPr lang="en-US" sz="864" dirty="0"/>
          </a:p>
        </p:txBody>
      </p:sp>
      <p:sp>
        <p:nvSpPr>
          <p:cNvPr id="48" name="Text 45"/>
          <p:cNvSpPr/>
          <p:nvPr/>
        </p:nvSpPr>
        <p:spPr>
          <a:xfrm>
            <a:off x="1589593" y="3402383"/>
            <a:ext cx="85903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864" dirty="0"/>
          </a:p>
        </p:txBody>
      </p:sp>
      <p:sp>
        <p:nvSpPr>
          <p:cNvPr id="49" name="Text 46"/>
          <p:cNvSpPr/>
          <p:nvPr/>
        </p:nvSpPr>
        <p:spPr>
          <a:xfrm>
            <a:off x="2423605" y="3402383"/>
            <a:ext cx="211876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</a:t>
            </a:r>
            <a:endParaRPr lang="en-US" sz="864" dirty="0"/>
          </a:p>
        </p:txBody>
      </p:sp>
      <p:sp>
        <p:nvSpPr>
          <p:cNvPr id="50" name="Text 47"/>
          <p:cNvSpPr/>
          <p:nvPr/>
        </p:nvSpPr>
        <p:spPr>
          <a:xfrm>
            <a:off x="4480656" y="3402383"/>
            <a:ext cx="1438005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864" dirty="0"/>
          </a:p>
        </p:txBody>
      </p:sp>
      <p:sp>
        <p:nvSpPr>
          <p:cNvPr id="51" name="Text 48"/>
          <p:cNvSpPr/>
          <p:nvPr/>
        </p:nvSpPr>
        <p:spPr>
          <a:xfrm>
            <a:off x="1589593" y="3621458"/>
            <a:ext cx="85903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864" dirty="0"/>
          </a:p>
        </p:txBody>
      </p:sp>
      <p:sp>
        <p:nvSpPr>
          <p:cNvPr id="52" name="Text 49"/>
          <p:cNvSpPr/>
          <p:nvPr/>
        </p:nvSpPr>
        <p:spPr>
          <a:xfrm>
            <a:off x="2423605" y="3621458"/>
            <a:ext cx="211876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</a:t>
            </a:r>
            <a:endParaRPr lang="en-US" sz="864" dirty="0"/>
          </a:p>
        </p:txBody>
      </p:sp>
      <p:sp>
        <p:nvSpPr>
          <p:cNvPr id="53" name="Text 50"/>
          <p:cNvSpPr/>
          <p:nvPr/>
        </p:nvSpPr>
        <p:spPr>
          <a:xfrm>
            <a:off x="4480656" y="3621458"/>
            <a:ext cx="1438005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64" dirty="0"/>
          </a:p>
        </p:txBody>
      </p:sp>
      <p:sp>
        <p:nvSpPr>
          <p:cNvPr id="54" name="Text 51"/>
          <p:cNvSpPr/>
          <p:nvPr/>
        </p:nvSpPr>
        <p:spPr>
          <a:xfrm>
            <a:off x="11010625" y="2354610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</a:t>
            </a:r>
            <a:endParaRPr lang="en-US" sz="780" dirty="0"/>
          </a:p>
        </p:txBody>
      </p:sp>
      <p:sp>
        <p:nvSpPr>
          <p:cNvPr id="55" name="Text 52"/>
          <p:cNvSpPr/>
          <p:nvPr/>
        </p:nvSpPr>
        <p:spPr>
          <a:xfrm>
            <a:off x="11010625" y="2583210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780" dirty="0"/>
          </a:p>
        </p:txBody>
      </p:sp>
      <p:sp>
        <p:nvSpPr>
          <p:cNvPr id="56" name="Text 53"/>
          <p:cNvSpPr/>
          <p:nvPr/>
        </p:nvSpPr>
        <p:spPr>
          <a:xfrm>
            <a:off x="11010625" y="3040410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780" dirty="0"/>
          </a:p>
        </p:txBody>
      </p:sp>
      <p:sp>
        <p:nvSpPr>
          <p:cNvPr id="57" name="Text 54"/>
          <p:cNvSpPr/>
          <p:nvPr/>
        </p:nvSpPr>
        <p:spPr>
          <a:xfrm>
            <a:off x="11010625" y="3269010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780" dirty="0"/>
          </a:p>
        </p:txBody>
      </p:sp>
      <p:sp>
        <p:nvSpPr>
          <p:cNvPr id="58" name="Text 55"/>
          <p:cNvSpPr/>
          <p:nvPr/>
        </p:nvSpPr>
        <p:spPr>
          <a:xfrm>
            <a:off x="11010625" y="3497610"/>
            <a:ext cx="4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radicional\ppt_slides\sk_01_Cober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32" y="1228725"/>
            <a:ext cx="6643858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que financiaron en conciliaciones vs capacitados (cruzados por cédula).</a:t>
            </a:r>
            <a:endParaRPr lang="en-US" sz="696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5174735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de Formación por Aliado y Distribución Geográfica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704832" y="1009650"/>
            <a:ext cx="6643858" cy="196215"/>
          </a:xfrm>
          <a:prstGeom prst="rect">
            <a:avLst/>
          </a:prstGeom>
          <a:noFill/>
          <a:ln/>
        </p:spPr>
        <p:txBody>
          <a:bodyPr wrap="square" lIns="0" tIns="0" rIns="0" bIns="28575" rtlCol="0" anchor="t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</a:t>
            </a:r>
            <a:r>
              <a:rPr lang="en-US" sz="888" b="1" dirty="0" err="1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</a:t>
            </a: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 Formación por Aliado (Ene-Jun 2026)</a:t>
            </a:r>
            <a:endParaRPr lang="en-US" sz="888" dirty="0"/>
          </a:p>
        </p:txBody>
      </p:sp>
      <p:sp>
        <p:nvSpPr>
          <p:cNvPr id="6" name="Text 3"/>
          <p:cNvSpPr/>
          <p:nvPr/>
        </p:nvSpPr>
        <p:spPr>
          <a:xfrm>
            <a:off x="7555220" y="1009650"/>
            <a:ext cx="4049592" cy="186404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</a:t>
            </a:r>
            <a:r>
              <a:rPr lang="en-US" sz="888" b="1" dirty="0" err="1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</a:t>
            </a: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por Mes (Semestre)</a:t>
            </a:r>
            <a:endParaRPr lang="en-US" sz="888" dirty="0"/>
          </a:p>
        </p:txBody>
      </p:sp>
      <p:sp>
        <p:nvSpPr>
          <p:cNvPr id="7" name="Text 4"/>
          <p:cNvSpPr/>
          <p:nvPr/>
        </p:nvSpPr>
        <p:spPr>
          <a:xfrm>
            <a:off x="7555220" y="3486150"/>
            <a:ext cx="4049592" cy="186404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Municipios Visitados (1S)</a:t>
            </a:r>
            <a:endParaRPr lang="en-US" sz="888" dirty="0"/>
          </a:p>
        </p:txBody>
      </p:sp>
      <p:sp>
        <p:nvSpPr>
          <p:cNvPr id="8" name="Text 5"/>
          <p:cNvSpPr/>
          <p:nvPr/>
        </p:nvSpPr>
        <p:spPr>
          <a:xfrm>
            <a:off x="4006204" y="33849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Motos De La Boyaca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4006204" y="4127920"/>
            <a:ext cx="155680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Motos Del Tropico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7555220" y="3886223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Occidente</a:t>
            </a:r>
            <a:endParaRPr lang="en-US" sz="672" dirty="0"/>
          </a:p>
        </p:txBody>
      </p:sp>
      <p:sp>
        <p:nvSpPr>
          <p:cNvPr id="11" name="Text 8"/>
          <p:cNvSpPr/>
          <p:nvPr/>
        </p:nvSpPr>
        <p:spPr>
          <a:xfrm>
            <a:off x="704832" y="26420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M&amp;F Super Gas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704832" y="33849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Carrera Motos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704832" y="4127920"/>
            <a:ext cx="155680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Planeta Motos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4006204" y="18990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Motos Del Sur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7555220" y="3710010"/>
            <a:ext cx="1466977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Centro</a:t>
            </a:r>
            <a:endParaRPr lang="en-US" sz="672" dirty="0"/>
          </a:p>
        </p:txBody>
      </p:sp>
      <p:sp>
        <p:nvSpPr>
          <p:cNvPr id="16" name="Text 13"/>
          <p:cNvSpPr/>
          <p:nvPr/>
        </p:nvSpPr>
        <p:spPr>
          <a:xfrm>
            <a:off x="704832" y="1656182"/>
            <a:ext cx="155680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Multintegral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704832" y="23943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Grupo Merpes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704832" y="31373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Electroferia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4006204" y="36326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Punto Center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704832" y="21467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Maximuebles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4006204" y="23943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 Market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4006204" y="28896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Distrimotos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9587715" y="4248173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Bucaramanga</a:t>
            </a:r>
            <a:endParaRPr lang="en-US" sz="672" dirty="0"/>
          </a:p>
        </p:txBody>
      </p:sp>
      <p:sp>
        <p:nvSpPr>
          <p:cNvPr id="24" name="Text 21"/>
          <p:cNvSpPr/>
          <p:nvPr/>
        </p:nvSpPr>
        <p:spPr>
          <a:xfrm>
            <a:off x="704832" y="36326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Casa Bajaj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4006204" y="21467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Distritodo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4006204" y="26420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Credimovil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7555220" y="4067198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Sur</a:t>
            </a:r>
            <a:endParaRPr lang="en-US" sz="672" dirty="0"/>
          </a:p>
        </p:txBody>
      </p:sp>
      <p:sp>
        <p:nvSpPr>
          <p:cNvPr id="28" name="Text 25"/>
          <p:cNvSpPr/>
          <p:nvPr/>
        </p:nvSpPr>
        <p:spPr>
          <a:xfrm>
            <a:off x="9587715" y="4067198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Facatativá</a:t>
            </a:r>
            <a:endParaRPr lang="en-US" sz="672" dirty="0"/>
          </a:p>
        </p:txBody>
      </p:sp>
      <p:sp>
        <p:nvSpPr>
          <p:cNvPr id="29" name="Text 26"/>
          <p:cNvSpPr/>
          <p:nvPr/>
        </p:nvSpPr>
        <p:spPr>
          <a:xfrm>
            <a:off x="4006204" y="31373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Grupo Uma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9587715" y="4429148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Zipaquirá</a:t>
            </a:r>
            <a:endParaRPr lang="en-US" sz="672" dirty="0"/>
          </a:p>
        </p:txBody>
      </p:sp>
      <p:sp>
        <p:nvSpPr>
          <p:cNvPr id="31" name="Text 28"/>
          <p:cNvSpPr/>
          <p:nvPr/>
        </p:nvSpPr>
        <p:spPr>
          <a:xfrm>
            <a:off x="704832" y="28896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 Red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704832" y="38802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Dismerca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4006204" y="38802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Janmotor</a:t>
            </a:r>
            <a:endParaRPr lang="en-US" sz="720" dirty="0"/>
          </a:p>
        </p:txBody>
      </p:sp>
      <p:sp>
        <p:nvSpPr>
          <p:cNvPr id="34" name="Text 31"/>
          <p:cNvSpPr/>
          <p:nvPr/>
        </p:nvSpPr>
        <p:spPr>
          <a:xfrm>
            <a:off x="7555220" y="2924198"/>
            <a:ext cx="77457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Prom. 1S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9587715" y="3710010"/>
            <a:ext cx="1466977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Sogamoso</a:t>
            </a:r>
            <a:endParaRPr lang="en-US" sz="672" dirty="0"/>
          </a:p>
        </p:txBody>
      </p:sp>
      <p:sp>
        <p:nvSpPr>
          <p:cNvPr id="36" name="Text 33"/>
          <p:cNvSpPr/>
          <p:nvPr/>
        </p:nvSpPr>
        <p:spPr>
          <a:xfrm>
            <a:off x="9587715" y="3886223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Mosquera</a:t>
            </a:r>
            <a:endParaRPr lang="en-US" sz="672" dirty="0"/>
          </a:p>
        </p:txBody>
      </p:sp>
      <p:sp>
        <p:nvSpPr>
          <p:cNvPr id="37" name="Text 34"/>
          <p:cNvSpPr/>
          <p:nvPr/>
        </p:nvSpPr>
        <p:spPr>
          <a:xfrm>
            <a:off x="704832" y="18990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Diverxa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8307229" y="1214460"/>
            <a:ext cx="827455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Financ.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704832" y="1427582"/>
            <a:ext cx="155680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Aliado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4006204" y="1427582"/>
            <a:ext cx="155680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Aliado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9110584" y="1214460"/>
            <a:ext cx="79986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Capac.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10667882" y="1214460"/>
            <a:ext cx="84355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Cob. %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7555220" y="4429148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Soacha</a:t>
            </a:r>
            <a:endParaRPr lang="en-US" sz="672" dirty="0"/>
          </a:p>
        </p:txBody>
      </p:sp>
      <p:sp>
        <p:nvSpPr>
          <p:cNvPr id="44" name="Text 41"/>
          <p:cNvSpPr/>
          <p:nvPr/>
        </p:nvSpPr>
        <p:spPr>
          <a:xfrm>
            <a:off x="9587715" y="4610123"/>
            <a:ext cx="1466977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Madrid</a:t>
            </a:r>
            <a:endParaRPr lang="en-US" sz="672" dirty="0"/>
          </a:p>
        </p:txBody>
      </p:sp>
      <p:sp>
        <p:nvSpPr>
          <p:cNvPr id="45" name="Text 42"/>
          <p:cNvSpPr/>
          <p:nvPr/>
        </p:nvSpPr>
        <p:spPr>
          <a:xfrm>
            <a:off x="4006204" y="1656182"/>
            <a:ext cx="155680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Asyco</a:t>
            </a:r>
            <a:endParaRPr lang="en-US" sz="720" dirty="0"/>
          </a:p>
        </p:txBody>
      </p:sp>
      <p:sp>
        <p:nvSpPr>
          <p:cNvPr id="46" name="Text 43"/>
          <p:cNvSpPr/>
          <p:nvPr/>
        </p:nvSpPr>
        <p:spPr>
          <a:xfrm>
            <a:off x="9887149" y="1214460"/>
            <a:ext cx="804155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Ambos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10598874" y="1408556"/>
            <a:ext cx="84355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15,0%</a:t>
            </a:r>
            <a:endParaRPr lang="en-US" sz="720" dirty="0"/>
          </a:p>
        </p:txBody>
      </p:sp>
      <p:sp>
        <p:nvSpPr>
          <p:cNvPr id="48" name="Text 45"/>
          <p:cNvSpPr/>
          <p:nvPr/>
        </p:nvSpPr>
        <p:spPr>
          <a:xfrm>
            <a:off x="10598874" y="1899094"/>
            <a:ext cx="84355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18,6%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0598874" y="2642044"/>
            <a:ext cx="84355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10,8%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10598874" y="2889694"/>
            <a:ext cx="84355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10,8%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7555220" y="4248173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Tunja</a:t>
            </a:r>
            <a:endParaRPr lang="en-US" sz="672" dirty="0"/>
          </a:p>
        </p:txBody>
      </p:sp>
      <p:sp>
        <p:nvSpPr>
          <p:cNvPr id="52" name="Text 49"/>
          <p:cNvSpPr/>
          <p:nvPr/>
        </p:nvSpPr>
        <p:spPr>
          <a:xfrm>
            <a:off x="2216293" y="1427582"/>
            <a:ext cx="45404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Fin.</a:t>
            </a:r>
            <a:endParaRPr lang="en-US" sz="888" dirty="0"/>
          </a:p>
        </p:txBody>
      </p:sp>
      <p:sp>
        <p:nvSpPr>
          <p:cNvPr id="53" name="Text 50"/>
          <p:cNvSpPr/>
          <p:nvPr/>
        </p:nvSpPr>
        <p:spPr>
          <a:xfrm>
            <a:off x="2657111" y="1427582"/>
            <a:ext cx="45404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</a:t>
            </a:r>
            <a:endParaRPr lang="en-US" sz="888" dirty="0"/>
          </a:p>
        </p:txBody>
      </p:sp>
      <p:sp>
        <p:nvSpPr>
          <p:cNvPr id="54" name="Text 51"/>
          <p:cNvSpPr/>
          <p:nvPr/>
        </p:nvSpPr>
        <p:spPr>
          <a:xfrm>
            <a:off x="3097929" y="1427582"/>
            <a:ext cx="77855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Cob.</a:t>
            </a:r>
            <a:endParaRPr lang="en-US" sz="888" dirty="0"/>
          </a:p>
        </p:txBody>
      </p:sp>
      <p:sp>
        <p:nvSpPr>
          <p:cNvPr id="55" name="Text 52"/>
          <p:cNvSpPr/>
          <p:nvPr/>
        </p:nvSpPr>
        <p:spPr>
          <a:xfrm>
            <a:off x="5517665" y="1427582"/>
            <a:ext cx="45404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Fin.</a:t>
            </a:r>
            <a:endParaRPr lang="en-US" sz="888" dirty="0"/>
          </a:p>
        </p:txBody>
      </p:sp>
      <p:sp>
        <p:nvSpPr>
          <p:cNvPr id="56" name="Text 53"/>
          <p:cNvSpPr/>
          <p:nvPr/>
        </p:nvSpPr>
        <p:spPr>
          <a:xfrm>
            <a:off x="5958483" y="1427582"/>
            <a:ext cx="45404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</a:t>
            </a:r>
            <a:endParaRPr lang="en-US" sz="888" dirty="0"/>
          </a:p>
        </p:txBody>
      </p:sp>
      <p:sp>
        <p:nvSpPr>
          <p:cNvPr id="57" name="Text 54"/>
          <p:cNvSpPr/>
          <p:nvPr/>
        </p:nvSpPr>
        <p:spPr>
          <a:xfrm>
            <a:off x="6399301" y="1427582"/>
            <a:ext cx="77855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Cob.</a:t>
            </a:r>
            <a:endParaRPr lang="en-US" sz="888" dirty="0"/>
          </a:p>
        </p:txBody>
      </p:sp>
      <p:sp>
        <p:nvSpPr>
          <p:cNvPr id="58" name="Text 55"/>
          <p:cNvSpPr/>
          <p:nvPr/>
        </p:nvSpPr>
        <p:spPr>
          <a:xfrm>
            <a:off x="6304410" y="2377118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10598874" y="1651444"/>
            <a:ext cx="84355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10598874" y="2146744"/>
            <a:ext cx="84355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7,9%</a:t>
            </a:r>
            <a:endParaRPr lang="en-US" sz="720" dirty="0"/>
          </a:p>
        </p:txBody>
      </p:sp>
      <p:sp>
        <p:nvSpPr>
          <p:cNvPr id="61" name="Text 58"/>
          <p:cNvSpPr/>
          <p:nvPr/>
        </p:nvSpPr>
        <p:spPr>
          <a:xfrm>
            <a:off x="10598874" y="2394394"/>
            <a:ext cx="84355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8,3%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7555220" y="4610123"/>
            <a:ext cx="1466977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Chía</a:t>
            </a:r>
            <a:endParaRPr lang="en-US" sz="672" dirty="0"/>
          </a:p>
        </p:txBody>
      </p:sp>
      <p:sp>
        <p:nvSpPr>
          <p:cNvPr id="63" name="Text 60"/>
          <p:cNvSpPr/>
          <p:nvPr/>
        </p:nvSpPr>
        <p:spPr>
          <a:xfrm>
            <a:off x="3003038" y="1881818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53%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3003038" y="2129468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33%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3003038" y="2377118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21%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003038" y="2624768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69%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3003038" y="3120068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3003038" y="3367718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43%</a:t>
            </a:r>
            <a:endParaRPr lang="en-US" sz="720" dirty="0"/>
          </a:p>
        </p:txBody>
      </p:sp>
      <p:sp>
        <p:nvSpPr>
          <p:cNvPr id="69" name="Text 66"/>
          <p:cNvSpPr/>
          <p:nvPr/>
        </p:nvSpPr>
        <p:spPr>
          <a:xfrm>
            <a:off x="3003038" y="3863018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25%</a:t>
            </a:r>
            <a:endParaRPr lang="en-US" sz="720" dirty="0"/>
          </a:p>
        </p:txBody>
      </p:sp>
      <p:sp>
        <p:nvSpPr>
          <p:cNvPr id="70" name="Text 67"/>
          <p:cNvSpPr/>
          <p:nvPr/>
        </p:nvSpPr>
        <p:spPr>
          <a:xfrm>
            <a:off x="3003038" y="4110668"/>
            <a:ext cx="77855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25%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6304410" y="1881818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67%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6304410" y="2129468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50%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6304410" y="3863018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6304410" y="4110668"/>
            <a:ext cx="77855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7555220" y="1214460"/>
            <a:ext cx="77457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76" name="Text 73"/>
          <p:cNvSpPr/>
          <p:nvPr/>
        </p:nvSpPr>
        <p:spPr>
          <a:xfrm>
            <a:off x="7555220" y="1443060"/>
            <a:ext cx="77457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720" dirty="0"/>
          </a:p>
        </p:txBody>
      </p:sp>
      <p:sp>
        <p:nvSpPr>
          <p:cNvPr id="77" name="Text 74"/>
          <p:cNvSpPr/>
          <p:nvPr/>
        </p:nvSpPr>
        <p:spPr>
          <a:xfrm>
            <a:off x="7555220" y="1685948"/>
            <a:ext cx="774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720" dirty="0"/>
          </a:p>
        </p:txBody>
      </p:sp>
      <p:sp>
        <p:nvSpPr>
          <p:cNvPr id="78" name="Text 75"/>
          <p:cNvSpPr/>
          <p:nvPr/>
        </p:nvSpPr>
        <p:spPr>
          <a:xfrm>
            <a:off x="7555220" y="1933598"/>
            <a:ext cx="774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7555220" y="2181248"/>
            <a:ext cx="774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7555220" y="2428898"/>
            <a:ext cx="774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7555220" y="2676548"/>
            <a:ext cx="774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8979469" y="3710010"/>
            <a:ext cx="489146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209</a:t>
            </a:r>
            <a:endParaRPr lang="en-US" sz="672" dirty="0"/>
          </a:p>
        </p:txBody>
      </p:sp>
      <p:sp>
        <p:nvSpPr>
          <p:cNvPr id="83" name="Text 80"/>
          <p:cNvSpPr/>
          <p:nvPr/>
        </p:nvSpPr>
        <p:spPr>
          <a:xfrm>
            <a:off x="8979469" y="3886223"/>
            <a:ext cx="489146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117</a:t>
            </a:r>
            <a:endParaRPr lang="en-US" sz="672" dirty="0"/>
          </a:p>
        </p:txBody>
      </p:sp>
      <p:sp>
        <p:nvSpPr>
          <p:cNvPr id="84" name="Text 81"/>
          <p:cNvSpPr/>
          <p:nvPr/>
        </p:nvSpPr>
        <p:spPr>
          <a:xfrm>
            <a:off x="2216293" y="1656182"/>
            <a:ext cx="45404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</a:t>
            </a:r>
            <a:endParaRPr lang="en-US" sz="720" dirty="0"/>
          </a:p>
        </p:txBody>
      </p:sp>
      <p:sp>
        <p:nvSpPr>
          <p:cNvPr id="85" name="Text 82"/>
          <p:cNvSpPr/>
          <p:nvPr/>
        </p:nvSpPr>
        <p:spPr>
          <a:xfrm>
            <a:off x="2657111" y="1656182"/>
            <a:ext cx="45404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3003038" y="1638930"/>
            <a:ext cx="77855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9%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216293" y="189907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2657111" y="189907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2216293" y="214672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2657111" y="214672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720" dirty="0"/>
          </a:p>
        </p:txBody>
      </p:sp>
      <p:sp>
        <p:nvSpPr>
          <p:cNvPr id="91" name="Text 88"/>
          <p:cNvSpPr/>
          <p:nvPr/>
        </p:nvSpPr>
        <p:spPr>
          <a:xfrm>
            <a:off x="2216293" y="239437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720" dirty="0"/>
          </a:p>
        </p:txBody>
      </p:sp>
      <p:sp>
        <p:nvSpPr>
          <p:cNvPr id="92" name="Text 89"/>
          <p:cNvSpPr/>
          <p:nvPr/>
        </p:nvSpPr>
        <p:spPr>
          <a:xfrm>
            <a:off x="2216293" y="264202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720" dirty="0"/>
          </a:p>
        </p:txBody>
      </p:sp>
      <p:sp>
        <p:nvSpPr>
          <p:cNvPr id="93" name="Text 90"/>
          <p:cNvSpPr/>
          <p:nvPr/>
        </p:nvSpPr>
        <p:spPr>
          <a:xfrm>
            <a:off x="2657111" y="264202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720" dirty="0"/>
          </a:p>
        </p:txBody>
      </p:sp>
      <p:sp>
        <p:nvSpPr>
          <p:cNvPr id="94" name="Text 91"/>
          <p:cNvSpPr/>
          <p:nvPr/>
        </p:nvSpPr>
        <p:spPr>
          <a:xfrm>
            <a:off x="2216293" y="288967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720" dirty="0"/>
          </a:p>
        </p:txBody>
      </p:sp>
      <p:sp>
        <p:nvSpPr>
          <p:cNvPr id="95" name="Text 92"/>
          <p:cNvSpPr/>
          <p:nvPr/>
        </p:nvSpPr>
        <p:spPr>
          <a:xfrm>
            <a:off x="2657111" y="288967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720" dirty="0"/>
          </a:p>
        </p:txBody>
      </p:sp>
      <p:sp>
        <p:nvSpPr>
          <p:cNvPr id="96" name="Text 93"/>
          <p:cNvSpPr/>
          <p:nvPr/>
        </p:nvSpPr>
        <p:spPr>
          <a:xfrm>
            <a:off x="3003038" y="2872418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720" dirty="0"/>
          </a:p>
        </p:txBody>
      </p:sp>
      <p:sp>
        <p:nvSpPr>
          <p:cNvPr id="97" name="Text 94"/>
          <p:cNvSpPr/>
          <p:nvPr/>
        </p:nvSpPr>
        <p:spPr>
          <a:xfrm>
            <a:off x="2657111" y="313732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</a:t>
            </a:r>
            <a:endParaRPr lang="en-US" sz="720" dirty="0"/>
          </a:p>
        </p:txBody>
      </p:sp>
      <p:sp>
        <p:nvSpPr>
          <p:cNvPr id="98" name="Text 95"/>
          <p:cNvSpPr/>
          <p:nvPr/>
        </p:nvSpPr>
        <p:spPr>
          <a:xfrm>
            <a:off x="2657111" y="338497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720" dirty="0"/>
          </a:p>
        </p:txBody>
      </p:sp>
      <p:sp>
        <p:nvSpPr>
          <p:cNvPr id="99" name="Text 96"/>
          <p:cNvSpPr/>
          <p:nvPr/>
        </p:nvSpPr>
        <p:spPr>
          <a:xfrm>
            <a:off x="3003038" y="3615368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720" dirty="0"/>
          </a:p>
        </p:txBody>
      </p:sp>
      <p:sp>
        <p:nvSpPr>
          <p:cNvPr id="100" name="Text 97"/>
          <p:cNvSpPr/>
          <p:nvPr/>
        </p:nvSpPr>
        <p:spPr>
          <a:xfrm>
            <a:off x="6304410" y="1638930"/>
            <a:ext cx="77855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720" dirty="0"/>
          </a:p>
        </p:txBody>
      </p:sp>
      <p:sp>
        <p:nvSpPr>
          <p:cNvPr id="101" name="Text 98"/>
          <p:cNvSpPr/>
          <p:nvPr/>
        </p:nvSpPr>
        <p:spPr>
          <a:xfrm>
            <a:off x="5958483" y="239437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5958483" y="264202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</a:t>
            </a:r>
            <a:endParaRPr lang="en-US" sz="720" dirty="0"/>
          </a:p>
        </p:txBody>
      </p:sp>
      <p:sp>
        <p:nvSpPr>
          <p:cNvPr id="103" name="Text 100"/>
          <p:cNvSpPr/>
          <p:nvPr/>
        </p:nvSpPr>
        <p:spPr>
          <a:xfrm>
            <a:off x="6304410" y="2624768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720" dirty="0"/>
          </a:p>
        </p:txBody>
      </p:sp>
      <p:sp>
        <p:nvSpPr>
          <p:cNvPr id="104" name="Text 101"/>
          <p:cNvSpPr/>
          <p:nvPr/>
        </p:nvSpPr>
        <p:spPr>
          <a:xfrm>
            <a:off x="6304410" y="2872418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720" dirty="0"/>
          </a:p>
        </p:txBody>
      </p:sp>
      <p:sp>
        <p:nvSpPr>
          <p:cNvPr id="105" name="Text 102"/>
          <p:cNvSpPr/>
          <p:nvPr/>
        </p:nvSpPr>
        <p:spPr>
          <a:xfrm>
            <a:off x="5958483" y="313732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</a:t>
            </a:r>
            <a:endParaRPr lang="en-US" sz="720" dirty="0"/>
          </a:p>
        </p:txBody>
      </p:sp>
      <p:sp>
        <p:nvSpPr>
          <p:cNvPr id="106" name="Text 103"/>
          <p:cNvSpPr/>
          <p:nvPr/>
        </p:nvSpPr>
        <p:spPr>
          <a:xfrm>
            <a:off x="6304410" y="3120068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720" dirty="0"/>
          </a:p>
        </p:txBody>
      </p:sp>
      <p:sp>
        <p:nvSpPr>
          <p:cNvPr id="107" name="Text 104"/>
          <p:cNvSpPr/>
          <p:nvPr/>
        </p:nvSpPr>
        <p:spPr>
          <a:xfrm>
            <a:off x="6304410" y="3367718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720" dirty="0"/>
          </a:p>
        </p:txBody>
      </p:sp>
      <p:sp>
        <p:nvSpPr>
          <p:cNvPr id="108" name="Text 105"/>
          <p:cNvSpPr/>
          <p:nvPr/>
        </p:nvSpPr>
        <p:spPr>
          <a:xfrm>
            <a:off x="6304410" y="3615368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720" dirty="0"/>
          </a:p>
        </p:txBody>
      </p:sp>
      <p:sp>
        <p:nvSpPr>
          <p:cNvPr id="109" name="Text 106"/>
          <p:cNvSpPr/>
          <p:nvPr/>
        </p:nvSpPr>
        <p:spPr>
          <a:xfrm>
            <a:off x="8307229" y="1443060"/>
            <a:ext cx="827455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</a:t>
            </a:r>
            <a:endParaRPr lang="en-US" sz="720" dirty="0"/>
          </a:p>
        </p:txBody>
      </p:sp>
      <p:sp>
        <p:nvSpPr>
          <p:cNvPr id="110" name="Text 107"/>
          <p:cNvSpPr/>
          <p:nvPr/>
        </p:nvSpPr>
        <p:spPr>
          <a:xfrm>
            <a:off x="9110584" y="1443060"/>
            <a:ext cx="79986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</a:t>
            </a:r>
            <a:endParaRPr lang="en-US" sz="720" dirty="0"/>
          </a:p>
        </p:txBody>
      </p:sp>
      <p:sp>
        <p:nvSpPr>
          <p:cNvPr id="111" name="Text 108"/>
          <p:cNvSpPr/>
          <p:nvPr/>
        </p:nvSpPr>
        <p:spPr>
          <a:xfrm>
            <a:off x="8307229" y="1685948"/>
            <a:ext cx="82745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9110584" y="1685948"/>
            <a:ext cx="79986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720" dirty="0"/>
          </a:p>
        </p:txBody>
      </p:sp>
      <p:sp>
        <p:nvSpPr>
          <p:cNvPr id="113" name="Text 110"/>
          <p:cNvSpPr/>
          <p:nvPr/>
        </p:nvSpPr>
        <p:spPr>
          <a:xfrm>
            <a:off x="8307229" y="1933598"/>
            <a:ext cx="82745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720" dirty="0"/>
          </a:p>
        </p:txBody>
      </p:sp>
      <p:sp>
        <p:nvSpPr>
          <p:cNvPr id="114" name="Text 111"/>
          <p:cNvSpPr/>
          <p:nvPr/>
        </p:nvSpPr>
        <p:spPr>
          <a:xfrm>
            <a:off x="9110584" y="1933598"/>
            <a:ext cx="79986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720" dirty="0"/>
          </a:p>
        </p:txBody>
      </p:sp>
      <p:sp>
        <p:nvSpPr>
          <p:cNvPr id="115" name="Text 112"/>
          <p:cNvSpPr/>
          <p:nvPr/>
        </p:nvSpPr>
        <p:spPr>
          <a:xfrm>
            <a:off x="8307229" y="2181248"/>
            <a:ext cx="82745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720" dirty="0"/>
          </a:p>
        </p:txBody>
      </p:sp>
      <p:sp>
        <p:nvSpPr>
          <p:cNvPr id="116" name="Text 113"/>
          <p:cNvSpPr/>
          <p:nvPr/>
        </p:nvSpPr>
        <p:spPr>
          <a:xfrm>
            <a:off x="9110584" y="2181248"/>
            <a:ext cx="79986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720" dirty="0"/>
          </a:p>
        </p:txBody>
      </p:sp>
      <p:sp>
        <p:nvSpPr>
          <p:cNvPr id="117" name="Text 114"/>
          <p:cNvSpPr/>
          <p:nvPr/>
        </p:nvSpPr>
        <p:spPr>
          <a:xfrm>
            <a:off x="8307229" y="2428898"/>
            <a:ext cx="82745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</a:t>
            </a:r>
            <a:endParaRPr lang="en-US" sz="720" dirty="0"/>
          </a:p>
        </p:txBody>
      </p:sp>
      <p:sp>
        <p:nvSpPr>
          <p:cNvPr id="118" name="Text 115"/>
          <p:cNvSpPr/>
          <p:nvPr/>
        </p:nvSpPr>
        <p:spPr>
          <a:xfrm>
            <a:off x="9110584" y="2428898"/>
            <a:ext cx="79986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</a:t>
            </a:r>
            <a:endParaRPr lang="en-US" sz="720" dirty="0"/>
          </a:p>
        </p:txBody>
      </p:sp>
      <p:sp>
        <p:nvSpPr>
          <p:cNvPr id="119" name="Text 116"/>
          <p:cNvSpPr/>
          <p:nvPr/>
        </p:nvSpPr>
        <p:spPr>
          <a:xfrm>
            <a:off x="8307229" y="2676548"/>
            <a:ext cx="82745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</a:t>
            </a:r>
            <a:endParaRPr lang="en-US" sz="720" dirty="0"/>
          </a:p>
        </p:txBody>
      </p:sp>
      <p:sp>
        <p:nvSpPr>
          <p:cNvPr id="120" name="Text 117"/>
          <p:cNvSpPr/>
          <p:nvPr/>
        </p:nvSpPr>
        <p:spPr>
          <a:xfrm>
            <a:off x="9110584" y="2676548"/>
            <a:ext cx="79986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</a:t>
            </a:r>
            <a:endParaRPr lang="en-US" sz="720" dirty="0"/>
          </a:p>
        </p:txBody>
      </p:sp>
      <p:sp>
        <p:nvSpPr>
          <p:cNvPr id="121" name="Text 118"/>
          <p:cNvSpPr/>
          <p:nvPr/>
        </p:nvSpPr>
        <p:spPr>
          <a:xfrm>
            <a:off x="8307229" y="2924198"/>
            <a:ext cx="827455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</a:t>
            </a:r>
            <a:endParaRPr lang="en-US" sz="720" dirty="0"/>
          </a:p>
        </p:txBody>
      </p:sp>
      <p:sp>
        <p:nvSpPr>
          <p:cNvPr id="122" name="Text 119"/>
          <p:cNvSpPr/>
          <p:nvPr/>
        </p:nvSpPr>
        <p:spPr>
          <a:xfrm>
            <a:off x="9110584" y="2924198"/>
            <a:ext cx="79986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</a:t>
            </a:r>
            <a:endParaRPr lang="en-US" sz="720" dirty="0"/>
          </a:p>
        </p:txBody>
      </p:sp>
      <p:sp>
        <p:nvSpPr>
          <p:cNvPr id="123" name="Text 120"/>
          <p:cNvSpPr/>
          <p:nvPr/>
        </p:nvSpPr>
        <p:spPr>
          <a:xfrm>
            <a:off x="8979469" y="4067198"/>
            <a:ext cx="489146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672" dirty="0"/>
          </a:p>
        </p:txBody>
      </p:sp>
      <p:sp>
        <p:nvSpPr>
          <p:cNvPr id="124" name="Text 121"/>
          <p:cNvSpPr/>
          <p:nvPr/>
        </p:nvSpPr>
        <p:spPr>
          <a:xfrm>
            <a:off x="8979469" y="4248173"/>
            <a:ext cx="489146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672" dirty="0"/>
          </a:p>
        </p:txBody>
      </p:sp>
      <p:sp>
        <p:nvSpPr>
          <p:cNvPr id="125" name="Text 122"/>
          <p:cNvSpPr/>
          <p:nvPr/>
        </p:nvSpPr>
        <p:spPr>
          <a:xfrm>
            <a:off x="8979469" y="4429148"/>
            <a:ext cx="489146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</a:t>
            </a:r>
            <a:endParaRPr lang="en-US" sz="672" dirty="0"/>
          </a:p>
        </p:txBody>
      </p:sp>
      <p:sp>
        <p:nvSpPr>
          <p:cNvPr id="126" name="Text 123"/>
          <p:cNvSpPr/>
          <p:nvPr/>
        </p:nvSpPr>
        <p:spPr>
          <a:xfrm>
            <a:off x="8979469" y="4610123"/>
            <a:ext cx="489146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672" dirty="0"/>
          </a:p>
        </p:txBody>
      </p:sp>
      <p:sp>
        <p:nvSpPr>
          <p:cNvPr id="127" name="Text 124"/>
          <p:cNvSpPr/>
          <p:nvPr/>
        </p:nvSpPr>
        <p:spPr>
          <a:xfrm>
            <a:off x="11011964" y="3710010"/>
            <a:ext cx="489146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67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radicional\ppt_slides\sk_02_Vent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657" y="6252543"/>
            <a:ext cx="10664405" cy="534073"/>
          </a:xfrm>
          <a:prstGeom prst="rect">
            <a:avLst/>
          </a:prstGeom>
          <a:noFill/>
          <a:ln/>
        </p:spPr>
        <p:txBody>
          <a:bodyPr wrap="square" lIns="114300" tIns="171450" rIns="171450" bIns="11430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Logro Comercial: el canal Tradicional cerró el semestre con 734 ventas positivas entre Cuota Protegida y Rueda Seguro, y junio marcó el mayor volumen de financiaciones del 1S (5.605 en CP y 1.395 en RS) con la red de aliados más amplia del semestre — una base sólida para acelerar la conversión en el 2S.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571486" y="6006108"/>
            <a:ext cx="113801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Aliados y Gestores en la fila de total corresponden al promedio mensual de la estructura activa del canal.</a:t>
            </a:r>
            <a:endParaRPr lang="en-US" sz="696" dirty="0"/>
          </a:p>
        </p:txBody>
      </p:sp>
      <p:sp>
        <p:nvSpPr>
          <p:cNvPr id="5" name="Text 2"/>
          <p:cNvSpPr/>
          <p:nvPr/>
        </p:nvSpPr>
        <p:spPr>
          <a:xfrm>
            <a:off x="6257769" y="5606058"/>
            <a:ext cx="54055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 muestra un repunte de financiaciones de motocicletas (1.395) con 25 aliados activos.</a:t>
            </a:r>
            <a:endParaRPr lang="en-US" sz="672" dirty="0"/>
          </a:p>
        </p:txBody>
      </p:sp>
      <p:sp>
        <p:nvSpPr>
          <p:cNvPr id="6" name="Text 3"/>
          <p:cNvSpPr/>
          <p:nvPr/>
        </p:nvSpPr>
        <p:spPr>
          <a:xfrm>
            <a:off x="685783" y="5606058"/>
            <a:ext cx="54055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cierre de junio registra un incremento en financiaciones (5.605) y 12 aliados activos.</a:t>
            </a:r>
            <a:endParaRPr lang="en-US" sz="672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4318155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del Canal · Cuota Protegida y Rueda Seguro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685783" y="1758255"/>
            <a:ext cx="5405588" cy="206026"/>
          </a:xfrm>
          <a:prstGeom prst="rect">
            <a:avLst/>
          </a:prstGeom>
          <a:noFill/>
          <a:ln/>
        </p:spPr>
        <p:txBody>
          <a:bodyPr wrap="square" lIns="0" tIns="0" rIns="0" bIns="28575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</a:t>
            </a:r>
            <a:r>
              <a:rPr lang="en-US" sz="816" b="1" dirty="0" err="1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</a:t>
            </a: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Protegida Tradicional</a:t>
            </a:r>
            <a:endParaRPr lang="en-US" sz="816" dirty="0"/>
          </a:p>
        </p:txBody>
      </p:sp>
      <p:sp>
        <p:nvSpPr>
          <p:cNvPr id="9" name="Text 6"/>
          <p:cNvSpPr/>
          <p:nvPr/>
        </p:nvSpPr>
        <p:spPr>
          <a:xfrm>
            <a:off x="723882" y="127248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730 cantadas · 124,6% meta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505112" y="127248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283 cantadas · 88,1% meta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6257769" y="1758255"/>
            <a:ext cx="5405588" cy="206026"/>
          </a:xfrm>
          <a:prstGeom prst="rect">
            <a:avLst/>
          </a:prstGeom>
          <a:noFill/>
          <a:ln/>
        </p:spPr>
        <p:txBody>
          <a:bodyPr wrap="square" lIns="0" tIns="0" rIns="0" bIns="28575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Rueda Seguro Tradicional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723882" y="96202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CP positivas 1S</a:t>
            </a:r>
            <a:endParaRPr lang="en-US" sz="696" dirty="0"/>
          </a:p>
        </p:txBody>
      </p:sp>
      <p:sp>
        <p:nvSpPr>
          <p:cNvPr id="13" name="Text 10"/>
          <p:cNvSpPr/>
          <p:nvPr/>
        </p:nvSpPr>
        <p:spPr>
          <a:xfrm>
            <a:off x="3505112" y="96202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RS positivas 1S</a:t>
            </a:r>
            <a:endParaRPr lang="en-US" sz="696" dirty="0"/>
          </a:p>
        </p:txBody>
      </p:sp>
      <p:sp>
        <p:nvSpPr>
          <p:cNvPr id="14" name="Text 11"/>
          <p:cNvSpPr/>
          <p:nvPr/>
        </p:nvSpPr>
        <p:spPr>
          <a:xfrm>
            <a:off x="6286343" y="127248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 aliados activos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9067573" y="127248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 aliados activos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6286343" y="96202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Financiaciones CP</a:t>
            </a:r>
            <a:endParaRPr lang="en-US" sz="696" dirty="0"/>
          </a:p>
        </p:txBody>
      </p:sp>
      <p:sp>
        <p:nvSpPr>
          <p:cNvPr id="17" name="Text 14"/>
          <p:cNvSpPr/>
          <p:nvPr/>
        </p:nvSpPr>
        <p:spPr>
          <a:xfrm>
            <a:off x="9067573" y="96202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Financiaciones RS</a:t>
            </a:r>
            <a:endParaRPr lang="en-US" sz="696" dirty="0"/>
          </a:p>
        </p:txBody>
      </p:sp>
      <p:sp>
        <p:nvSpPr>
          <p:cNvPr id="18" name="Text 15"/>
          <p:cNvSpPr/>
          <p:nvPr/>
        </p:nvSpPr>
        <p:spPr>
          <a:xfrm>
            <a:off x="4285101" y="1982116"/>
            <a:ext cx="83787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Positivas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9857087" y="1982116"/>
            <a:ext cx="83787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Positivas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1920877" y="1982116"/>
            <a:ext cx="83941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Gestores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3438588" y="1982116"/>
            <a:ext cx="87190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Cantadas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5098575" y="1982116"/>
            <a:ext cx="86041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Cumpl.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7492862" y="1982116"/>
            <a:ext cx="83941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Gestores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9010574" y="1982116"/>
            <a:ext cx="87190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Cantadas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10670561" y="1982116"/>
            <a:ext cx="86041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Cumpl.</a:t>
            </a:r>
            <a:endParaRPr lang="en-US" sz="888" dirty="0"/>
          </a:p>
        </p:txBody>
      </p:sp>
      <p:sp>
        <p:nvSpPr>
          <p:cNvPr id="26" name="Text 23"/>
          <p:cNvSpPr/>
          <p:nvPr/>
        </p:nvSpPr>
        <p:spPr>
          <a:xfrm>
            <a:off x="1198632" y="1982116"/>
            <a:ext cx="74391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Aliados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2735839" y="1982116"/>
            <a:ext cx="72383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Financ.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6770617" y="1982116"/>
            <a:ext cx="74391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Aliados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8307825" y="1982116"/>
            <a:ext cx="72383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Financ.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5003689" y="2655730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101,0%</a:t>
            </a:r>
            <a:endParaRPr lang="en-US" sz="792" dirty="0"/>
          </a:p>
        </p:txBody>
      </p:sp>
      <p:sp>
        <p:nvSpPr>
          <p:cNvPr id="31" name="Text 28"/>
          <p:cNvSpPr/>
          <p:nvPr/>
        </p:nvSpPr>
        <p:spPr>
          <a:xfrm>
            <a:off x="2735839" y="5082206"/>
            <a:ext cx="723831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19.280</a:t>
            </a:r>
            <a:endParaRPr lang="en-US" sz="792" dirty="0"/>
          </a:p>
        </p:txBody>
      </p:sp>
      <p:sp>
        <p:nvSpPr>
          <p:cNvPr id="32" name="Text 29"/>
          <p:cNvSpPr/>
          <p:nvPr/>
        </p:nvSpPr>
        <p:spPr>
          <a:xfrm>
            <a:off x="5003689" y="5056328"/>
            <a:ext cx="860412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124,6%</a:t>
            </a:r>
            <a:endParaRPr lang="en-US" sz="792" dirty="0"/>
          </a:p>
        </p:txBody>
      </p:sp>
      <p:sp>
        <p:nvSpPr>
          <p:cNvPr id="33" name="Text 30"/>
          <p:cNvSpPr/>
          <p:nvPr/>
        </p:nvSpPr>
        <p:spPr>
          <a:xfrm>
            <a:off x="6286343" y="1104900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19.280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2735839" y="2210716"/>
            <a:ext cx="723831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2.074</a:t>
            </a:r>
            <a:endParaRPr lang="en-US" sz="792" dirty="0"/>
          </a:p>
        </p:txBody>
      </p:sp>
      <p:sp>
        <p:nvSpPr>
          <p:cNvPr id="35" name="Text 32"/>
          <p:cNvSpPr/>
          <p:nvPr/>
        </p:nvSpPr>
        <p:spPr>
          <a:xfrm>
            <a:off x="5003689" y="2184838"/>
            <a:ext cx="860412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81,2%</a:t>
            </a:r>
            <a:endParaRPr lang="en-US" sz="792" dirty="0"/>
          </a:p>
        </p:txBody>
      </p:sp>
      <p:sp>
        <p:nvSpPr>
          <p:cNvPr id="36" name="Text 33"/>
          <p:cNvSpPr/>
          <p:nvPr/>
        </p:nvSpPr>
        <p:spPr>
          <a:xfrm>
            <a:off x="2735839" y="2681608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2.999</a:t>
            </a:r>
            <a:endParaRPr lang="en-US" sz="792" dirty="0"/>
          </a:p>
        </p:txBody>
      </p:sp>
      <p:sp>
        <p:nvSpPr>
          <p:cNvPr id="37" name="Text 34"/>
          <p:cNvSpPr/>
          <p:nvPr/>
        </p:nvSpPr>
        <p:spPr>
          <a:xfrm>
            <a:off x="2735839" y="3161728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3.127</a:t>
            </a:r>
            <a:endParaRPr lang="en-US" sz="792" dirty="0"/>
          </a:p>
        </p:txBody>
      </p:sp>
      <p:sp>
        <p:nvSpPr>
          <p:cNvPr id="38" name="Text 35"/>
          <p:cNvSpPr/>
          <p:nvPr/>
        </p:nvSpPr>
        <p:spPr>
          <a:xfrm>
            <a:off x="5003689" y="3135850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74,4%</a:t>
            </a:r>
            <a:endParaRPr lang="en-US" sz="792" dirty="0"/>
          </a:p>
        </p:txBody>
      </p:sp>
      <p:sp>
        <p:nvSpPr>
          <p:cNvPr id="39" name="Text 36"/>
          <p:cNvSpPr/>
          <p:nvPr/>
        </p:nvSpPr>
        <p:spPr>
          <a:xfrm>
            <a:off x="2735839" y="3641847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3.076</a:t>
            </a:r>
            <a:endParaRPr lang="en-US" sz="792" dirty="0"/>
          </a:p>
        </p:txBody>
      </p:sp>
      <p:sp>
        <p:nvSpPr>
          <p:cNvPr id="40" name="Text 37"/>
          <p:cNvSpPr/>
          <p:nvPr/>
        </p:nvSpPr>
        <p:spPr>
          <a:xfrm>
            <a:off x="5003689" y="3615969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76,9%</a:t>
            </a:r>
            <a:endParaRPr lang="en-US" sz="792" dirty="0"/>
          </a:p>
        </p:txBody>
      </p:sp>
      <p:sp>
        <p:nvSpPr>
          <p:cNvPr id="41" name="Text 38"/>
          <p:cNvSpPr/>
          <p:nvPr/>
        </p:nvSpPr>
        <p:spPr>
          <a:xfrm>
            <a:off x="2735839" y="4121967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2.399</a:t>
            </a:r>
            <a:endParaRPr lang="en-US" sz="792" dirty="0"/>
          </a:p>
        </p:txBody>
      </p:sp>
      <p:sp>
        <p:nvSpPr>
          <p:cNvPr id="42" name="Text 39"/>
          <p:cNvSpPr/>
          <p:nvPr/>
        </p:nvSpPr>
        <p:spPr>
          <a:xfrm>
            <a:off x="2735839" y="4602086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5.605</a:t>
            </a:r>
            <a:endParaRPr lang="en-US" sz="792" dirty="0"/>
          </a:p>
        </p:txBody>
      </p:sp>
      <p:sp>
        <p:nvSpPr>
          <p:cNvPr id="43" name="Text 40"/>
          <p:cNvSpPr/>
          <p:nvPr/>
        </p:nvSpPr>
        <p:spPr>
          <a:xfrm>
            <a:off x="685783" y="5082206"/>
            <a:ext cx="528234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792" dirty="0"/>
          </a:p>
        </p:txBody>
      </p:sp>
      <p:sp>
        <p:nvSpPr>
          <p:cNvPr id="44" name="Text 41"/>
          <p:cNvSpPr/>
          <p:nvPr/>
        </p:nvSpPr>
        <p:spPr>
          <a:xfrm>
            <a:off x="10575675" y="2184838"/>
            <a:ext cx="860412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47,1%</a:t>
            </a:r>
            <a:endParaRPr lang="en-US" sz="792" dirty="0"/>
          </a:p>
        </p:txBody>
      </p:sp>
      <p:sp>
        <p:nvSpPr>
          <p:cNvPr id="45" name="Text 42"/>
          <p:cNvSpPr/>
          <p:nvPr/>
        </p:nvSpPr>
        <p:spPr>
          <a:xfrm>
            <a:off x="10575675" y="2655730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28,6%</a:t>
            </a:r>
            <a:endParaRPr lang="en-US" sz="792" dirty="0"/>
          </a:p>
        </p:txBody>
      </p:sp>
      <p:sp>
        <p:nvSpPr>
          <p:cNvPr id="46" name="Text 43"/>
          <p:cNvSpPr/>
          <p:nvPr/>
        </p:nvSpPr>
        <p:spPr>
          <a:xfrm>
            <a:off x="10575675" y="3135850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48,2%</a:t>
            </a:r>
            <a:endParaRPr lang="en-US" sz="792" dirty="0"/>
          </a:p>
        </p:txBody>
      </p:sp>
      <p:sp>
        <p:nvSpPr>
          <p:cNvPr id="47" name="Text 44"/>
          <p:cNvSpPr/>
          <p:nvPr/>
        </p:nvSpPr>
        <p:spPr>
          <a:xfrm>
            <a:off x="8307825" y="4602086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1.395</a:t>
            </a:r>
            <a:endParaRPr lang="en-US" sz="792" dirty="0"/>
          </a:p>
        </p:txBody>
      </p:sp>
      <p:sp>
        <p:nvSpPr>
          <p:cNvPr id="48" name="Text 45"/>
          <p:cNvSpPr/>
          <p:nvPr/>
        </p:nvSpPr>
        <p:spPr>
          <a:xfrm>
            <a:off x="6257769" y="5082206"/>
            <a:ext cx="528234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792" dirty="0"/>
          </a:p>
        </p:txBody>
      </p:sp>
      <p:sp>
        <p:nvSpPr>
          <p:cNvPr id="49" name="Text 46"/>
          <p:cNvSpPr/>
          <p:nvPr/>
        </p:nvSpPr>
        <p:spPr>
          <a:xfrm>
            <a:off x="8307825" y="5082206"/>
            <a:ext cx="723831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4.459</a:t>
            </a:r>
            <a:endParaRPr lang="en-US" sz="792" dirty="0"/>
          </a:p>
        </p:txBody>
      </p:sp>
      <p:sp>
        <p:nvSpPr>
          <p:cNvPr id="50" name="Text 47"/>
          <p:cNvSpPr/>
          <p:nvPr/>
        </p:nvSpPr>
        <p:spPr>
          <a:xfrm>
            <a:off x="10575675" y="5056328"/>
            <a:ext cx="860412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88,1%</a:t>
            </a:r>
            <a:endParaRPr lang="en-US" sz="792" dirty="0"/>
          </a:p>
        </p:txBody>
      </p:sp>
      <p:sp>
        <p:nvSpPr>
          <p:cNvPr id="51" name="Text 48"/>
          <p:cNvSpPr/>
          <p:nvPr/>
        </p:nvSpPr>
        <p:spPr>
          <a:xfrm>
            <a:off x="9067573" y="1104900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4.459</a:t>
            </a:r>
            <a:endParaRPr lang="en-US" sz="1020" dirty="0"/>
          </a:p>
        </p:txBody>
      </p:sp>
      <p:sp>
        <p:nvSpPr>
          <p:cNvPr id="52" name="Text 49"/>
          <p:cNvSpPr/>
          <p:nvPr/>
        </p:nvSpPr>
        <p:spPr>
          <a:xfrm>
            <a:off x="685783" y="1982116"/>
            <a:ext cx="52823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53" name="Text 50"/>
          <p:cNvSpPr/>
          <p:nvPr/>
        </p:nvSpPr>
        <p:spPr>
          <a:xfrm>
            <a:off x="685783" y="2210716"/>
            <a:ext cx="528234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792" dirty="0"/>
          </a:p>
        </p:txBody>
      </p:sp>
      <p:sp>
        <p:nvSpPr>
          <p:cNvPr id="54" name="Text 51"/>
          <p:cNvSpPr/>
          <p:nvPr/>
        </p:nvSpPr>
        <p:spPr>
          <a:xfrm>
            <a:off x="685783" y="2681608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792" dirty="0"/>
          </a:p>
        </p:txBody>
      </p:sp>
      <p:sp>
        <p:nvSpPr>
          <p:cNvPr id="55" name="Text 52"/>
          <p:cNvSpPr/>
          <p:nvPr/>
        </p:nvSpPr>
        <p:spPr>
          <a:xfrm>
            <a:off x="3438588" y="2681608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139</a:t>
            </a:r>
            <a:endParaRPr lang="en-US" sz="792" dirty="0"/>
          </a:p>
        </p:txBody>
      </p:sp>
      <p:sp>
        <p:nvSpPr>
          <p:cNvPr id="56" name="Text 53"/>
          <p:cNvSpPr/>
          <p:nvPr/>
        </p:nvSpPr>
        <p:spPr>
          <a:xfrm>
            <a:off x="4190215" y="2655730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105</a:t>
            </a:r>
            <a:endParaRPr lang="en-US" sz="792" dirty="0"/>
          </a:p>
        </p:txBody>
      </p:sp>
      <p:sp>
        <p:nvSpPr>
          <p:cNvPr id="57" name="Text 54"/>
          <p:cNvSpPr/>
          <p:nvPr/>
        </p:nvSpPr>
        <p:spPr>
          <a:xfrm>
            <a:off x="685783" y="3161728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792" dirty="0"/>
          </a:p>
        </p:txBody>
      </p:sp>
      <p:sp>
        <p:nvSpPr>
          <p:cNvPr id="58" name="Text 55"/>
          <p:cNvSpPr/>
          <p:nvPr/>
        </p:nvSpPr>
        <p:spPr>
          <a:xfrm>
            <a:off x="3438588" y="3161728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792" dirty="0"/>
          </a:p>
        </p:txBody>
      </p:sp>
      <p:sp>
        <p:nvSpPr>
          <p:cNvPr id="59" name="Text 56"/>
          <p:cNvSpPr/>
          <p:nvPr/>
        </p:nvSpPr>
        <p:spPr>
          <a:xfrm>
            <a:off x="685783" y="3641847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792" dirty="0"/>
          </a:p>
        </p:txBody>
      </p:sp>
      <p:sp>
        <p:nvSpPr>
          <p:cNvPr id="60" name="Text 57"/>
          <p:cNvSpPr/>
          <p:nvPr/>
        </p:nvSpPr>
        <p:spPr>
          <a:xfrm>
            <a:off x="3438588" y="3641847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125</a:t>
            </a:r>
            <a:endParaRPr lang="en-US" sz="792" dirty="0"/>
          </a:p>
        </p:txBody>
      </p:sp>
      <p:sp>
        <p:nvSpPr>
          <p:cNvPr id="61" name="Text 58"/>
          <p:cNvSpPr/>
          <p:nvPr/>
        </p:nvSpPr>
        <p:spPr>
          <a:xfrm>
            <a:off x="4190215" y="3615969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</a:t>
            </a:r>
            <a:endParaRPr lang="en-US" sz="792" dirty="0"/>
          </a:p>
        </p:txBody>
      </p:sp>
      <p:sp>
        <p:nvSpPr>
          <p:cNvPr id="62" name="Text 59"/>
          <p:cNvSpPr/>
          <p:nvPr/>
        </p:nvSpPr>
        <p:spPr>
          <a:xfrm>
            <a:off x="685783" y="4121967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792" dirty="0"/>
          </a:p>
        </p:txBody>
      </p:sp>
      <p:sp>
        <p:nvSpPr>
          <p:cNvPr id="63" name="Text 60"/>
          <p:cNvSpPr/>
          <p:nvPr/>
        </p:nvSpPr>
        <p:spPr>
          <a:xfrm>
            <a:off x="3438588" y="4121967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112</a:t>
            </a:r>
            <a:endParaRPr lang="en-US" sz="792" dirty="0"/>
          </a:p>
        </p:txBody>
      </p:sp>
      <p:sp>
        <p:nvSpPr>
          <p:cNvPr id="64" name="Text 61"/>
          <p:cNvSpPr/>
          <p:nvPr/>
        </p:nvSpPr>
        <p:spPr>
          <a:xfrm>
            <a:off x="5003689" y="4096089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792" dirty="0"/>
          </a:p>
        </p:txBody>
      </p:sp>
      <p:sp>
        <p:nvSpPr>
          <p:cNvPr id="65" name="Text 62"/>
          <p:cNvSpPr/>
          <p:nvPr/>
        </p:nvSpPr>
        <p:spPr>
          <a:xfrm>
            <a:off x="685783" y="4602086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792" dirty="0"/>
          </a:p>
        </p:txBody>
      </p:sp>
      <p:sp>
        <p:nvSpPr>
          <p:cNvPr id="66" name="Text 63"/>
          <p:cNvSpPr/>
          <p:nvPr/>
        </p:nvSpPr>
        <p:spPr>
          <a:xfrm>
            <a:off x="3438588" y="4602086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</a:t>
            </a:r>
            <a:endParaRPr lang="en-US" sz="792" dirty="0"/>
          </a:p>
        </p:txBody>
      </p:sp>
      <p:sp>
        <p:nvSpPr>
          <p:cNvPr id="67" name="Text 64"/>
          <p:cNvSpPr/>
          <p:nvPr/>
        </p:nvSpPr>
        <p:spPr>
          <a:xfrm>
            <a:off x="5003689" y="4576208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792" dirty="0"/>
          </a:p>
        </p:txBody>
      </p:sp>
      <p:sp>
        <p:nvSpPr>
          <p:cNvPr id="68" name="Text 65"/>
          <p:cNvSpPr/>
          <p:nvPr/>
        </p:nvSpPr>
        <p:spPr>
          <a:xfrm>
            <a:off x="1920877" y="5082206"/>
            <a:ext cx="839411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28*</a:t>
            </a:r>
            <a:endParaRPr lang="en-US" sz="792" dirty="0"/>
          </a:p>
        </p:txBody>
      </p:sp>
      <p:sp>
        <p:nvSpPr>
          <p:cNvPr id="69" name="Text 66"/>
          <p:cNvSpPr/>
          <p:nvPr/>
        </p:nvSpPr>
        <p:spPr>
          <a:xfrm>
            <a:off x="3438588" y="5082206"/>
            <a:ext cx="871909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730</a:t>
            </a:r>
            <a:endParaRPr lang="en-US" sz="792" dirty="0"/>
          </a:p>
        </p:txBody>
      </p:sp>
      <p:sp>
        <p:nvSpPr>
          <p:cNvPr id="70" name="Text 67"/>
          <p:cNvSpPr/>
          <p:nvPr/>
        </p:nvSpPr>
        <p:spPr>
          <a:xfrm>
            <a:off x="4285101" y="5082206"/>
            <a:ext cx="837878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563</a:t>
            </a:r>
            <a:endParaRPr lang="en-US" sz="792" dirty="0"/>
          </a:p>
        </p:txBody>
      </p:sp>
      <p:sp>
        <p:nvSpPr>
          <p:cNvPr id="71" name="Text 68"/>
          <p:cNvSpPr/>
          <p:nvPr/>
        </p:nvSpPr>
        <p:spPr>
          <a:xfrm>
            <a:off x="6257769" y="1982116"/>
            <a:ext cx="52823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6257769" y="2210716"/>
            <a:ext cx="528234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792" dirty="0"/>
          </a:p>
        </p:txBody>
      </p:sp>
      <p:sp>
        <p:nvSpPr>
          <p:cNvPr id="73" name="Text 70"/>
          <p:cNvSpPr/>
          <p:nvPr/>
        </p:nvSpPr>
        <p:spPr>
          <a:xfrm>
            <a:off x="8307825" y="2210716"/>
            <a:ext cx="723831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783</a:t>
            </a:r>
            <a:endParaRPr lang="en-US" sz="792" dirty="0"/>
          </a:p>
        </p:txBody>
      </p:sp>
      <p:sp>
        <p:nvSpPr>
          <p:cNvPr id="74" name="Text 71"/>
          <p:cNvSpPr/>
          <p:nvPr/>
        </p:nvSpPr>
        <p:spPr>
          <a:xfrm>
            <a:off x="6257769" y="2681608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792" dirty="0"/>
          </a:p>
        </p:txBody>
      </p:sp>
      <p:sp>
        <p:nvSpPr>
          <p:cNvPr id="75" name="Text 72"/>
          <p:cNvSpPr/>
          <p:nvPr/>
        </p:nvSpPr>
        <p:spPr>
          <a:xfrm>
            <a:off x="8307825" y="2681608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743</a:t>
            </a:r>
            <a:endParaRPr lang="en-US" sz="792" dirty="0"/>
          </a:p>
        </p:txBody>
      </p:sp>
      <p:sp>
        <p:nvSpPr>
          <p:cNvPr id="76" name="Text 73"/>
          <p:cNvSpPr/>
          <p:nvPr/>
        </p:nvSpPr>
        <p:spPr>
          <a:xfrm>
            <a:off x="6257769" y="3161728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792" dirty="0"/>
          </a:p>
        </p:txBody>
      </p:sp>
      <p:sp>
        <p:nvSpPr>
          <p:cNvPr id="77" name="Text 74"/>
          <p:cNvSpPr/>
          <p:nvPr/>
        </p:nvSpPr>
        <p:spPr>
          <a:xfrm>
            <a:off x="8307825" y="3161728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391</a:t>
            </a:r>
            <a:endParaRPr lang="en-US" sz="792" dirty="0"/>
          </a:p>
        </p:txBody>
      </p:sp>
      <p:sp>
        <p:nvSpPr>
          <p:cNvPr id="78" name="Text 75"/>
          <p:cNvSpPr/>
          <p:nvPr/>
        </p:nvSpPr>
        <p:spPr>
          <a:xfrm>
            <a:off x="6257769" y="3641847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792" dirty="0"/>
          </a:p>
        </p:txBody>
      </p:sp>
      <p:sp>
        <p:nvSpPr>
          <p:cNvPr id="79" name="Text 76"/>
          <p:cNvSpPr/>
          <p:nvPr/>
        </p:nvSpPr>
        <p:spPr>
          <a:xfrm>
            <a:off x="8307825" y="3641847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329</a:t>
            </a:r>
            <a:endParaRPr lang="en-US" sz="792" dirty="0"/>
          </a:p>
        </p:txBody>
      </p:sp>
      <p:sp>
        <p:nvSpPr>
          <p:cNvPr id="80" name="Text 77"/>
          <p:cNvSpPr/>
          <p:nvPr/>
        </p:nvSpPr>
        <p:spPr>
          <a:xfrm>
            <a:off x="10575675" y="3615969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792" dirty="0"/>
          </a:p>
        </p:txBody>
      </p:sp>
      <p:sp>
        <p:nvSpPr>
          <p:cNvPr id="81" name="Text 78"/>
          <p:cNvSpPr/>
          <p:nvPr/>
        </p:nvSpPr>
        <p:spPr>
          <a:xfrm>
            <a:off x="6257769" y="4121967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792" dirty="0"/>
          </a:p>
        </p:txBody>
      </p:sp>
      <p:sp>
        <p:nvSpPr>
          <p:cNvPr id="82" name="Text 79"/>
          <p:cNvSpPr/>
          <p:nvPr/>
        </p:nvSpPr>
        <p:spPr>
          <a:xfrm>
            <a:off x="8307825" y="4121967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818</a:t>
            </a:r>
            <a:endParaRPr lang="en-US" sz="792" dirty="0"/>
          </a:p>
        </p:txBody>
      </p:sp>
      <p:sp>
        <p:nvSpPr>
          <p:cNvPr id="83" name="Text 80"/>
          <p:cNvSpPr/>
          <p:nvPr/>
        </p:nvSpPr>
        <p:spPr>
          <a:xfrm>
            <a:off x="10575675" y="4096089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792" dirty="0"/>
          </a:p>
        </p:txBody>
      </p:sp>
      <p:sp>
        <p:nvSpPr>
          <p:cNvPr id="84" name="Text 81"/>
          <p:cNvSpPr/>
          <p:nvPr/>
        </p:nvSpPr>
        <p:spPr>
          <a:xfrm>
            <a:off x="6257769" y="4602086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792" dirty="0"/>
          </a:p>
        </p:txBody>
      </p:sp>
      <p:sp>
        <p:nvSpPr>
          <p:cNvPr id="85" name="Text 82"/>
          <p:cNvSpPr/>
          <p:nvPr/>
        </p:nvSpPr>
        <p:spPr>
          <a:xfrm>
            <a:off x="10575675" y="4576208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792" dirty="0"/>
          </a:p>
        </p:txBody>
      </p:sp>
      <p:sp>
        <p:nvSpPr>
          <p:cNvPr id="86" name="Text 83"/>
          <p:cNvSpPr/>
          <p:nvPr/>
        </p:nvSpPr>
        <p:spPr>
          <a:xfrm>
            <a:off x="6770617" y="5082206"/>
            <a:ext cx="743912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13*</a:t>
            </a:r>
            <a:endParaRPr lang="en-US" sz="792" dirty="0"/>
          </a:p>
        </p:txBody>
      </p:sp>
      <p:sp>
        <p:nvSpPr>
          <p:cNvPr id="87" name="Text 84"/>
          <p:cNvSpPr/>
          <p:nvPr/>
        </p:nvSpPr>
        <p:spPr>
          <a:xfrm>
            <a:off x="7492862" y="5082206"/>
            <a:ext cx="839411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35*</a:t>
            </a:r>
            <a:endParaRPr lang="en-US" sz="792" dirty="0"/>
          </a:p>
        </p:txBody>
      </p:sp>
      <p:sp>
        <p:nvSpPr>
          <p:cNvPr id="88" name="Text 85"/>
          <p:cNvSpPr/>
          <p:nvPr/>
        </p:nvSpPr>
        <p:spPr>
          <a:xfrm>
            <a:off x="9010574" y="5082206"/>
            <a:ext cx="871909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283</a:t>
            </a:r>
            <a:endParaRPr lang="en-US" sz="792" dirty="0"/>
          </a:p>
        </p:txBody>
      </p:sp>
      <p:sp>
        <p:nvSpPr>
          <p:cNvPr id="89" name="Text 86"/>
          <p:cNvSpPr/>
          <p:nvPr/>
        </p:nvSpPr>
        <p:spPr>
          <a:xfrm>
            <a:off x="9857087" y="5082206"/>
            <a:ext cx="837878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171</a:t>
            </a:r>
            <a:endParaRPr lang="en-US" sz="792" dirty="0"/>
          </a:p>
        </p:txBody>
      </p:sp>
      <p:sp>
        <p:nvSpPr>
          <p:cNvPr id="90" name="Text 87"/>
          <p:cNvSpPr/>
          <p:nvPr/>
        </p:nvSpPr>
        <p:spPr>
          <a:xfrm>
            <a:off x="723882" y="1104900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563</a:t>
            </a:r>
            <a:endParaRPr lang="en-US" sz="1020" dirty="0"/>
          </a:p>
        </p:txBody>
      </p:sp>
      <p:sp>
        <p:nvSpPr>
          <p:cNvPr id="91" name="Text 88"/>
          <p:cNvSpPr/>
          <p:nvPr/>
        </p:nvSpPr>
        <p:spPr>
          <a:xfrm>
            <a:off x="3505112" y="1104900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171</a:t>
            </a:r>
            <a:endParaRPr lang="en-US" sz="1020" dirty="0"/>
          </a:p>
        </p:txBody>
      </p:sp>
      <p:sp>
        <p:nvSpPr>
          <p:cNvPr id="92" name="Text 89"/>
          <p:cNvSpPr/>
          <p:nvPr/>
        </p:nvSpPr>
        <p:spPr>
          <a:xfrm>
            <a:off x="1920877" y="2210716"/>
            <a:ext cx="839411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</a:t>
            </a:r>
            <a:endParaRPr lang="en-US" sz="792" dirty="0"/>
          </a:p>
        </p:txBody>
      </p:sp>
      <p:sp>
        <p:nvSpPr>
          <p:cNvPr id="93" name="Text 90"/>
          <p:cNvSpPr/>
          <p:nvPr/>
        </p:nvSpPr>
        <p:spPr>
          <a:xfrm>
            <a:off x="3438588" y="2210716"/>
            <a:ext cx="871909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</a:t>
            </a:r>
            <a:endParaRPr lang="en-US" sz="792" dirty="0"/>
          </a:p>
        </p:txBody>
      </p:sp>
      <p:sp>
        <p:nvSpPr>
          <p:cNvPr id="94" name="Text 91"/>
          <p:cNvSpPr/>
          <p:nvPr/>
        </p:nvSpPr>
        <p:spPr>
          <a:xfrm>
            <a:off x="4190215" y="2184838"/>
            <a:ext cx="837878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</a:t>
            </a:r>
            <a:endParaRPr lang="en-US" sz="792" dirty="0"/>
          </a:p>
        </p:txBody>
      </p:sp>
      <p:sp>
        <p:nvSpPr>
          <p:cNvPr id="95" name="Text 92"/>
          <p:cNvSpPr/>
          <p:nvPr/>
        </p:nvSpPr>
        <p:spPr>
          <a:xfrm>
            <a:off x="1920877" y="2681608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</a:t>
            </a:r>
            <a:endParaRPr lang="en-US" sz="792" dirty="0"/>
          </a:p>
        </p:txBody>
      </p:sp>
      <p:sp>
        <p:nvSpPr>
          <p:cNvPr id="96" name="Text 93"/>
          <p:cNvSpPr/>
          <p:nvPr/>
        </p:nvSpPr>
        <p:spPr>
          <a:xfrm>
            <a:off x="1920877" y="3161728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</a:t>
            </a:r>
            <a:endParaRPr lang="en-US" sz="792" dirty="0"/>
          </a:p>
        </p:txBody>
      </p:sp>
      <p:sp>
        <p:nvSpPr>
          <p:cNvPr id="97" name="Text 94"/>
          <p:cNvSpPr/>
          <p:nvPr/>
        </p:nvSpPr>
        <p:spPr>
          <a:xfrm>
            <a:off x="4190215" y="3135850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</a:t>
            </a:r>
            <a:endParaRPr lang="en-US" sz="792" dirty="0"/>
          </a:p>
        </p:txBody>
      </p:sp>
      <p:sp>
        <p:nvSpPr>
          <p:cNvPr id="98" name="Text 95"/>
          <p:cNvSpPr/>
          <p:nvPr/>
        </p:nvSpPr>
        <p:spPr>
          <a:xfrm>
            <a:off x="1920877" y="3641847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</a:t>
            </a:r>
            <a:endParaRPr lang="en-US" sz="792" dirty="0"/>
          </a:p>
        </p:txBody>
      </p:sp>
      <p:sp>
        <p:nvSpPr>
          <p:cNvPr id="99" name="Text 96"/>
          <p:cNvSpPr/>
          <p:nvPr/>
        </p:nvSpPr>
        <p:spPr>
          <a:xfrm>
            <a:off x="1198632" y="4121967"/>
            <a:ext cx="7439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</a:t>
            </a:r>
            <a:endParaRPr lang="en-US" sz="792" dirty="0"/>
          </a:p>
        </p:txBody>
      </p:sp>
      <p:sp>
        <p:nvSpPr>
          <p:cNvPr id="100" name="Text 97"/>
          <p:cNvSpPr/>
          <p:nvPr/>
        </p:nvSpPr>
        <p:spPr>
          <a:xfrm>
            <a:off x="1920877" y="4121967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</a:t>
            </a:r>
            <a:endParaRPr lang="en-US" sz="792" dirty="0"/>
          </a:p>
        </p:txBody>
      </p:sp>
      <p:sp>
        <p:nvSpPr>
          <p:cNvPr id="101" name="Text 98"/>
          <p:cNvSpPr/>
          <p:nvPr/>
        </p:nvSpPr>
        <p:spPr>
          <a:xfrm>
            <a:off x="4190215" y="4096089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</a:t>
            </a:r>
            <a:endParaRPr lang="en-US" sz="792" dirty="0"/>
          </a:p>
        </p:txBody>
      </p:sp>
      <p:sp>
        <p:nvSpPr>
          <p:cNvPr id="102" name="Text 99"/>
          <p:cNvSpPr/>
          <p:nvPr/>
        </p:nvSpPr>
        <p:spPr>
          <a:xfrm>
            <a:off x="1198632" y="4602086"/>
            <a:ext cx="7439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792" dirty="0"/>
          </a:p>
        </p:txBody>
      </p:sp>
      <p:sp>
        <p:nvSpPr>
          <p:cNvPr id="103" name="Text 100"/>
          <p:cNvSpPr/>
          <p:nvPr/>
        </p:nvSpPr>
        <p:spPr>
          <a:xfrm>
            <a:off x="1920877" y="4602086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792" dirty="0"/>
          </a:p>
        </p:txBody>
      </p:sp>
      <p:sp>
        <p:nvSpPr>
          <p:cNvPr id="104" name="Text 101"/>
          <p:cNvSpPr/>
          <p:nvPr/>
        </p:nvSpPr>
        <p:spPr>
          <a:xfrm>
            <a:off x="4190215" y="4576208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</a:t>
            </a:r>
            <a:endParaRPr lang="en-US" sz="792" dirty="0"/>
          </a:p>
        </p:txBody>
      </p:sp>
      <p:sp>
        <p:nvSpPr>
          <p:cNvPr id="105" name="Text 102"/>
          <p:cNvSpPr/>
          <p:nvPr/>
        </p:nvSpPr>
        <p:spPr>
          <a:xfrm>
            <a:off x="1198632" y="5082206"/>
            <a:ext cx="743912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8*</a:t>
            </a:r>
            <a:endParaRPr lang="en-US" sz="792" dirty="0"/>
          </a:p>
        </p:txBody>
      </p:sp>
      <p:sp>
        <p:nvSpPr>
          <p:cNvPr id="106" name="Text 103"/>
          <p:cNvSpPr/>
          <p:nvPr/>
        </p:nvSpPr>
        <p:spPr>
          <a:xfrm>
            <a:off x="7492862" y="2210716"/>
            <a:ext cx="839411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792" dirty="0"/>
          </a:p>
        </p:txBody>
      </p:sp>
      <p:sp>
        <p:nvSpPr>
          <p:cNvPr id="107" name="Text 104"/>
          <p:cNvSpPr/>
          <p:nvPr/>
        </p:nvSpPr>
        <p:spPr>
          <a:xfrm>
            <a:off x="9010574" y="2210716"/>
            <a:ext cx="871909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</a:t>
            </a:r>
            <a:endParaRPr lang="en-US" sz="792" dirty="0"/>
          </a:p>
        </p:txBody>
      </p:sp>
      <p:sp>
        <p:nvSpPr>
          <p:cNvPr id="108" name="Text 105"/>
          <p:cNvSpPr/>
          <p:nvPr/>
        </p:nvSpPr>
        <p:spPr>
          <a:xfrm>
            <a:off x="9762201" y="2184838"/>
            <a:ext cx="837878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</a:t>
            </a:r>
            <a:endParaRPr lang="en-US" sz="792" dirty="0"/>
          </a:p>
        </p:txBody>
      </p:sp>
      <p:sp>
        <p:nvSpPr>
          <p:cNvPr id="109" name="Text 106"/>
          <p:cNvSpPr/>
          <p:nvPr/>
        </p:nvSpPr>
        <p:spPr>
          <a:xfrm>
            <a:off x="7492862" y="2681608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</a:t>
            </a:r>
            <a:endParaRPr lang="en-US" sz="792" dirty="0"/>
          </a:p>
        </p:txBody>
      </p:sp>
      <p:sp>
        <p:nvSpPr>
          <p:cNvPr id="110" name="Text 107"/>
          <p:cNvSpPr/>
          <p:nvPr/>
        </p:nvSpPr>
        <p:spPr>
          <a:xfrm>
            <a:off x="9010574" y="2681608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</a:t>
            </a:r>
            <a:endParaRPr lang="en-US" sz="792" dirty="0"/>
          </a:p>
        </p:txBody>
      </p:sp>
      <p:sp>
        <p:nvSpPr>
          <p:cNvPr id="111" name="Text 108"/>
          <p:cNvSpPr/>
          <p:nvPr/>
        </p:nvSpPr>
        <p:spPr>
          <a:xfrm>
            <a:off x="9762201" y="2655730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</a:t>
            </a:r>
            <a:endParaRPr lang="en-US" sz="792" dirty="0"/>
          </a:p>
        </p:txBody>
      </p:sp>
      <p:sp>
        <p:nvSpPr>
          <p:cNvPr id="112" name="Text 109"/>
          <p:cNvSpPr/>
          <p:nvPr/>
        </p:nvSpPr>
        <p:spPr>
          <a:xfrm>
            <a:off x="7492862" y="3161728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</a:t>
            </a:r>
            <a:endParaRPr lang="en-US" sz="792" dirty="0"/>
          </a:p>
        </p:txBody>
      </p:sp>
      <p:sp>
        <p:nvSpPr>
          <p:cNvPr id="113" name="Text 110"/>
          <p:cNvSpPr/>
          <p:nvPr/>
        </p:nvSpPr>
        <p:spPr>
          <a:xfrm>
            <a:off x="9010574" y="3161728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</a:t>
            </a:r>
            <a:endParaRPr lang="en-US" sz="792" dirty="0"/>
          </a:p>
        </p:txBody>
      </p:sp>
      <p:sp>
        <p:nvSpPr>
          <p:cNvPr id="114" name="Text 111"/>
          <p:cNvSpPr/>
          <p:nvPr/>
        </p:nvSpPr>
        <p:spPr>
          <a:xfrm>
            <a:off x="9762201" y="3135850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</a:t>
            </a:r>
            <a:endParaRPr lang="en-US" sz="792" dirty="0"/>
          </a:p>
        </p:txBody>
      </p:sp>
      <p:sp>
        <p:nvSpPr>
          <p:cNvPr id="115" name="Text 112"/>
          <p:cNvSpPr/>
          <p:nvPr/>
        </p:nvSpPr>
        <p:spPr>
          <a:xfrm>
            <a:off x="7492862" y="3641847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</a:t>
            </a:r>
            <a:endParaRPr lang="en-US" sz="792" dirty="0"/>
          </a:p>
        </p:txBody>
      </p:sp>
      <p:sp>
        <p:nvSpPr>
          <p:cNvPr id="116" name="Text 113"/>
          <p:cNvSpPr/>
          <p:nvPr/>
        </p:nvSpPr>
        <p:spPr>
          <a:xfrm>
            <a:off x="9010574" y="3641847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</a:t>
            </a:r>
            <a:endParaRPr lang="en-US" sz="792" dirty="0"/>
          </a:p>
        </p:txBody>
      </p:sp>
      <p:sp>
        <p:nvSpPr>
          <p:cNvPr id="117" name="Text 114"/>
          <p:cNvSpPr/>
          <p:nvPr/>
        </p:nvSpPr>
        <p:spPr>
          <a:xfrm>
            <a:off x="9762201" y="3615969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</a:t>
            </a:r>
            <a:endParaRPr lang="en-US" sz="792" dirty="0"/>
          </a:p>
        </p:txBody>
      </p:sp>
      <p:sp>
        <p:nvSpPr>
          <p:cNvPr id="118" name="Text 115"/>
          <p:cNvSpPr/>
          <p:nvPr/>
        </p:nvSpPr>
        <p:spPr>
          <a:xfrm>
            <a:off x="6770617" y="4121967"/>
            <a:ext cx="7439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</a:t>
            </a:r>
            <a:endParaRPr lang="en-US" sz="792" dirty="0"/>
          </a:p>
        </p:txBody>
      </p:sp>
      <p:sp>
        <p:nvSpPr>
          <p:cNvPr id="119" name="Text 116"/>
          <p:cNvSpPr/>
          <p:nvPr/>
        </p:nvSpPr>
        <p:spPr>
          <a:xfrm>
            <a:off x="9010574" y="4121967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792" dirty="0"/>
          </a:p>
        </p:txBody>
      </p:sp>
      <p:sp>
        <p:nvSpPr>
          <p:cNvPr id="120" name="Text 117"/>
          <p:cNvSpPr/>
          <p:nvPr/>
        </p:nvSpPr>
        <p:spPr>
          <a:xfrm>
            <a:off x="9762201" y="4096089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</a:t>
            </a:r>
            <a:endParaRPr lang="en-US" sz="792" dirty="0"/>
          </a:p>
        </p:txBody>
      </p:sp>
      <p:sp>
        <p:nvSpPr>
          <p:cNvPr id="121" name="Text 118"/>
          <p:cNvSpPr/>
          <p:nvPr/>
        </p:nvSpPr>
        <p:spPr>
          <a:xfrm>
            <a:off x="6770617" y="4602086"/>
            <a:ext cx="7439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792" dirty="0"/>
          </a:p>
        </p:txBody>
      </p:sp>
      <p:sp>
        <p:nvSpPr>
          <p:cNvPr id="122" name="Text 119"/>
          <p:cNvSpPr/>
          <p:nvPr/>
        </p:nvSpPr>
        <p:spPr>
          <a:xfrm>
            <a:off x="7492862" y="4602086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792" dirty="0"/>
          </a:p>
        </p:txBody>
      </p:sp>
      <p:sp>
        <p:nvSpPr>
          <p:cNvPr id="123" name="Text 120"/>
          <p:cNvSpPr/>
          <p:nvPr/>
        </p:nvSpPr>
        <p:spPr>
          <a:xfrm>
            <a:off x="9010574" y="4602086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</a:t>
            </a:r>
            <a:endParaRPr lang="en-US" sz="792" dirty="0"/>
          </a:p>
        </p:txBody>
      </p:sp>
      <p:sp>
        <p:nvSpPr>
          <p:cNvPr id="124" name="Text 121"/>
          <p:cNvSpPr/>
          <p:nvPr/>
        </p:nvSpPr>
        <p:spPr>
          <a:xfrm>
            <a:off x="9762201" y="4576208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</a:t>
            </a:r>
            <a:endParaRPr lang="en-US" sz="79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711</Words>
  <Application>Microsoft Office PowerPoint</Application>
  <PresentationFormat>Widescreen</PresentationFormat>
  <Paragraphs>306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Raleway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Jean  Arcon Solano</cp:lastModifiedBy>
  <cp:revision>2</cp:revision>
  <dcterms:created xsi:type="dcterms:W3CDTF">2026-07-17T19:45:38Z</dcterms:created>
  <dcterms:modified xsi:type="dcterms:W3CDTF">2026-07-17T20:02:32Z</dcterms:modified>
</cp:coreProperties>
</file>