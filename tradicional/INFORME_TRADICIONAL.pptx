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radicional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6278" y="6217741"/>
            <a:ext cx="11174642" cy="29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del periodo: El canal Tradicional concentró un esfuerzo récord de formación en marzo (148 visitas y 93 asesores capacitados). Con la posterior consolidación y el empalme con Retail, el canal centró su capacidad; la cobertura promedio de Ene-Ago alcanzó un 9,7%, identificando grandes oportunidades de crecimiento en los aliados de mayor volumen.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6314917" y="5417790"/>
            <a:ext cx="425303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concentración de visitas en marzo estableció la base operativa del canal en el primer semestre.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6362541" y="1421160"/>
            <a:ext cx="321722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mensual Ene-Ago: capacitados que financiaron / financiadores</a:t>
            </a:r>
            <a:endParaRPr lang="en-US" sz="696" dirty="0"/>
          </a:p>
        </p:txBody>
      </p:sp>
      <p:sp>
        <p:nvSpPr>
          <p:cNvPr id="6" name="Text 3"/>
          <p:cNvSpPr/>
          <p:nvPr/>
        </p:nvSpPr>
        <p:spPr>
          <a:xfrm>
            <a:off x="723882" y="5417790"/>
            <a:ext cx="272140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Asesores únicos con al menos una visita registrada en el mes.</a:t>
            </a:r>
            <a:endParaRPr lang="en-US" sz="696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436125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 de Visitas de Formación · Ene-Ago 2026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781030" y="1421160"/>
            <a:ext cx="20948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formación acumulada (Ene - Ago 2026)</a:t>
            </a:r>
            <a:endParaRPr lang="en-US" sz="696" dirty="0"/>
          </a:p>
        </p:txBody>
      </p:sp>
      <p:sp>
        <p:nvSpPr>
          <p:cNvPr id="9" name="Text 6"/>
          <p:cNvSpPr/>
          <p:nvPr/>
        </p:nvSpPr>
        <p:spPr>
          <a:xfrm>
            <a:off x="876278" y="2049810"/>
            <a:ext cx="192001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Visitas, asesores y PDV por mes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6467313" y="2049810"/>
            <a:ext cx="17505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Evolución de visitas por mes</a:t>
            </a:r>
            <a:endParaRPr lang="en-US" sz="936" dirty="0"/>
          </a:p>
        </p:txBody>
      </p:sp>
      <p:sp>
        <p:nvSpPr>
          <p:cNvPr id="11" name="Text 8"/>
          <p:cNvSpPr/>
          <p:nvPr/>
        </p:nvSpPr>
        <p:spPr>
          <a:xfrm>
            <a:off x="781030" y="1009650"/>
            <a:ext cx="17289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 Realizadas Ene-Ago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6362541" y="1009650"/>
            <a:ext cx="16079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Formación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2639713" y="2364135"/>
            <a:ext cx="195137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Capacitados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4552513" y="2364135"/>
            <a:ext cx="132426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723882" y="4335810"/>
            <a:ext cx="124072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Ene-Ago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1905424" y="2364135"/>
            <a:ext cx="79112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6362541" y="1143000"/>
            <a:ext cx="589673" cy="26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9,7 %</a:t>
            </a:r>
            <a:endParaRPr lang="en-US" sz="1740" dirty="0"/>
          </a:p>
        </p:txBody>
      </p:sp>
      <p:sp>
        <p:nvSpPr>
          <p:cNvPr id="18" name="Text 15"/>
          <p:cNvSpPr/>
          <p:nvPr/>
        </p:nvSpPr>
        <p:spPr>
          <a:xfrm>
            <a:off x="723882" y="2364135"/>
            <a:ext cx="124072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23882" y="2583210"/>
            <a:ext cx="124072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723882" y="2802285"/>
            <a:ext cx="124072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723882" y="3021360"/>
            <a:ext cx="124072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905424" y="3021360"/>
            <a:ext cx="79112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23882" y="3240435"/>
            <a:ext cx="124072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723882" y="3459510"/>
            <a:ext cx="124072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723882" y="3678585"/>
            <a:ext cx="124072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723882" y="3897660"/>
            <a:ext cx="124072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723882" y="4116735"/>
            <a:ext cx="124072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1905424" y="4335810"/>
            <a:ext cx="79112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2639713" y="4335810"/>
            <a:ext cx="195137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533</a:t>
            </a:r>
            <a:endParaRPr lang="en-US" sz="864" dirty="0"/>
          </a:p>
        </p:txBody>
      </p:sp>
      <p:sp>
        <p:nvSpPr>
          <p:cNvPr id="30" name="Text 27"/>
          <p:cNvSpPr/>
          <p:nvPr/>
        </p:nvSpPr>
        <p:spPr>
          <a:xfrm>
            <a:off x="4552513" y="4335810"/>
            <a:ext cx="132426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217</a:t>
            </a:r>
            <a:endParaRPr lang="en-US" sz="864" dirty="0"/>
          </a:p>
        </p:txBody>
      </p:sp>
      <p:sp>
        <p:nvSpPr>
          <p:cNvPr id="31" name="Text 28"/>
          <p:cNvSpPr/>
          <p:nvPr/>
        </p:nvSpPr>
        <p:spPr>
          <a:xfrm>
            <a:off x="781030" y="1143000"/>
            <a:ext cx="424346" cy="26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1740" dirty="0"/>
          </a:p>
        </p:txBody>
      </p:sp>
      <p:sp>
        <p:nvSpPr>
          <p:cNvPr id="32" name="Text 29"/>
          <p:cNvSpPr/>
          <p:nvPr/>
        </p:nvSpPr>
        <p:spPr>
          <a:xfrm>
            <a:off x="6440849" y="2354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6443373" y="2583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6438798" y="2811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11270632" y="2811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6452207" y="30404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6423811" y="32690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6450787" y="3497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6480918" y="3726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6430753" y="3954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1905424" y="2583210"/>
            <a:ext cx="79112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864" dirty="0"/>
          </a:p>
        </p:txBody>
      </p:sp>
      <p:sp>
        <p:nvSpPr>
          <p:cNvPr id="42" name="Text 39"/>
          <p:cNvSpPr/>
          <p:nvPr/>
        </p:nvSpPr>
        <p:spPr>
          <a:xfrm>
            <a:off x="2639713" y="2583210"/>
            <a:ext cx="195137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</a:t>
            </a:r>
            <a:endParaRPr lang="en-US" sz="864" dirty="0"/>
          </a:p>
        </p:txBody>
      </p:sp>
      <p:sp>
        <p:nvSpPr>
          <p:cNvPr id="43" name="Text 40"/>
          <p:cNvSpPr/>
          <p:nvPr/>
        </p:nvSpPr>
        <p:spPr>
          <a:xfrm>
            <a:off x="4552513" y="2583210"/>
            <a:ext cx="132426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864" dirty="0"/>
          </a:p>
        </p:txBody>
      </p:sp>
      <p:sp>
        <p:nvSpPr>
          <p:cNvPr id="44" name="Text 41"/>
          <p:cNvSpPr/>
          <p:nvPr/>
        </p:nvSpPr>
        <p:spPr>
          <a:xfrm>
            <a:off x="1905424" y="2802285"/>
            <a:ext cx="79112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64" dirty="0"/>
          </a:p>
        </p:txBody>
      </p:sp>
      <p:sp>
        <p:nvSpPr>
          <p:cNvPr id="45" name="Text 42"/>
          <p:cNvSpPr/>
          <p:nvPr/>
        </p:nvSpPr>
        <p:spPr>
          <a:xfrm>
            <a:off x="2639713" y="2802285"/>
            <a:ext cx="195137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864" dirty="0"/>
          </a:p>
        </p:txBody>
      </p:sp>
      <p:sp>
        <p:nvSpPr>
          <p:cNvPr id="46" name="Text 43"/>
          <p:cNvSpPr/>
          <p:nvPr/>
        </p:nvSpPr>
        <p:spPr>
          <a:xfrm>
            <a:off x="4552513" y="2802285"/>
            <a:ext cx="132426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864" dirty="0"/>
          </a:p>
        </p:txBody>
      </p:sp>
      <p:sp>
        <p:nvSpPr>
          <p:cNvPr id="47" name="Text 44"/>
          <p:cNvSpPr/>
          <p:nvPr/>
        </p:nvSpPr>
        <p:spPr>
          <a:xfrm>
            <a:off x="2639713" y="3021360"/>
            <a:ext cx="195137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64" dirty="0"/>
          </a:p>
        </p:txBody>
      </p:sp>
      <p:sp>
        <p:nvSpPr>
          <p:cNvPr id="48" name="Text 45"/>
          <p:cNvSpPr/>
          <p:nvPr/>
        </p:nvSpPr>
        <p:spPr>
          <a:xfrm>
            <a:off x="4552513" y="3021360"/>
            <a:ext cx="132426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64" dirty="0"/>
          </a:p>
        </p:txBody>
      </p:sp>
      <p:sp>
        <p:nvSpPr>
          <p:cNvPr id="49" name="Text 46"/>
          <p:cNvSpPr/>
          <p:nvPr/>
        </p:nvSpPr>
        <p:spPr>
          <a:xfrm>
            <a:off x="1905424" y="3240435"/>
            <a:ext cx="79112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64" dirty="0"/>
          </a:p>
        </p:txBody>
      </p:sp>
      <p:sp>
        <p:nvSpPr>
          <p:cNvPr id="50" name="Text 47"/>
          <p:cNvSpPr/>
          <p:nvPr/>
        </p:nvSpPr>
        <p:spPr>
          <a:xfrm>
            <a:off x="2639713" y="3240435"/>
            <a:ext cx="195137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64" dirty="0"/>
          </a:p>
        </p:txBody>
      </p:sp>
      <p:sp>
        <p:nvSpPr>
          <p:cNvPr id="51" name="Text 48"/>
          <p:cNvSpPr/>
          <p:nvPr/>
        </p:nvSpPr>
        <p:spPr>
          <a:xfrm>
            <a:off x="4552513" y="3240435"/>
            <a:ext cx="132426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864" dirty="0"/>
          </a:p>
        </p:txBody>
      </p:sp>
      <p:sp>
        <p:nvSpPr>
          <p:cNvPr id="52" name="Text 49"/>
          <p:cNvSpPr/>
          <p:nvPr/>
        </p:nvSpPr>
        <p:spPr>
          <a:xfrm>
            <a:off x="1905424" y="3459510"/>
            <a:ext cx="79112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864" dirty="0"/>
          </a:p>
        </p:txBody>
      </p:sp>
      <p:sp>
        <p:nvSpPr>
          <p:cNvPr id="53" name="Text 50"/>
          <p:cNvSpPr/>
          <p:nvPr/>
        </p:nvSpPr>
        <p:spPr>
          <a:xfrm>
            <a:off x="2639713" y="3459510"/>
            <a:ext cx="195137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864" dirty="0"/>
          </a:p>
        </p:txBody>
      </p:sp>
      <p:sp>
        <p:nvSpPr>
          <p:cNvPr id="54" name="Text 51"/>
          <p:cNvSpPr/>
          <p:nvPr/>
        </p:nvSpPr>
        <p:spPr>
          <a:xfrm>
            <a:off x="4552513" y="3459510"/>
            <a:ext cx="132426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864" dirty="0"/>
          </a:p>
        </p:txBody>
      </p:sp>
      <p:sp>
        <p:nvSpPr>
          <p:cNvPr id="55" name="Text 52"/>
          <p:cNvSpPr/>
          <p:nvPr/>
        </p:nvSpPr>
        <p:spPr>
          <a:xfrm>
            <a:off x="1905424" y="3678585"/>
            <a:ext cx="79112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864" dirty="0"/>
          </a:p>
        </p:txBody>
      </p:sp>
      <p:sp>
        <p:nvSpPr>
          <p:cNvPr id="56" name="Text 53"/>
          <p:cNvSpPr/>
          <p:nvPr/>
        </p:nvSpPr>
        <p:spPr>
          <a:xfrm>
            <a:off x="2639713" y="3678585"/>
            <a:ext cx="195137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</a:t>
            </a:r>
            <a:endParaRPr lang="en-US" sz="864" dirty="0"/>
          </a:p>
        </p:txBody>
      </p:sp>
      <p:sp>
        <p:nvSpPr>
          <p:cNvPr id="57" name="Text 54"/>
          <p:cNvSpPr/>
          <p:nvPr/>
        </p:nvSpPr>
        <p:spPr>
          <a:xfrm>
            <a:off x="4552513" y="3678585"/>
            <a:ext cx="132426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64" dirty="0"/>
          </a:p>
        </p:txBody>
      </p:sp>
      <p:sp>
        <p:nvSpPr>
          <p:cNvPr id="58" name="Text 55"/>
          <p:cNvSpPr/>
          <p:nvPr/>
        </p:nvSpPr>
        <p:spPr>
          <a:xfrm>
            <a:off x="1905424" y="3897660"/>
            <a:ext cx="79112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864" dirty="0"/>
          </a:p>
        </p:txBody>
      </p:sp>
      <p:sp>
        <p:nvSpPr>
          <p:cNvPr id="59" name="Text 56"/>
          <p:cNvSpPr/>
          <p:nvPr/>
        </p:nvSpPr>
        <p:spPr>
          <a:xfrm>
            <a:off x="2639713" y="3897660"/>
            <a:ext cx="195137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64" dirty="0"/>
          </a:p>
        </p:txBody>
      </p:sp>
      <p:sp>
        <p:nvSpPr>
          <p:cNvPr id="60" name="Text 57"/>
          <p:cNvSpPr/>
          <p:nvPr/>
        </p:nvSpPr>
        <p:spPr>
          <a:xfrm>
            <a:off x="4552513" y="3897660"/>
            <a:ext cx="132426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864" dirty="0"/>
          </a:p>
        </p:txBody>
      </p:sp>
      <p:sp>
        <p:nvSpPr>
          <p:cNvPr id="61" name="Text 58"/>
          <p:cNvSpPr/>
          <p:nvPr/>
        </p:nvSpPr>
        <p:spPr>
          <a:xfrm>
            <a:off x="1905424" y="4116735"/>
            <a:ext cx="79112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864" dirty="0"/>
          </a:p>
        </p:txBody>
      </p:sp>
      <p:sp>
        <p:nvSpPr>
          <p:cNvPr id="62" name="Text 59"/>
          <p:cNvSpPr/>
          <p:nvPr/>
        </p:nvSpPr>
        <p:spPr>
          <a:xfrm>
            <a:off x="2639713" y="4116735"/>
            <a:ext cx="195137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</a:t>
            </a:r>
            <a:endParaRPr lang="en-US" sz="864" dirty="0"/>
          </a:p>
        </p:txBody>
      </p:sp>
      <p:sp>
        <p:nvSpPr>
          <p:cNvPr id="63" name="Text 60"/>
          <p:cNvSpPr/>
          <p:nvPr/>
        </p:nvSpPr>
        <p:spPr>
          <a:xfrm>
            <a:off x="4552513" y="4116735"/>
            <a:ext cx="132426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864" dirty="0"/>
          </a:p>
        </p:txBody>
      </p:sp>
      <p:sp>
        <p:nvSpPr>
          <p:cNvPr id="64" name="Text 61"/>
          <p:cNvSpPr/>
          <p:nvPr/>
        </p:nvSpPr>
        <p:spPr>
          <a:xfrm>
            <a:off x="11324742" y="2354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780" dirty="0"/>
          </a:p>
        </p:txBody>
      </p:sp>
      <p:sp>
        <p:nvSpPr>
          <p:cNvPr id="65" name="Text 62"/>
          <p:cNvSpPr/>
          <p:nvPr/>
        </p:nvSpPr>
        <p:spPr>
          <a:xfrm>
            <a:off x="11325057" y="2583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80" dirty="0"/>
          </a:p>
        </p:txBody>
      </p:sp>
      <p:sp>
        <p:nvSpPr>
          <p:cNvPr id="66" name="Text 63"/>
          <p:cNvSpPr/>
          <p:nvPr/>
        </p:nvSpPr>
        <p:spPr>
          <a:xfrm>
            <a:off x="11325057" y="30404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80" dirty="0"/>
          </a:p>
        </p:txBody>
      </p:sp>
      <p:sp>
        <p:nvSpPr>
          <p:cNvPr id="67" name="Text 64"/>
          <p:cNvSpPr/>
          <p:nvPr/>
        </p:nvSpPr>
        <p:spPr>
          <a:xfrm>
            <a:off x="11327108" y="32690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780" dirty="0"/>
          </a:p>
        </p:txBody>
      </p:sp>
      <p:sp>
        <p:nvSpPr>
          <p:cNvPr id="68" name="Text 65"/>
          <p:cNvSpPr/>
          <p:nvPr/>
        </p:nvSpPr>
        <p:spPr>
          <a:xfrm>
            <a:off x="11329001" y="3497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80" dirty="0"/>
          </a:p>
        </p:txBody>
      </p:sp>
      <p:sp>
        <p:nvSpPr>
          <p:cNvPr id="69" name="Text 66"/>
          <p:cNvSpPr/>
          <p:nvPr/>
        </p:nvSpPr>
        <p:spPr>
          <a:xfrm>
            <a:off x="11331368" y="3726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780" dirty="0"/>
          </a:p>
        </p:txBody>
      </p:sp>
      <p:sp>
        <p:nvSpPr>
          <p:cNvPr id="70" name="Text 67"/>
          <p:cNvSpPr/>
          <p:nvPr/>
        </p:nvSpPr>
        <p:spPr>
          <a:xfrm>
            <a:off x="11331841" y="3954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radicional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32" y="1238250"/>
            <a:ext cx="3511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que financiaron en conciliaciones vs capacitados (cruzados por cédula).</a:t>
            </a:r>
            <a:endParaRPr lang="en-US" sz="696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534374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Formación por Aliado y Distribución Geográfica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857229" y="1028700"/>
            <a:ext cx="29578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Formación por Aliado (Ene-Ago 2026)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7707616" y="4000500"/>
            <a:ext cx="18034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Municipios Visitados (Ene-Ago)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7707616" y="1028700"/>
            <a:ext cx="176146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por Mes (Semestre)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4006204" y="347067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 La Boyaca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4006204" y="42136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Del Tropico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7555220" y="4438650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Occidente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704832" y="297537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M&amp;F Super Gas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704832" y="347067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Carrera Motos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704832" y="42136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Planeta Motos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4006204" y="248007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Del Sur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7555220" y="3505200"/>
            <a:ext cx="1034089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Prom. Ene-Ago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7555220" y="4257675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Centro</a:t>
            </a:r>
            <a:endParaRPr lang="en-US" sz="672" dirty="0"/>
          </a:p>
        </p:txBody>
      </p:sp>
      <p:sp>
        <p:nvSpPr>
          <p:cNvPr id="17" name="Text 14"/>
          <p:cNvSpPr/>
          <p:nvPr/>
        </p:nvSpPr>
        <p:spPr>
          <a:xfrm>
            <a:off x="704832" y="17371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Multintegral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04832" y="248007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Grupo Merpes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704832" y="32230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Electroferia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4006204" y="37183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Punto Center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704832" y="198477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Maximuebles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4006204" y="22324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 Market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006204" y="27277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Distrimotos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9587715" y="4981575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Bucaramanga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704832" y="396597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Casa Bajaj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4006204" y="198477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Credimovil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4006204" y="297537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Distritodo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7555220" y="4619625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Sur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9587715" y="4438650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Facatativá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4006204" y="32230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Grupo Uma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9587715" y="4800600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Zipaquirá</a:t>
            </a:r>
            <a:endParaRPr lang="en-US" sz="672" dirty="0"/>
          </a:p>
        </p:txBody>
      </p:sp>
      <p:sp>
        <p:nvSpPr>
          <p:cNvPr id="32" name="Text 29"/>
          <p:cNvSpPr/>
          <p:nvPr/>
        </p:nvSpPr>
        <p:spPr>
          <a:xfrm>
            <a:off x="704832" y="27277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 Red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704832" y="37183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Dismerca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4006204" y="396597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Janmotor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9587715" y="4257675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Sogamoso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9587715" y="4619625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Mosquera</a:t>
            </a:r>
            <a:endParaRPr lang="en-US" sz="672" dirty="0"/>
          </a:p>
        </p:txBody>
      </p:sp>
      <p:sp>
        <p:nvSpPr>
          <p:cNvPr id="37" name="Text 34"/>
          <p:cNvSpPr/>
          <p:nvPr/>
        </p:nvSpPr>
        <p:spPr>
          <a:xfrm>
            <a:off x="704832" y="22324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Diverxa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8536999" y="1276350"/>
            <a:ext cx="7618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704832" y="1489472"/>
            <a:ext cx="1556804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4006204" y="1489472"/>
            <a:ext cx="1556804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9277398" y="1276350"/>
            <a:ext cx="73640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Capac.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0710147" y="1276350"/>
            <a:ext cx="77671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 %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7555220" y="4981575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Soacha</a:t>
            </a:r>
            <a:endParaRPr lang="en-US" sz="672" dirty="0"/>
          </a:p>
        </p:txBody>
      </p:sp>
      <p:sp>
        <p:nvSpPr>
          <p:cNvPr id="44" name="Text 41"/>
          <p:cNvSpPr/>
          <p:nvPr/>
        </p:nvSpPr>
        <p:spPr>
          <a:xfrm>
            <a:off x="9587715" y="5162550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Madrid</a:t>
            </a:r>
            <a:endParaRPr lang="en-US" sz="672" dirty="0"/>
          </a:p>
        </p:txBody>
      </p:sp>
      <p:sp>
        <p:nvSpPr>
          <p:cNvPr id="45" name="Text 42"/>
          <p:cNvSpPr/>
          <p:nvPr/>
        </p:nvSpPr>
        <p:spPr>
          <a:xfrm>
            <a:off x="4006204" y="1737122"/>
            <a:ext cx="1556804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Asyco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9992230" y="1276350"/>
            <a:ext cx="74054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Ambos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10710147" y="1514475"/>
            <a:ext cx="77671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15,0%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10710147" y="2009775"/>
            <a:ext cx="77671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18,6%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10710147" y="2752725"/>
            <a:ext cx="77671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10,8%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7555220" y="4800600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Tunja</a:t>
            </a:r>
            <a:endParaRPr lang="en-US" sz="672" dirty="0"/>
          </a:p>
        </p:txBody>
      </p:sp>
      <p:sp>
        <p:nvSpPr>
          <p:cNvPr id="51" name="Text 48"/>
          <p:cNvSpPr/>
          <p:nvPr/>
        </p:nvSpPr>
        <p:spPr>
          <a:xfrm>
            <a:off x="2203068" y="1489472"/>
            <a:ext cx="45404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Fin.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2643886" y="1489472"/>
            <a:ext cx="45404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3075252" y="1489472"/>
            <a:ext cx="77855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5504440" y="1489472"/>
            <a:ext cx="45404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Fin.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5945258" y="1489472"/>
            <a:ext cx="45404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6376624" y="1489472"/>
            <a:ext cx="77855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6376624" y="197524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6376624" y="22228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6376624" y="32134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10710147" y="1762125"/>
            <a:ext cx="77671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4,4%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10710147" y="2257425"/>
            <a:ext cx="77671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7,9%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10710147" y="2505075"/>
            <a:ext cx="77671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8,3%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10710147" y="3000375"/>
            <a:ext cx="77671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6,5%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10710147" y="3248025"/>
            <a:ext cx="77671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6,2%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10710147" y="3495675"/>
            <a:ext cx="77671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9,7%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7555220" y="5162550"/>
            <a:ext cx="146697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Chía</a:t>
            </a:r>
            <a:endParaRPr lang="en-US" sz="672" dirty="0"/>
          </a:p>
        </p:txBody>
      </p:sp>
      <p:sp>
        <p:nvSpPr>
          <p:cNvPr id="67" name="Text 64"/>
          <p:cNvSpPr/>
          <p:nvPr/>
        </p:nvSpPr>
        <p:spPr>
          <a:xfrm>
            <a:off x="2203068" y="17371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3075252" y="17275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3075252" y="197524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29%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3075252" y="22228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56%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3075252" y="247054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19%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3075252" y="296584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69%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3075252" y="32134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78%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3075252" y="346114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38%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3075252" y="37087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17%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3075252" y="42040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25%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6376624" y="247054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67%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6376624" y="296584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50%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6376624" y="395644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80" name="Text 77"/>
          <p:cNvSpPr/>
          <p:nvPr/>
        </p:nvSpPr>
        <p:spPr>
          <a:xfrm>
            <a:off x="6376624" y="42040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81" name="Text 78"/>
          <p:cNvSpPr/>
          <p:nvPr/>
        </p:nvSpPr>
        <p:spPr>
          <a:xfrm>
            <a:off x="7555220" y="1276350"/>
            <a:ext cx="103408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7555220" y="1524000"/>
            <a:ext cx="1034089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7555220" y="1771650"/>
            <a:ext cx="1034089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20" dirty="0"/>
          </a:p>
        </p:txBody>
      </p:sp>
      <p:sp>
        <p:nvSpPr>
          <p:cNvPr id="84" name="Text 81"/>
          <p:cNvSpPr/>
          <p:nvPr/>
        </p:nvSpPr>
        <p:spPr>
          <a:xfrm>
            <a:off x="7555220" y="2019300"/>
            <a:ext cx="1034089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7555220" y="2266950"/>
            <a:ext cx="1034089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7555220" y="2514600"/>
            <a:ext cx="1034089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7555220" y="2762250"/>
            <a:ext cx="1034089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7555220" y="3009900"/>
            <a:ext cx="1034089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7555220" y="3257550"/>
            <a:ext cx="1034089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8965222" y="4257675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672" dirty="0"/>
          </a:p>
        </p:txBody>
      </p:sp>
      <p:sp>
        <p:nvSpPr>
          <p:cNvPr id="91" name="Text 88"/>
          <p:cNvSpPr/>
          <p:nvPr/>
        </p:nvSpPr>
        <p:spPr>
          <a:xfrm>
            <a:off x="8965222" y="4438650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72" dirty="0"/>
          </a:p>
        </p:txBody>
      </p:sp>
      <p:sp>
        <p:nvSpPr>
          <p:cNvPr id="92" name="Text 89"/>
          <p:cNvSpPr/>
          <p:nvPr/>
        </p:nvSpPr>
        <p:spPr>
          <a:xfrm>
            <a:off x="2643886" y="17371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</a:t>
            </a:r>
            <a:endParaRPr lang="en-US" sz="720" dirty="0"/>
          </a:p>
        </p:txBody>
      </p:sp>
      <p:sp>
        <p:nvSpPr>
          <p:cNvPr id="93" name="Text 90"/>
          <p:cNvSpPr/>
          <p:nvPr/>
        </p:nvSpPr>
        <p:spPr>
          <a:xfrm>
            <a:off x="2203068" y="19847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720" dirty="0"/>
          </a:p>
        </p:txBody>
      </p:sp>
      <p:sp>
        <p:nvSpPr>
          <p:cNvPr id="94" name="Text 91"/>
          <p:cNvSpPr/>
          <p:nvPr/>
        </p:nvSpPr>
        <p:spPr>
          <a:xfrm>
            <a:off x="2643886" y="19847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720" dirty="0"/>
          </a:p>
        </p:txBody>
      </p:sp>
      <p:sp>
        <p:nvSpPr>
          <p:cNvPr id="95" name="Text 92"/>
          <p:cNvSpPr/>
          <p:nvPr/>
        </p:nvSpPr>
        <p:spPr>
          <a:xfrm>
            <a:off x="2203068" y="22324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720" dirty="0"/>
          </a:p>
        </p:txBody>
      </p:sp>
      <p:sp>
        <p:nvSpPr>
          <p:cNvPr id="96" name="Text 93"/>
          <p:cNvSpPr/>
          <p:nvPr/>
        </p:nvSpPr>
        <p:spPr>
          <a:xfrm>
            <a:off x="2643886" y="22324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</a:t>
            </a:r>
            <a:endParaRPr lang="en-US" sz="720" dirty="0"/>
          </a:p>
        </p:txBody>
      </p:sp>
      <p:sp>
        <p:nvSpPr>
          <p:cNvPr id="97" name="Text 94"/>
          <p:cNvSpPr/>
          <p:nvPr/>
        </p:nvSpPr>
        <p:spPr>
          <a:xfrm>
            <a:off x="2203068" y="24800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720" dirty="0"/>
          </a:p>
        </p:txBody>
      </p:sp>
      <p:sp>
        <p:nvSpPr>
          <p:cNvPr id="98" name="Text 95"/>
          <p:cNvSpPr/>
          <p:nvPr/>
        </p:nvSpPr>
        <p:spPr>
          <a:xfrm>
            <a:off x="2203068" y="27277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2643886" y="27277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</a:t>
            </a:r>
            <a:endParaRPr lang="en-US" sz="720" dirty="0"/>
          </a:p>
        </p:txBody>
      </p:sp>
      <p:sp>
        <p:nvSpPr>
          <p:cNvPr id="100" name="Text 97"/>
          <p:cNvSpPr/>
          <p:nvPr/>
        </p:nvSpPr>
        <p:spPr>
          <a:xfrm>
            <a:off x="3075252" y="27181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7%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2203068" y="29753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2643886" y="29753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720" dirty="0"/>
          </a:p>
        </p:txBody>
      </p:sp>
      <p:sp>
        <p:nvSpPr>
          <p:cNvPr id="103" name="Text 100"/>
          <p:cNvSpPr/>
          <p:nvPr/>
        </p:nvSpPr>
        <p:spPr>
          <a:xfrm>
            <a:off x="2643886" y="32230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720" dirty="0"/>
          </a:p>
        </p:txBody>
      </p:sp>
      <p:sp>
        <p:nvSpPr>
          <p:cNvPr id="104" name="Text 101"/>
          <p:cNvSpPr/>
          <p:nvPr/>
        </p:nvSpPr>
        <p:spPr>
          <a:xfrm>
            <a:off x="2643886" y="34706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720" dirty="0"/>
          </a:p>
        </p:txBody>
      </p:sp>
      <p:sp>
        <p:nvSpPr>
          <p:cNvPr id="105" name="Text 102"/>
          <p:cNvSpPr/>
          <p:nvPr/>
        </p:nvSpPr>
        <p:spPr>
          <a:xfrm>
            <a:off x="2643886" y="37183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720" dirty="0"/>
          </a:p>
        </p:txBody>
      </p:sp>
      <p:sp>
        <p:nvSpPr>
          <p:cNvPr id="106" name="Text 103"/>
          <p:cNvSpPr/>
          <p:nvPr/>
        </p:nvSpPr>
        <p:spPr>
          <a:xfrm>
            <a:off x="3075252" y="395644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6376624" y="17275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08" name="Text 105"/>
          <p:cNvSpPr/>
          <p:nvPr/>
        </p:nvSpPr>
        <p:spPr>
          <a:xfrm>
            <a:off x="5945258" y="19847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20" dirty="0"/>
          </a:p>
        </p:txBody>
      </p:sp>
      <p:sp>
        <p:nvSpPr>
          <p:cNvPr id="109" name="Text 106"/>
          <p:cNvSpPr/>
          <p:nvPr/>
        </p:nvSpPr>
        <p:spPr>
          <a:xfrm>
            <a:off x="5945258" y="22324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720" dirty="0"/>
          </a:p>
        </p:txBody>
      </p:sp>
      <p:sp>
        <p:nvSpPr>
          <p:cNvPr id="110" name="Text 107"/>
          <p:cNvSpPr/>
          <p:nvPr/>
        </p:nvSpPr>
        <p:spPr>
          <a:xfrm>
            <a:off x="6376624" y="27181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11" name="Text 108"/>
          <p:cNvSpPr/>
          <p:nvPr/>
        </p:nvSpPr>
        <p:spPr>
          <a:xfrm>
            <a:off x="5945258" y="32230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6376624" y="346114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13" name="Text 110"/>
          <p:cNvSpPr/>
          <p:nvPr/>
        </p:nvSpPr>
        <p:spPr>
          <a:xfrm>
            <a:off x="6376624" y="3708797"/>
            <a:ext cx="77855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14" name="Text 111"/>
          <p:cNvSpPr/>
          <p:nvPr/>
        </p:nvSpPr>
        <p:spPr>
          <a:xfrm>
            <a:off x="8536999" y="1524000"/>
            <a:ext cx="761847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</a:t>
            </a:r>
            <a:endParaRPr lang="en-US" sz="720" dirty="0"/>
          </a:p>
        </p:txBody>
      </p:sp>
      <p:sp>
        <p:nvSpPr>
          <p:cNvPr id="115" name="Text 112"/>
          <p:cNvSpPr/>
          <p:nvPr/>
        </p:nvSpPr>
        <p:spPr>
          <a:xfrm>
            <a:off x="9277398" y="1524000"/>
            <a:ext cx="736401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</a:t>
            </a:r>
            <a:endParaRPr lang="en-US" sz="720" dirty="0"/>
          </a:p>
        </p:txBody>
      </p:sp>
      <p:sp>
        <p:nvSpPr>
          <p:cNvPr id="116" name="Text 113"/>
          <p:cNvSpPr/>
          <p:nvPr/>
        </p:nvSpPr>
        <p:spPr>
          <a:xfrm>
            <a:off x="8536999" y="1771650"/>
            <a:ext cx="761847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720" dirty="0"/>
          </a:p>
        </p:txBody>
      </p:sp>
      <p:sp>
        <p:nvSpPr>
          <p:cNvPr id="117" name="Text 114"/>
          <p:cNvSpPr/>
          <p:nvPr/>
        </p:nvSpPr>
        <p:spPr>
          <a:xfrm>
            <a:off x="9277398" y="1771650"/>
            <a:ext cx="736401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720" dirty="0"/>
          </a:p>
        </p:txBody>
      </p:sp>
      <p:sp>
        <p:nvSpPr>
          <p:cNvPr id="118" name="Text 115"/>
          <p:cNvSpPr/>
          <p:nvPr/>
        </p:nvSpPr>
        <p:spPr>
          <a:xfrm>
            <a:off x="8536999" y="2019300"/>
            <a:ext cx="761847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20" dirty="0"/>
          </a:p>
        </p:txBody>
      </p:sp>
      <p:sp>
        <p:nvSpPr>
          <p:cNvPr id="119" name="Text 116"/>
          <p:cNvSpPr/>
          <p:nvPr/>
        </p:nvSpPr>
        <p:spPr>
          <a:xfrm>
            <a:off x="9277398" y="2019300"/>
            <a:ext cx="736401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720" dirty="0"/>
          </a:p>
        </p:txBody>
      </p:sp>
      <p:sp>
        <p:nvSpPr>
          <p:cNvPr id="120" name="Text 117"/>
          <p:cNvSpPr/>
          <p:nvPr/>
        </p:nvSpPr>
        <p:spPr>
          <a:xfrm>
            <a:off x="8536999" y="2266950"/>
            <a:ext cx="761847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20" dirty="0"/>
          </a:p>
        </p:txBody>
      </p:sp>
      <p:sp>
        <p:nvSpPr>
          <p:cNvPr id="121" name="Text 118"/>
          <p:cNvSpPr/>
          <p:nvPr/>
        </p:nvSpPr>
        <p:spPr>
          <a:xfrm>
            <a:off x="9277398" y="2266950"/>
            <a:ext cx="736401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8536999" y="2514600"/>
            <a:ext cx="761847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</a:t>
            </a:r>
            <a:endParaRPr lang="en-US" sz="720" dirty="0"/>
          </a:p>
        </p:txBody>
      </p:sp>
      <p:sp>
        <p:nvSpPr>
          <p:cNvPr id="123" name="Text 120"/>
          <p:cNvSpPr/>
          <p:nvPr/>
        </p:nvSpPr>
        <p:spPr>
          <a:xfrm>
            <a:off x="9277398" y="2514600"/>
            <a:ext cx="736401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720" dirty="0"/>
          </a:p>
        </p:txBody>
      </p:sp>
      <p:sp>
        <p:nvSpPr>
          <p:cNvPr id="124" name="Text 121"/>
          <p:cNvSpPr/>
          <p:nvPr/>
        </p:nvSpPr>
        <p:spPr>
          <a:xfrm>
            <a:off x="8536999" y="2762250"/>
            <a:ext cx="761847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720" dirty="0"/>
          </a:p>
        </p:txBody>
      </p:sp>
      <p:sp>
        <p:nvSpPr>
          <p:cNvPr id="125" name="Text 122"/>
          <p:cNvSpPr/>
          <p:nvPr/>
        </p:nvSpPr>
        <p:spPr>
          <a:xfrm>
            <a:off x="9277398" y="2762250"/>
            <a:ext cx="736401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</a:t>
            </a:r>
            <a:endParaRPr lang="en-US" sz="720" dirty="0"/>
          </a:p>
        </p:txBody>
      </p:sp>
      <p:sp>
        <p:nvSpPr>
          <p:cNvPr id="126" name="Text 123"/>
          <p:cNvSpPr/>
          <p:nvPr/>
        </p:nvSpPr>
        <p:spPr>
          <a:xfrm>
            <a:off x="8536999" y="3009900"/>
            <a:ext cx="761847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720" dirty="0"/>
          </a:p>
        </p:txBody>
      </p:sp>
      <p:sp>
        <p:nvSpPr>
          <p:cNvPr id="127" name="Text 124"/>
          <p:cNvSpPr/>
          <p:nvPr/>
        </p:nvSpPr>
        <p:spPr>
          <a:xfrm>
            <a:off x="9277398" y="3009900"/>
            <a:ext cx="736401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20" dirty="0"/>
          </a:p>
        </p:txBody>
      </p:sp>
      <p:sp>
        <p:nvSpPr>
          <p:cNvPr id="128" name="Text 125"/>
          <p:cNvSpPr/>
          <p:nvPr/>
        </p:nvSpPr>
        <p:spPr>
          <a:xfrm>
            <a:off x="8536999" y="3257550"/>
            <a:ext cx="761847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</a:t>
            </a:r>
            <a:endParaRPr lang="en-US" sz="720" dirty="0"/>
          </a:p>
        </p:txBody>
      </p:sp>
      <p:sp>
        <p:nvSpPr>
          <p:cNvPr id="129" name="Text 126"/>
          <p:cNvSpPr/>
          <p:nvPr/>
        </p:nvSpPr>
        <p:spPr>
          <a:xfrm>
            <a:off x="9277398" y="3257550"/>
            <a:ext cx="736401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</a:t>
            </a:r>
            <a:endParaRPr lang="en-US" sz="720" dirty="0"/>
          </a:p>
        </p:txBody>
      </p:sp>
      <p:sp>
        <p:nvSpPr>
          <p:cNvPr id="130" name="Text 127"/>
          <p:cNvSpPr/>
          <p:nvPr/>
        </p:nvSpPr>
        <p:spPr>
          <a:xfrm>
            <a:off x="8536999" y="3505200"/>
            <a:ext cx="761847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</a:t>
            </a:r>
            <a:endParaRPr lang="en-US" sz="720" dirty="0"/>
          </a:p>
        </p:txBody>
      </p:sp>
      <p:sp>
        <p:nvSpPr>
          <p:cNvPr id="131" name="Text 128"/>
          <p:cNvSpPr/>
          <p:nvPr/>
        </p:nvSpPr>
        <p:spPr>
          <a:xfrm>
            <a:off x="9277398" y="3505200"/>
            <a:ext cx="736401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8965222" y="4619625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</a:t>
            </a:r>
            <a:endParaRPr lang="en-US" sz="672" dirty="0"/>
          </a:p>
        </p:txBody>
      </p:sp>
      <p:sp>
        <p:nvSpPr>
          <p:cNvPr id="133" name="Text 130"/>
          <p:cNvSpPr/>
          <p:nvPr/>
        </p:nvSpPr>
        <p:spPr>
          <a:xfrm>
            <a:off x="8965222" y="4800600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</a:t>
            </a:r>
            <a:endParaRPr lang="en-US" sz="672" dirty="0"/>
          </a:p>
        </p:txBody>
      </p:sp>
      <p:sp>
        <p:nvSpPr>
          <p:cNvPr id="134" name="Text 131"/>
          <p:cNvSpPr/>
          <p:nvPr/>
        </p:nvSpPr>
        <p:spPr>
          <a:xfrm>
            <a:off x="8965222" y="4981575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672" dirty="0"/>
          </a:p>
        </p:txBody>
      </p:sp>
      <p:sp>
        <p:nvSpPr>
          <p:cNvPr id="135" name="Text 132"/>
          <p:cNvSpPr/>
          <p:nvPr/>
        </p:nvSpPr>
        <p:spPr>
          <a:xfrm>
            <a:off x="8965222" y="5162550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672" dirty="0"/>
          </a:p>
        </p:txBody>
      </p:sp>
      <p:sp>
        <p:nvSpPr>
          <p:cNvPr id="136" name="Text 133"/>
          <p:cNvSpPr/>
          <p:nvPr/>
        </p:nvSpPr>
        <p:spPr>
          <a:xfrm>
            <a:off x="10997717" y="4257675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72" dirty="0"/>
          </a:p>
        </p:txBody>
      </p:sp>
      <p:sp>
        <p:nvSpPr>
          <p:cNvPr id="137" name="Text 134"/>
          <p:cNvSpPr/>
          <p:nvPr/>
        </p:nvSpPr>
        <p:spPr>
          <a:xfrm>
            <a:off x="2643886" y="24800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20" dirty="0"/>
          </a:p>
        </p:txBody>
      </p:sp>
      <p:sp>
        <p:nvSpPr>
          <p:cNvPr id="138" name="Text 135"/>
          <p:cNvSpPr/>
          <p:nvPr/>
        </p:nvSpPr>
        <p:spPr>
          <a:xfrm>
            <a:off x="2203068" y="32230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20" dirty="0"/>
          </a:p>
        </p:txBody>
      </p:sp>
      <p:sp>
        <p:nvSpPr>
          <p:cNvPr id="139" name="Text 136"/>
          <p:cNvSpPr/>
          <p:nvPr/>
        </p:nvSpPr>
        <p:spPr>
          <a:xfrm>
            <a:off x="2203068" y="34706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720" dirty="0"/>
          </a:p>
        </p:txBody>
      </p:sp>
      <p:sp>
        <p:nvSpPr>
          <p:cNvPr id="140" name="Text 137"/>
          <p:cNvSpPr/>
          <p:nvPr/>
        </p:nvSpPr>
        <p:spPr>
          <a:xfrm>
            <a:off x="2203068" y="37183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720" dirty="0"/>
          </a:p>
        </p:txBody>
      </p:sp>
      <p:sp>
        <p:nvSpPr>
          <p:cNvPr id="141" name="Text 138"/>
          <p:cNvSpPr/>
          <p:nvPr/>
        </p:nvSpPr>
        <p:spPr>
          <a:xfrm>
            <a:off x="2203068" y="39659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2643886" y="39659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720" dirty="0"/>
          </a:p>
        </p:txBody>
      </p:sp>
      <p:sp>
        <p:nvSpPr>
          <p:cNvPr id="143" name="Text 140"/>
          <p:cNvSpPr/>
          <p:nvPr/>
        </p:nvSpPr>
        <p:spPr>
          <a:xfrm>
            <a:off x="2203068" y="42136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720" dirty="0"/>
          </a:p>
        </p:txBody>
      </p:sp>
      <p:sp>
        <p:nvSpPr>
          <p:cNvPr id="144" name="Text 141"/>
          <p:cNvSpPr/>
          <p:nvPr/>
        </p:nvSpPr>
        <p:spPr>
          <a:xfrm>
            <a:off x="2643886" y="42136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720" dirty="0"/>
          </a:p>
        </p:txBody>
      </p:sp>
      <p:sp>
        <p:nvSpPr>
          <p:cNvPr id="145" name="Text 142"/>
          <p:cNvSpPr/>
          <p:nvPr/>
        </p:nvSpPr>
        <p:spPr>
          <a:xfrm>
            <a:off x="5504440" y="17371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720" dirty="0"/>
          </a:p>
        </p:txBody>
      </p:sp>
      <p:sp>
        <p:nvSpPr>
          <p:cNvPr id="146" name="Text 143"/>
          <p:cNvSpPr/>
          <p:nvPr/>
        </p:nvSpPr>
        <p:spPr>
          <a:xfrm>
            <a:off x="5945258" y="17371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720" dirty="0"/>
          </a:p>
        </p:txBody>
      </p:sp>
      <p:sp>
        <p:nvSpPr>
          <p:cNvPr id="147" name="Text 144"/>
          <p:cNvSpPr/>
          <p:nvPr/>
        </p:nvSpPr>
        <p:spPr>
          <a:xfrm>
            <a:off x="5504440" y="19847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720" dirty="0"/>
          </a:p>
        </p:txBody>
      </p:sp>
      <p:sp>
        <p:nvSpPr>
          <p:cNvPr id="148" name="Text 145"/>
          <p:cNvSpPr/>
          <p:nvPr/>
        </p:nvSpPr>
        <p:spPr>
          <a:xfrm>
            <a:off x="5504440" y="22324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720" dirty="0"/>
          </a:p>
        </p:txBody>
      </p:sp>
      <p:sp>
        <p:nvSpPr>
          <p:cNvPr id="149" name="Text 146"/>
          <p:cNvSpPr/>
          <p:nvPr/>
        </p:nvSpPr>
        <p:spPr>
          <a:xfrm>
            <a:off x="5504440" y="24800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720" dirty="0"/>
          </a:p>
        </p:txBody>
      </p:sp>
      <p:sp>
        <p:nvSpPr>
          <p:cNvPr id="150" name="Text 147"/>
          <p:cNvSpPr/>
          <p:nvPr/>
        </p:nvSpPr>
        <p:spPr>
          <a:xfrm>
            <a:off x="5945258" y="24800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20" dirty="0"/>
          </a:p>
        </p:txBody>
      </p:sp>
      <p:sp>
        <p:nvSpPr>
          <p:cNvPr id="151" name="Text 148"/>
          <p:cNvSpPr/>
          <p:nvPr/>
        </p:nvSpPr>
        <p:spPr>
          <a:xfrm>
            <a:off x="5504440" y="27277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720" dirty="0"/>
          </a:p>
        </p:txBody>
      </p:sp>
      <p:sp>
        <p:nvSpPr>
          <p:cNvPr id="152" name="Text 149"/>
          <p:cNvSpPr/>
          <p:nvPr/>
        </p:nvSpPr>
        <p:spPr>
          <a:xfrm>
            <a:off x="5945258" y="27277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720" dirty="0"/>
          </a:p>
        </p:txBody>
      </p:sp>
      <p:sp>
        <p:nvSpPr>
          <p:cNvPr id="153" name="Text 150"/>
          <p:cNvSpPr/>
          <p:nvPr/>
        </p:nvSpPr>
        <p:spPr>
          <a:xfrm>
            <a:off x="5504440" y="29753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720" dirty="0"/>
          </a:p>
        </p:txBody>
      </p:sp>
      <p:sp>
        <p:nvSpPr>
          <p:cNvPr id="154" name="Text 151"/>
          <p:cNvSpPr/>
          <p:nvPr/>
        </p:nvSpPr>
        <p:spPr>
          <a:xfrm>
            <a:off x="5945258" y="29753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720" dirty="0"/>
          </a:p>
        </p:txBody>
      </p:sp>
      <p:sp>
        <p:nvSpPr>
          <p:cNvPr id="155" name="Text 152"/>
          <p:cNvSpPr/>
          <p:nvPr/>
        </p:nvSpPr>
        <p:spPr>
          <a:xfrm>
            <a:off x="5504440" y="32230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720" dirty="0"/>
          </a:p>
        </p:txBody>
      </p:sp>
      <p:sp>
        <p:nvSpPr>
          <p:cNvPr id="156" name="Text 153"/>
          <p:cNvSpPr/>
          <p:nvPr/>
        </p:nvSpPr>
        <p:spPr>
          <a:xfrm>
            <a:off x="5504440" y="34706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720" dirty="0"/>
          </a:p>
        </p:txBody>
      </p:sp>
      <p:sp>
        <p:nvSpPr>
          <p:cNvPr id="157" name="Text 154"/>
          <p:cNvSpPr/>
          <p:nvPr/>
        </p:nvSpPr>
        <p:spPr>
          <a:xfrm>
            <a:off x="5945258" y="34706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720" dirty="0"/>
          </a:p>
        </p:txBody>
      </p:sp>
      <p:sp>
        <p:nvSpPr>
          <p:cNvPr id="158" name="Text 155"/>
          <p:cNvSpPr/>
          <p:nvPr/>
        </p:nvSpPr>
        <p:spPr>
          <a:xfrm>
            <a:off x="5504440" y="37183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720" dirty="0"/>
          </a:p>
        </p:txBody>
      </p:sp>
      <p:sp>
        <p:nvSpPr>
          <p:cNvPr id="159" name="Text 156"/>
          <p:cNvSpPr/>
          <p:nvPr/>
        </p:nvSpPr>
        <p:spPr>
          <a:xfrm>
            <a:off x="5945258" y="37183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720" dirty="0"/>
          </a:p>
        </p:txBody>
      </p:sp>
      <p:sp>
        <p:nvSpPr>
          <p:cNvPr id="160" name="Text 157"/>
          <p:cNvSpPr/>
          <p:nvPr/>
        </p:nvSpPr>
        <p:spPr>
          <a:xfrm>
            <a:off x="5504440" y="39659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720" dirty="0"/>
          </a:p>
        </p:txBody>
      </p:sp>
      <p:sp>
        <p:nvSpPr>
          <p:cNvPr id="161" name="Text 158"/>
          <p:cNvSpPr/>
          <p:nvPr/>
        </p:nvSpPr>
        <p:spPr>
          <a:xfrm>
            <a:off x="5945258" y="396597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720" dirty="0"/>
          </a:p>
        </p:txBody>
      </p:sp>
      <p:sp>
        <p:nvSpPr>
          <p:cNvPr id="162" name="Text 159"/>
          <p:cNvSpPr/>
          <p:nvPr/>
        </p:nvSpPr>
        <p:spPr>
          <a:xfrm>
            <a:off x="5504440" y="42136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720" dirty="0"/>
          </a:p>
        </p:txBody>
      </p:sp>
      <p:sp>
        <p:nvSpPr>
          <p:cNvPr id="163" name="Text 160"/>
          <p:cNvSpPr/>
          <p:nvPr/>
        </p:nvSpPr>
        <p:spPr>
          <a:xfrm>
            <a:off x="5945258" y="4213622"/>
            <a:ext cx="454042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720" dirty="0"/>
          </a:p>
        </p:txBody>
      </p:sp>
      <p:sp>
        <p:nvSpPr>
          <p:cNvPr id="164" name="Text 161"/>
          <p:cNvSpPr/>
          <p:nvPr/>
        </p:nvSpPr>
        <p:spPr>
          <a:xfrm>
            <a:off x="9992230" y="1524000"/>
            <a:ext cx="740540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20" dirty="0"/>
          </a:p>
        </p:txBody>
      </p:sp>
      <p:sp>
        <p:nvSpPr>
          <p:cNvPr id="165" name="Text 162"/>
          <p:cNvSpPr/>
          <p:nvPr/>
        </p:nvSpPr>
        <p:spPr>
          <a:xfrm>
            <a:off x="9992230" y="1771650"/>
            <a:ext cx="740540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720" dirty="0"/>
          </a:p>
        </p:txBody>
      </p:sp>
      <p:sp>
        <p:nvSpPr>
          <p:cNvPr id="166" name="Text 163"/>
          <p:cNvSpPr/>
          <p:nvPr/>
        </p:nvSpPr>
        <p:spPr>
          <a:xfrm>
            <a:off x="9992230" y="2019300"/>
            <a:ext cx="740540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720" dirty="0"/>
          </a:p>
        </p:txBody>
      </p:sp>
      <p:sp>
        <p:nvSpPr>
          <p:cNvPr id="167" name="Text 164"/>
          <p:cNvSpPr/>
          <p:nvPr/>
        </p:nvSpPr>
        <p:spPr>
          <a:xfrm>
            <a:off x="9992230" y="2266950"/>
            <a:ext cx="740540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720" dirty="0"/>
          </a:p>
        </p:txBody>
      </p:sp>
      <p:sp>
        <p:nvSpPr>
          <p:cNvPr id="168" name="Text 165"/>
          <p:cNvSpPr/>
          <p:nvPr/>
        </p:nvSpPr>
        <p:spPr>
          <a:xfrm>
            <a:off x="9992230" y="2514600"/>
            <a:ext cx="740540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720" dirty="0"/>
          </a:p>
        </p:txBody>
      </p:sp>
      <p:sp>
        <p:nvSpPr>
          <p:cNvPr id="169" name="Text 166"/>
          <p:cNvSpPr/>
          <p:nvPr/>
        </p:nvSpPr>
        <p:spPr>
          <a:xfrm>
            <a:off x="9992230" y="2762250"/>
            <a:ext cx="740540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720" dirty="0"/>
          </a:p>
        </p:txBody>
      </p:sp>
      <p:sp>
        <p:nvSpPr>
          <p:cNvPr id="170" name="Text 167"/>
          <p:cNvSpPr/>
          <p:nvPr/>
        </p:nvSpPr>
        <p:spPr>
          <a:xfrm>
            <a:off x="9992230" y="3009900"/>
            <a:ext cx="740540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720" dirty="0"/>
          </a:p>
        </p:txBody>
      </p:sp>
      <p:sp>
        <p:nvSpPr>
          <p:cNvPr id="171" name="Text 168"/>
          <p:cNvSpPr/>
          <p:nvPr/>
        </p:nvSpPr>
        <p:spPr>
          <a:xfrm>
            <a:off x="9992230" y="3257550"/>
            <a:ext cx="740540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720" dirty="0"/>
          </a:p>
        </p:txBody>
      </p:sp>
      <p:sp>
        <p:nvSpPr>
          <p:cNvPr id="172" name="Text 169"/>
          <p:cNvSpPr/>
          <p:nvPr/>
        </p:nvSpPr>
        <p:spPr>
          <a:xfrm>
            <a:off x="9992230" y="3505200"/>
            <a:ext cx="740540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720" dirty="0"/>
          </a:p>
        </p:txBody>
      </p:sp>
      <p:sp>
        <p:nvSpPr>
          <p:cNvPr id="173" name="Text 170"/>
          <p:cNvSpPr/>
          <p:nvPr/>
        </p:nvSpPr>
        <p:spPr>
          <a:xfrm>
            <a:off x="10997717" y="4438650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672" dirty="0"/>
          </a:p>
        </p:txBody>
      </p:sp>
      <p:sp>
        <p:nvSpPr>
          <p:cNvPr id="174" name="Text 171"/>
          <p:cNvSpPr/>
          <p:nvPr/>
        </p:nvSpPr>
        <p:spPr>
          <a:xfrm>
            <a:off x="10997717" y="4619625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672" dirty="0"/>
          </a:p>
        </p:txBody>
      </p:sp>
      <p:sp>
        <p:nvSpPr>
          <p:cNvPr id="175" name="Text 172"/>
          <p:cNvSpPr/>
          <p:nvPr/>
        </p:nvSpPr>
        <p:spPr>
          <a:xfrm>
            <a:off x="10997717" y="4800600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672" dirty="0"/>
          </a:p>
        </p:txBody>
      </p:sp>
      <p:sp>
        <p:nvSpPr>
          <p:cNvPr id="176" name="Text 173"/>
          <p:cNvSpPr/>
          <p:nvPr/>
        </p:nvSpPr>
        <p:spPr>
          <a:xfrm>
            <a:off x="10997717" y="4981575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672" dirty="0"/>
          </a:p>
        </p:txBody>
      </p:sp>
      <p:sp>
        <p:nvSpPr>
          <p:cNvPr id="177" name="Text 174"/>
          <p:cNvSpPr/>
          <p:nvPr/>
        </p:nvSpPr>
        <p:spPr>
          <a:xfrm>
            <a:off x="10997717" y="5162550"/>
            <a:ext cx="48914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6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radicional\ppt_slides\sk_0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463308"/>
            <a:ext cx="10832158" cy="276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Comercial: el canal Tradicional acumula a corte agosto 870 ventas positivas entre Cuota Protegida y Rueda Seguro; Jul marcó el mayor volumen de financiaciones en CP (6.949) y Jul en RS (1.686) — una base sólida para acelerar la conversión en lo que resta del año.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571486" y="6006108"/>
            <a:ext cx="45855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Aliados y Gestores en la fila de total corresponden al promedio mensual de la estructura activa del canal.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6257769" y="5606058"/>
            <a:ext cx="3959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 muestra el mayor volumen de financiaciones de motocicletas (1.686) con 25 aliados activos.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85783" y="5606058"/>
            <a:ext cx="32311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 registra el mayor volumen de financiaciones (6.949) con 12 aliados activos.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446221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del Canal · Cuota Protegida y Rueda Seguro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723882" y="962025"/>
            <a:ext cx="16177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CP positivas Ene-Ago</a:t>
            </a:r>
            <a:endParaRPr lang="en-US" sz="696" dirty="0"/>
          </a:p>
        </p:txBody>
      </p:sp>
      <p:sp>
        <p:nvSpPr>
          <p:cNvPr id="9" name="Text 6"/>
          <p:cNvSpPr/>
          <p:nvPr/>
        </p:nvSpPr>
        <p:spPr>
          <a:xfrm>
            <a:off x="3505112" y="962025"/>
            <a:ext cx="16169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RS positivas Ene-Ago</a:t>
            </a:r>
            <a:endParaRPr lang="en-US" sz="696" dirty="0"/>
          </a:p>
        </p:txBody>
      </p:sp>
      <p:sp>
        <p:nvSpPr>
          <p:cNvPr id="10" name="Text 7"/>
          <p:cNvSpPr/>
          <p:nvPr/>
        </p:nvSpPr>
        <p:spPr>
          <a:xfrm>
            <a:off x="838179" y="1786830"/>
            <a:ext cx="1510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Tradicional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723882" y="1272480"/>
            <a:ext cx="105094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888 cantadas · 150,2% meta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505112" y="1272480"/>
            <a:ext cx="9969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315 cantadas · 98,5% meta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410165" y="1786830"/>
            <a:ext cx="14003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Rueda Seguro Tradicional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6286343" y="1272480"/>
            <a:ext cx="6750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 aliados activos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9067573" y="1272480"/>
            <a:ext cx="6829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 aliados activos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286343" y="962025"/>
            <a:ext cx="10421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Financiaciones CP</a:t>
            </a:r>
            <a:endParaRPr lang="en-US" sz="696" dirty="0"/>
          </a:p>
        </p:txBody>
      </p:sp>
      <p:sp>
        <p:nvSpPr>
          <p:cNvPr id="17" name="Text 14"/>
          <p:cNvSpPr/>
          <p:nvPr/>
        </p:nvSpPr>
        <p:spPr>
          <a:xfrm>
            <a:off x="9067573" y="962025"/>
            <a:ext cx="10389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Financiaciones RS</a:t>
            </a:r>
            <a:endParaRPr lang="en-US" sz="696" dirty="0"/>
          </a:p>
        </p:txBody>
      </p:sp>
      <p:sp>
        <p:nvSpPr>
          <p:cNvPr id="18" name="Text 15"/>
          <p:cNvSpPr/>
          <p:nvPr/>
        </p:nvSpPr>
        <p:spPr>
          <a:xfrm>
            <a:off x="4260697" y="2044005"/>
            <a:ext cx="83787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Positivas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9832683" y="2044005"/>
            <a:ext cx="83787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Positivas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1896428" y="2044005"/>
            <a:ext cx="83941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3413192" y="2044005"/>
            <a:ext cx="87190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5073515" y="2044005"/>
            <a:ext cx="86041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Cumpl.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7468413" y="2044005"/>
            <a:ext cx="83941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8985178" y="2044005"/>
            <a:ext cx="87190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10645500" y="2044005"/>
            <a:ext cx="86041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Cumpl.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1176964" y="2044005"/>
            <a:ext cx="74391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Aliados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2714757" y="2044005"/>
            <a:ext cx="7238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Financ.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6748950" y="2044005"/>
            <a:ext cx="74391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Aliados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8286742" y="2044005"/>
            <a:ext cx="72383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Financ.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5073515" y="2715369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101,0%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2714757" y="5329982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26.465</a:t>
            </a:r>
            <a:endParaRPr lang="en-US" sz="792" dirty="0"/>
          </a:p>
        </p:txBody>
      </p:sp>
      <p:sp>
        <p:nvSpPr>
          <p:cNvPr id="32" name="Text 29"/>
          <p:cNvSpPr/>
          <p:nvPr/>
        </p:nvSpPr>
        <p:spPr>
          <a:xfrm>
            <a:off x="5073515" y="5325219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150,2%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6286343" y="1085850"/>
            <a:ext cx="45384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26.465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2714757" y="2348359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2.074</a:t>
            </a:r>
            <a:endParaRPr lang="en-US" sz="792" dirty="0"/>
          </a:p>
        </p:txBody>
      </p:sp>
      <p:sp>
        <p:nvSpPr>
          <p:cNvPr id="35" name="Text 32"/>
          <p:cNvSpPr/>
          <p:nvPr/>
        </p:nvSpPr>
        <p:spPr>
          <a:xfrm>
            <a:off x="5073515" y="2343596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81,2%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2714757" y="2720132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2.999</a:t>
            </a:r>
            <a:endParaRPr lang="en-US" sz="792" dirty="0"/>
          </a:p>
        </p:txBody>
      </p:sp>
      <p:sp>
        <p:nvSpPr>
          <p:cNvPr id="37" name="Text 34"/>
          <p:cNvSpPr/>
          <p:nvPr/>
        </p:nvSpPr>
        <p:spPr>
          <a:xfrm>
            <a:off x="2714757" y="3093095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3.127</a:t>
            </a:r>
            <a:endParaRPr lang="en-US" sz="792" dirty="0"/>
          </a:p>
        </p:txBody>
      </p:sp>
      <p:sp>
        <p:nvSpPr>
          <p:cNvPr id="38" name="Text 35"/>
          <p:cNvSpPr/>
          <p:nvPr/>
        </p:nvSpPr>
        <p:spPr>
          <a:xfrm>
            <a:off x="5073515" y="3088332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74,4%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2714757" y="3466058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3.076</a:t>
            </a:r>
            <a:endParaRPr lang="en-US" sz="792" dirty="0"/>
          </a:p>
        </p:txBody>
      </p:sp>
      <p:sp>
        <p:nvSpPr>
          <p:cNvPr id="40" name="Text 37"/>
          <p:cNvSpPr/>
          <p:nvPr/>
        </p:nvSpPr>
        <p:spPr>
          <a:xfrm>
            <a:off x="5073515" y="3461296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76,9%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2714757" y="3839021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2.399</a:t>
            </a:r>
            <a:endParaRPr lang="en-US" sz="792" dirty="0"/>
          </a:p>
        </p:txBody>
      </p:sp>
      <p:sp>
        <p:nvSpPr>
          <p:cNvPr id="42" name="Text 39"/>
          <p:cNvSpPr/>
          <p:nvPr/>
        </p:nvSpPr>
        <p:spPr>
          <a:xfrm>
            <a:off x="2714757" y="4211985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5.605</a:t>
            </a:r>
            <a:endParaRPr lang="en-US" sz="792" dirty="0"/>
          </a:p>
        </p:txBody>
      </p:sp>
      <p:sp>
        <p:nvSpPr>
          <p:cNvPr id="43" name="Text 40"/>
          <p:cNvSpPr/>
          <p:nvPr/>
        </p:nvSpPr>
        <p:spPr>
          <a:xfrm>
            <a:off x="2714757" y="4584948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6.949</a:t>
            </a:r>
            <a:endParaRPr lang="en-US" sz="792" dirty="0"/>
          </a:p>
        </p:txBody>
      </p:sp>
      <p:sp>
        <p:nvSpPr>
          <p:cNvPr id="44" name="Text 41"/>
          <p:cNvSpPr/>
          <p:nvPr/>
        </p:nvSpPr>
        <p:spPr>
          <a:xfrm>
            <a:off x="685783" y="5329982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92" dirty="0"/>
          </a:p>
        </p:txBody>
      </p:sp>
      <p:sp>
        <p:nvSpPr>
          <p:cNvPr id="45" name="Text 42"/>
          <p:cNvSpPr/>
          <p:nvPr/>
        </p:nvSpPr>
        <p:spPr>
          <a:xfrm>
            <a:off x="10645500" y="2343596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47,1%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10645500" y="2715369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28,6%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10645500" y="3088332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48,2%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8286742" y="4211985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1.395</a:t>
            </a:r>
            <a:endParaRPr lang="en-US" sz="792" dirty="0"/>
          </a:p>
        </p:txBody>
      </p:sp>
      <p:sp>
        <p:nvSpPr>
          <p:cNvPr id="49" name="Text 46"/>
          <p:cNvSpPr/>
          <p:nvPr/>
        </p:nvSpPr>
        <p:spPr>
          <a:xfrm>
            <a:off x="8286742" y="4584948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1.686</a:t>
            </a:r>
            <a:endParaRPr lang="en-US" sz="792" dirty="0"/>
          </a:p>
        </p:txBody>
      </p:sp>
      <p:sp>
        <p:nvSpPr>
          <p:cNvPr id="50" name="Text 47"/>
          <p:cNvSpPr/>
          <p:nvPr/>
        </p:nvSpPr>
        <p:spPr>
          <a:xfrm>
            <a:off x="6257769" y="5329982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92" dirty="0"/>
          </a:p>
        </p:txBody>
      </p:sp>
      <p:sp>
        <p:nvSpPr>
          <p:cNvPr id="51" name="Text 48"/>
          <p:cNvSpPr/>
          <p:nvPr/>
        </p:nvSpPr>
        <p:spPr>
          <a:xfrm>
            <a:off x="8286742" y="5329982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6.148</a:t>
            </a:r>
            <a:endParaRPr lang="en-US" sz="792" dirty="0"/>
          </a:p>
        </p:txBody>
      </p:sp>
      <p:sp>
        <p:nvSpPr>
          <p:cNvPr id="52" name="Text 49"/>
          <p:cNvSpPr/>
          <p:nvPr/>
        </p:nvSpPr>
        <p:spPr>
          <a:xfrm>
            <a:off x="10645500" y="5325219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98,5%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9067573" y="1085850"/>
            <a:ext cx="36850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6.148</a:t>
            </a:r>
            <a:endParaRPr lang="en-US" sz="1020" dirty="0"/>
          </a:p>
        </p:txBody>
      </p:sp>
      <p:sp>
        <p:nvSpPr>
          <p:cNvPr id="54" name="Text 51"/>
          <p:cNvSpPr/>
          <p:nvPr/>
        </p:nvSpPr>
        <p:spPr>
          <a:xfrm>
            <a:off x="685783" y="2044005"/>
            <a:ext cx="528234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685783" y="2348359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92" dirty="0"/>
          </a:p>
        </p:txBody>
      </p:sp>
      <p:sp>
        <p:nvSpPr>
          <p:cNvPr id="56" name="Text 53"/>
          <p:cNvSpPr/>
          <p:nvPr/>
        </p:nvSpPr>
        <p:spPr>
          <a:xfrm>
            <a:off x="685783" y="2720132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92" dirty="0"/>
          </a:p>
        </p:txBody>
      </p:sp>
      <p:sp>
        <p:nvSpPr>
          <p:cNvPr id="57" name="Text 54"/>
          <p:cNvSpPr/>
          <p:nvPr/>
        </p:nvSpPr>
        <p:spPr>
          <a:xfrm>
            <a:off x="3413192" y="2720132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792" dirty="0"/>
          </a:p>
        </p:txBody>
      </p:sp>
      <p:sp>
        <p:nvSpPr>
          <p:cNvPr id="58" name="Text 55"/>
          <p:cNvSpPr/>
          <p:nvPr/>
        </p:nvSpPr>
        <p:spPr>
          <a:xfrm>
            <a:off x="4260697" y="2696319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792" dirty="0"/>
          </a:p>
        </p:txBody>
      </p:sp>
      <p:sp>
        <p:nvSpPr>
          <p:cNvPr id="59" name="Text 56"/>
          <p:cNvSpPr/>
          <p:nvPr/>
        </p:nvSpPr>
        <p:spPr>
          <a:xfrm>
            <a:off x="685783" y="3093095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92" dirty="0"/>
          </a:p>
        </p:txBody>
      </p:sp>
      <p:sp>
        <p:nvSpPr>
          <p:cNvPr id="60" name="Text 57"/>
          <p:cNvSpPr/>
          <p:nvPr/>
        </p:nvSpPr>
        <p:spPr>
          <a:xfrm>
            <a:off x="3413192" y="3093095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792" dirty="0"/>
          </a:p>
        </p:txBody>
      </p:sp>
      <p:sp>
        <p:nvSpPr>
          <p:cNvPr id="61" name="Text 58"/>
          <p:cNvSpPr/>
          <p:nvPr/>
        </p:nvSpPr>
        <p:spPr>
          <a:xfrm>
            <a:off x="685783" y="3466058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92" dirty="0"/>
          </a:p>
        </p:txBody>
      </p:sp>
      <p:sp>
        <p:nvSpPr>
          <p:cNvPr id="62" name="Text 59"/>
          <p:cNvSpPr/>
          <p:nvPr/>
        </p:nvSpPr>
        <p:spPr>
          <a:xfrm>
            <a:off x="3413192" y="3466058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125</a:t>
            </a:r>
            <a:endParaRPr lang="en-US" sz="792" dirty="0"/>
          </a:p>
        </p:txBody>
      </p:sp>
      <p:sp>
        <p:nvSpPr>
          <p:cNvPr id="63" name="Text 60"/>
          <p:cNvSpPr/>
          <p:nvPr/>
        </p:nvSpPr>
        <p:spPr>
          <a:xfrm>
            <a:off x="4260697" y="3442246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</a:t>
            </a:r>
            <a:endParaRPr lang="en-US" sz="792" dirty="0"/>
          </a:p>
        </p:txBody>
      </p:sp>
      <p:sp>
        <p:nvSpPr>
          <p:cNvPr id="64" name="Text 61"/>
          <p:cNvSpPr/>
          <p:nvPr/>
        </p:nvSpPr>
        <p:spPr>
          <a:xfrm>
            <a:off x="685783" y="3839021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92" dirty="0"/>
          </a:p>
        </p:txBody>
      </p:sp>
      <p:sp>
        <p:nvSpPr>
          <p:cNvPr id="65" name="Text 62"/>
          <p:cNvSpPr/>
          <p:nvPr/>
        </p:nvSpPr>
        <p:spPr>
          <a:xfrm>
            <a:off x="3413192" y="3839021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</a:t>
            </a:r>
            <a:endParaRPr lang="en-US" sz="792" dirty="0"/>
          </a:p>
        </p:txBody>
      </p:sp>
      <p:sp>
        <p:nvSpPr>
          <p:cNvPr id="66" name="Text 63"/>
          <p:cNvSpPr/>
          <p:nvPr/>
        </p:nvSpPr>
        <p:spPr>
          <a:xfrm>
            <a:off x="5073515" y="3834259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685783" y="4211985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92" dirty="0"/>
          </a:p>
        </p:txBody>
      </p:sp>
      <p:sp>
        <p:nvSpPr>
          <p:cNvPr id="68" name="Text 65"/>
          <p:cNvSpPr/>
          <p:nvPr/>
        </p:nvSpPr>
        <p:spPr>
          <a:xfrm>
            <a:off x="3413192" y="4211985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792" dirty="0"/>
          </a:p>
        </p:txBody>
      </p:sp>
      <p:sp>
        <p:nvSpPr>
          <p:cNvPr id="69" name="Text 66"/>
          <p:cNvSpPr/>
          <p:nvPr/>
        </p:nvSpPr>
        <p:spPr>
          <a:xfrm>
            <a:off x="5073515" y="4207222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685783" y="4584948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792" dirty="0"/>
          </a:p>
        </p:txBody>
      </p:sp>
      <p:sp>
        <p:nvSpPr>
          <p:cNvPr id="71" name="Text 68"/>
          <p:cNvSpPr/>
          <p:nvPr/>
        </p:nvSpPr>
        <p:spPr>
          <a:xfrm>
            <a:off x="3413192" y="4584948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792" dirty="0"/>
          </a:p>
        </p:txBody>
      </p:sp>
      <p:sp>
        <p:nvSpPr>
          <p:cNvPr id="72" name="Text 69"/>
          <p:cNvSpPr/>
          <p:nvPr/>
        </p:nvSpPr>
        <p:spPr>
          <a:xfrm>
            <a:off x="4260697" y="4561136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</a:t>
            </a:r>
            <a:endParaRPr lang="en-US" sz="792" dirty="0"/>
          </a:p>
        </p:txBody>
      </p:sp>
      <p:sp>
        <p:nvSpPr>
          <p:cNvPr id="73" name="Text 70"/>
          <p:cNvSpPr/>
          <p:nvPr/>
        </p:nvSpPr>
        <p:spPr>
          <a:xfrm>
            <a:off x="5073515" y="4580186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685783" y="4957911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792" dirty="0"/>
          </a:p>
        </p:txBody>
      </p:sp>
      <p:sp>
        <p:nvSpPr>
          <p:cNvPr id="75" name="Text 72"/>
          <p:cNvSpPr/>
          <p:nvPr/>
        </p:nvSpPr>
        <p:spPr>
          <a:xfrm>
            <a:off x="2714757" y="4957911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236</a:t>
            </a:r>
            <a:endParaRPr lang="en-US" sz="792" dirty="0"/>
          </a:p>
        </p:txBody>
      </p:sp>
      <p:sp>
        <p:nvSpPr>
          <p:cNvPr id="76" name="Text 73"/>
          <p:cNvSpPr/>
          <p:nvPr/>
        </p:nvSpPr>
        <p:spPr>
          <a:xfrm>
            <a:off x="5073515" y="4953149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1896428" y="5329982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28*</a:t>
            </a:r>
            <a:endParaRPr lang="en-US" sz="792" dirty="0"/>
          </a:p>
        </p:txBody>
      </p:sp>
      <p:sp>
        <p:nvSpPr>
          <p:cNvPr id="78" name="Text 75"/>
          <p:cNvSpPr/>
          <p:nvPr/>
        </p:nvSpPr>
        <p:spPr>
          <a:xfrm>
            <a:off x="3413192" y="5329982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888</a:t>
            </a:r>
            <a:endParaRPr lang="en-US" sz="792" dirty="0"/>
          </a:p>
        </p:txBody>
      </p:sp>
      <p:sp>
        <p:nvSpPr>
          <p:cNvPr id="79" name="Text 76"/>
          <p:cNvSpPr/>
          <p:nvPr/>
        </p:nvSpPr>
        <p:spPr>
          <a:xfrm>
            <a:off x="4260697" y="5329982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679</a:t>
            </a:r>
            <a:endParaRPr lang="en-US" sz="792" dirty="0"/>
          </a:p>
        </p:txBody>
      </p:sp>
      <p:sp>
        <p:nvSpPr>
          <p:cNvPr id="80" name="Text 77"/>
          <p:cNvSpPr/>
          <p:nvPr/>
        </p:nvSpPr>
        <p:spPr>
          <a:xfrm>
            <a:off x="6257769" y="2044005"/>
            <a:ext cx="528234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6257769" y="2348359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92" dirty="0"/>
          </a:p>
        </p:txBody>
      </p:sp>
      <p:sp>
        <p:nvSpPr>
          <p:cNvPr id="82" name="Text 79"/>
          <p:cNvSpPr/>
          <p:nvPr/>
        </p:nvSpPr>
        <p:spPr>
          <a:xfrm>
            <a:off x="8286742" y="2348359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783</a:t>
            </a:r>
            <a:endParaRPr lang="en-US" sz="792" dirty="0"/>
          </a:p>
        </p:txBody>
      </p:sp>
      <p:sp>
        <p:nvSpPr>
          <p:cNvPr id="83" name="Text 80"/>
          <p:cNvSpPr/>
          <p:nvPr/>
        </p:nvSpPr>
        <p:spPr>
          <a:xfrm>
            <a:off x="6257769" y="2720132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92" dirty="0"/>
          </a:p>
        </p:txBody>
      </p:sp>
      <p:sp>
        <p:nvSpPr>
          <p:cNvPr id="84" name="Text 81"/>
          <p:cNvSpPr/>
          <p:nvPr/>
        </p:nvSpPr>
        <p:spPr>
          <a:xfrm>
            <a:off x="8286742" y="2720132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743</a:t>
            </a:r>
            <a:endParaRPr lang="en-US" sz="792" dirty="0"/>
          </a:p>
        </p:txBody>
      </p:sp>
      <p:sp>
        <p:nvSpPr>
          <p:cNvPr id="85" name="Text 82"/>
          <p:cNvSpPr/>
          <p:nvPr/>
        </p:nvSpPr>
        <p:spPr>
          <a:xfrm>
            <a:off x="6257769" y="3093095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92" dirty="0"/>
          </a:p>
        </p:txBody>
      </p:sp>
      <p:sp>
        <p:nvSpPr>
          <p:cNvPr id="86" name="Text 83"/>
          <p:cNvSpPr/>
          <p:nvPr/>
        </p:nvSpPr>
        <p:spPr>
          <a:xfrm>
            <a:off x="8286742" y="3093095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391</a:t>
            </a:r>
            <a:endParaRPr lang="en-US" sz="792" dirty="0"/>
          </a:p>
        </p:txBody>
      </p:sp>
      <p:sp>
        <p:nvSpPr>
          <p:cNvPr id="87" name="Text 84"/>
          <p:cNvSpPr/>
          <p:nvPr/>
        </p:nvSpPr>
        <p:spPr>
          <a:xfrm>
            <a:off x="6257769" y="3466058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92" dirty="0"/>
          </a:p>
        </p:txBody>
      </p:sp>
      <p:sp>
        <p:nvSpPr>
          <p:cNvPr id="88" name="Text 85"/>
          <p:cNvSpPr/>
          <p:nvPr/>
        </p:nvSpPr>
        <p:spPr>
          <a:xfrm>
            <a:off x="8286742" y="3466058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329</a:t>
            </a:r>
            <a:endParaRPr lang="en-US" sz="792" dirty="0"/>
          </a:p>
        </p:txBody>
      </p:sp>
      <p:sp>
        <p:nvSpPr>
          <p:cNvPr id="89" name="Text 86"/>
          <p:cNvSpPr/>
          <p:nvPr/>
        </p:nvSpPr>
        <p:spPr>
          <a:xfrm>
            <a:off x="10645500" y="3461296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6257769" y="3839021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92" dirty="0"/>
          </a:p>
        </p:txBody>
      </p:sp>
      <p:sp>
        <p:nvSpPr>
          <p:cNvPr id="91" name="Text 88"/>
          <p:cNvSpPr/>
          <p:nvPr/>
        </p:nvSpPr>
        <p:spPr>
          <a:xfrm>
            <a:off x="8286742" y="3839021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818</a:t>
            </a:r>
            <a:endParaRPr lang="en-US" sz="792" dirty="0"/>
          </a:p>
        </p:txBody>
      </p:sp>
      <p:sp>
        <p:nvSpPr>
          <p:cNvPr id="92" name="Text 89"/>
          <p:cNvSpPr/>
          <p:nvPr/>
        </p:nvSpPr>
        <p:spPr>
          <a:xfrm>
            <a:off x="10645500" y="3834259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6257769" y="4211985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92" dirty="0"/>
          </a:p>
        </p:txBody>
      </p:sp>
      <p:sp>
        <p:nvSpPr>
          <p:cNvPr id="94" name="Text 91"/>
          <p:cNvSpPr/>
          <p:nvPr/>
        </p:nvSpPr>
        <p:spPr>
          <a:xfrm>
            <a:off x="10645500" y="4207222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6257769" y="4584948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792" dirty="0"/>
          </a:p>
        </p:txBody>
      </p:sp>
      <p:sp>
        <p:nvSpPr>
          <p:cNvPr id="96" name="Text 93"/>
          <p:cNvSpPr/>
          <p:nvPr/>
        </p:nvSpPr>
        <p:spPr>
          <a:xfrm>
            <a:off x="10645500" y="4580186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6257769" y="4957911"/>
            <a:ext cx="52823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792" dirty="0"/>
          </a:p>
        </p:txBody>
      </p:sp>
      <p:sp>
        <p:nvSpPr>
          <p:cNvPr id="98" name="Text 95"/>
          <p:cNvSpPr/>
          <p:nvPr/>
        </p:nvSpPr>
        <p:spPr>
          <a:xfrm>
            <a:off x="10645500" y="4953149"/>
            <a:ext cx="86041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6748950" y="5329982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16*</a:t>
            </a:r>
            <a:endParaRPr lang="en-US" sz="792" dirty="0"/>
          </a:p>
        </p:txBody>
      </p:sp>
      <p:sp>
        <p:nvSpPr>
          <p:cNvPr id="100" name="Text 97"/>
          <p:cNvSpPr/>
          <p:nvPr/>
        </p:nvSpPr>
        <p:spPr>
          <a:xfrm>
            <a:off x="7468413" y="5329982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37*</a:t>
            </a:r>
            <a:endParaRPr lang="en-US" sz="792" dirty="0"/>
          </a:p>
        </p:txBody>
      </p:sp>
      <p:sp>
        <p:nvSpPr>
          <p:cNvPr id="101" name="Text 98"/>
          <p:cNvSpPr/>
          <p:nvPr/>
        </p:nvSpPr>
        <p:spPr>
          <a:xfrm>
            <a:off x="8985178" y="5329982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315</a:t>
            </a:r>
            <a:endParaRPr lang="en-US" sz="792" dirty="0"/>
          </a:p>
        </p:txBody>
      </p:sp>
      <p:sp>
        <p:nvSpPr>
          <p:cNvPr id="102" name="Text 99"/>
          <p:cNvSpPr/>
          <p:nvPr/>
        </p:nvSpPr>
        <p:spPr>
          <a:xfrm>
            <a:off x="9832683" y="5329982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191</a:t>
            </a:r>
            <a:endParaRPr lang="en-US" sz="792" dirty="0"/>
          </a:p>
        </p:txBody>
      </p:sp>
      <p:sp>
        <p:nvSpPr>
          <p:cNvPr id="103" name="Text 100"/>
          <p:cNvSpPr/>
          <p:nvPr/>
        </p:nvSpPr>
        <p:spPr>
          <a:xfrm>
            <a:off x="72388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679</a:t>
            </a:r>
            <a:endParaRPr lang="en-US" sz="1020" dirty="0"/>
          </a:p>
        </p:txBody>
      </p:sp>
      <p:sp>
        <p:nvSpPr>
          <p:cNvPr id="104" name="Text 101"/>
          <p:cNvSpPr/>
          <p:nvPr/>
        </p:nvSpPr>
        <p:spPr>
          <a:xfrm>
            <a:off x="350511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191</a:t>
            </a:r>
            <a:endParaRPr lang="en-US" sz="1020" dirty="0"/>
          </a:p>
        </p:txBody>
      </p:sp>
      <p:sp>
        <p:nvSpPr>
          <p:cNvPr id="105" name="Text 102"/>
          <p:cNvSpPr/>
          <p:nvPr/>
        </p:nvSpPr>
        <p:spPr>
          <a:xfrm>
            <a:off x="1896428" y="2348359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</a:t>
            </a:r>
            <a:endParaRPr lang="en-US" sz="792" dirty="0"/>
          </a:p>
        </p:txBody>
      </p:sp>
      <p:sp>
        <p:nvSpPr>
          <p:cNvPr id="106" name="Text 103"/>
          <p:cNvSpPr/>
          <p:nvPr/>
        </p:nvSpPr>
        <p:spPr>
          <a:xfrm>
            <a:off x="3413192" y="2348359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</a:t>
            </a:r>
            <a:endParaRPr lang="en-US" sz="792" dirty="0"/>
          </a:p>
        </p:txBody>
      </p:sp>
      <p:sp>
        <p:nvSpPr>
          <p:cNvPr id="107" name="Text 104"/>
          <p:cNvSpPr/>
          <p:nvPr/>
        </p:nvSpPr>
        <p:spPr>
          <a:xfrm>
            <a:off x="4260697" y="2324546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</a:t>
            </a:r>
            <a:endParaRPr lang="en-US" sz="792" dirty="0"/>
          </a:p>
        </p:txBody>
      </p:sp>
      <p:sp>
        <p:nvSpPr>
          <p:cNvPr id="108" name="Text 105"/>
          <p:cNvSpPr/>
          <p:nvPr/>
        </p:nvSpPr>
        <p:spPr>
          <a:xfrm>
            <a:off x="1896428" y="2720132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792" dirty="0"/>
          </a:p>
        </p:txBody>
      </p:sp>
      <p:sp>
        <p:nvSpPr>
          <p:cNvPr id="109" name="Text 106"/>
          <p:cNvSpPr/>
          <p:nvPr/>
        </p:nvSpPr>
        <p:spPr>
          <a:xfrm>
            <a:off x="1896428" y="3093095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792" dirty="0"/>
          </a:p>
        </p:txBody>
      </p:sp>
      <p:sp>
        <p:nvSpPr>
          <p:cNvPr id="110" name="Text 107"/>
          <p:cNvSpPr/>
          <p:nvPr/>
        </p:nvSpPr>
        <p:spPr>
          <a:xfrm>
            <a:off x="4260697" y="3069282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792" dirty="0"/>
          </a:p>
        </p:txBody>
      </p:sp>
      <p:sp>
        <p:nvSpPr>
          <p:cNvPr id="111" name="Text 108"/>
          <p:cNvSpPr/>
          <p:nvPr/>
        </p:nvSpPr>
        <p:spPr>
          <a:xfrm>
            <a:off x="1896428" y="3466058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792" dirty="0"/>
          </a:p>
        </p:txBody>
      </p:sp>
      <p:sp>
        <p:nvSpPr>
          <p:cNvPr id="112" name="Text 109"/>
          <p:cNvSpPr/>
          <p:nvPr/>
        </p:nvSpPr>
        <p:spPr>
          <a:xfrm>
            <a:off x="1176964" y="3839021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792" dirty="0"/>
          </a:p>
        </p:txBody>
      </p:sp>
      <p:sp>
        <p:nvSpPr>
          <p:cNvPr id="113" name="Text 110"/>
          <p:cNvSpPr/>
          <p:nvPr/>
        </p:nvSpPr>
        <p:spPr>
          <a:xfrm>
            <a:off x="1896428" y="3839021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792" dirty="0"/>
          </a:p>
        </p:txBody>
      </p:sp>
      <p:sp>
        <p:nvSpPr>
          <p:cNvPr id="114" name="Text 111"/>
          <p:cNvSpPr/>
          <p:nvPr/>
        </p:nvSpPr>
        <p:spPr>
          <a:xfrm>
            <a:off x="4260697" y="3815209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</a:t>
            </a:r>
            <a:endParaRPr lang="en-US" sz="792" dirty="0"/>
          </a:p>
        </p:txBody>
      </p:sp>
      <p:sp>
        <p:nvSpPr>
          <p:cNvPr id="115" name="Text 112"/>
          <p:cNvSpPr/>
          <p:nvPr/>
        </p:nvSpPr>
        <p:spPr>
          <a:xfrm>
            <a:off x="1176964" y="4211985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92" dirty="0"/>
          </a:p>
        </p:txBody>
      </p:sp>
      <p:sp>
        <p:nvSpPr>
          <p:cNvPr id="116" name="Text 113"/>
          <p:cNvSpPr/>
          <p:nvPr/>
        </p:nvSpPr>
        <p:spPr>
          <a:xfrm>
            <a:off x="1896428" y="4211985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792" dirty="0"/>
          </a:p>
        </p:txBody>
      </p:sp>
      <p:sp>
        <p:nvSpPr>
          <p:cNvPr id="117" name="Text 114"/>
          <p:cNvSpPr/>
          <p:nvPr/>
        </p:nvSpPr>
        <p:spPr>
          <a:xfrm>
            <a:off x="4260697" y="4188172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792" dirty="0"/>
          </a:p>
        </p:txBody>
      </p:sp>
      <p:sp>
        <p:nvSpPr>
          <p:cNvPr id="118" name="Text 115"/>
          <p:cNvSpPr/>
          <p:nvPr/>
        </p:nvSpPr>
        <p:spPr>
          <a:xfrm>
            <a:off x="1176964" y="4584948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92" dirty="0"/>
          </a:p>
        </p:txBody>
      </p:sp>
      <p:sp>
        <p:nvSpPr>
          <p:cNvPr id="119" name="Text 116"/>
          <p:cNvSpPr/>
          <p:nvPr/>
        </p:nvSpPr>
        <p:spPr>
          <a:xfrm>
            <a:off x="1896428" y="4584948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792" dirty="0"/>
          </a:p>
        </p:txBody>
      </p:sp>
      <p:sp>
        <p:nvSpPr>
          <p:cNvPr id="120" name="Text 117"/>
          <p:cNvSpPr/>
          <p:nvPr/>
        </p:nvSpPr>
        <p:spPr>
          <a:xfrm>
            <a:off x="1176964" y="4957911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92" dirty="0"/>
          </a:p>
        </p:txBody>
      </p:sp>
      <p:sp>
        <p:nvSpPr>
          <p:cNvPr id="121" name="Text 118"/>
          <p:cNvSpPr/>
          <p:nvPr/>
        </p:nvSpPr>
        <p:spPr>
          <a:xfrm>
            <a:off x="1896428" y="4957911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792" dirty="0"/>
          </a:p>
        </p:txBody>
      </p:sp>
      <p:sp>
        <p:nvSpPr>
          <p:cNvPr id="122" name="Text 119"/>
          <p:cNvSpPr/>
          <p:nvPr/>
        </p:nvSpPr>
        <p:spPr>
          <a:xfrm>
            <a:off x="1176964" y="5329982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9*</a:t>
            </a:r>
            <a:endParaRPr lang="en-US" sz="792" dirty="0"/>
          </a:p>
        </p:txBody>
      </p:sp>
      <p:sp>
        <p:nvSpPr>
          <p:cNvPr id="123" name="Text 120"/>
          <p:cNvSpPr/>
          <p:nvPr/>
        </p:nvSpPr>
        <p:spPr>
          <a:xfrm>
            <a:off x="7468413" y="2348359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792" dirty="0"/>
          </a:p>
        </p:txBody>
      </p:sp>
      <p:sp>
        <p:nvSpPr>
          <p:cNvPr id="124" name="Text 121"/>
          <p:cNvSpPr/>
          <p:nvPr/>
        </p:nvSpPr>
        <p:spPr>
          <a:xfrm>
            <a:off x="8985178" y="2348359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792" dirty="0"/>
          </a:p>
        </p:txBody>
      </p:sp>
      <p:sp>
        <p:nvSpPr>
          <p:cNvPr id="125" name="Text 122"/>
          <p:cNvSpPr/>
          <p:nvPr/>
        </p:nvSpPr>
        <p:spPr>
          <a:xfrm>
            <a:off x="9832683" y="2324546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792" dirty="0"/>
          </a:p>
        </p:txBody>
      </p:sp>
      <p:sp>
        <p:nvSpPr>
          <p:cNvPr id="126" name="Text 123"/>
          <p:cNvSpPr/>
          <p:nvPr/>
        </p:nvSpPr>
        <p:spPr>
          <a:xfrm>
            <a:off x="7468413" y="2720132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792" dirty="0"/>
          </a:p>
        </p:txBody>
      </p:sp>
      <p:sp>
        <p:nvSpPr>
          <p:cNvPr id="127" name="Text 124"/>
          <p:cNvSpPr/>
          <p:nvPr/>
        </p:nvSpPr>
        <p:spPr>
          <a:xfrm>
            <a:off x="8985178" y="2720132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</a:t>
            </a:r>
            <a:endParaRPr lang="en-US" sz="792" dirty="0"/>
          </a:p>
        </p:txBody>
      </p:sp>
      <p:sp>
        <p:nvSpPr>
          <p:cNvPr id="128" name="Text 125"/>
          <p:cNvSpPr/>
          <p:nvPr/>
        </p:nvSpPr>
        <p:spPr>
          <a:xfrm>
            <a:off x="9832683" y="2696319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792" dirty="0"/>
          </a:p>
        </p:txBody>
      </p:sp>
      <p:sp>
        <p:nvSpPr>
          <p:cNvPr id="129" name="Text 126"/>
          <p:cNvSpPr/>
          <p:nvPr/>
        </p:nvSpPr>
        <p:spPr>
          <a:xfrm>
            <a:off x="7468413" y="3093095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</a:t>
            </a:r>
            <a:endParaRPr lang="en-US" sz="792" dirty="0"/>
          </a:p>
        </p:txBody>
      </p:sp>
      <p:sp>
        <p:nvSpPr>
          <p:cNvPr id="130" name="Text 127"/>
          <p:cNvSpPr/>
          <p:nvPr/>
        </p:nvSpPr>
        <p:spPr>
          <a:xfrm>
            <a:off x="8985178" y="3093095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792" dirty="0"/>
          </a:p>
        </p:txBody>
      </p:sp>
      <p:sp>
        <p:nvSpPr>
          <p:cNvPr id="131" name="Text 128"/>
          <p:cNvSpPr/>
          <p:nvPr/>
        </p:nvSpPr>
        <p:spPr>
          <a:xfrm>
            <a:off x="9832683" y="3069282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</a:t>
            </a:r>
            <a:endParaRPr lang="en-US" sz="792" dirty="0"/>
          </a:p>
        </p:txBody>
      </p:sp>
      <p:sp>
        <p:nvSpPr>
          <p:cNvPr id="132" name="Text 129"/>
          <p:cNvSpPr/>
          <p:nvPr/>
        </p:nvSpPr>
        <p:spPr>
          <a:xfrm>
            <a:off x="7468413" y="3466058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</a:t>
            </a:r>
            <a:endParaRPr lang="en-US" sz="792" dirty="0"/>
          </a:p>
        </p:txBody>
      </p:sp>
      <p:sp>
        <p:nvSpPr>
          <p:cNvPr id="133" name="Text 130"/>
          <p:cNvSpPr/>
          <p:nvPr/>
        </p:nvSpPr>
        <p:spPr>
          <a:xfrm>
            <a:off x="8985178" y="3466058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792" dirty="0"/>
          </a:p>
        </p:txBody>
      </p:sp>
      <p:sp>
        <p:nvSpPr>
          <p:cNvPr id="134" name="Text 131"/>
          <p:cNvSpPr/>
          <p:nvPr/>
        </p:nvSpPr>
        <p:spPr>
          <a:xfrm>
            <a:off x="9832683" y="3442246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</a:t>
            </a:r>
            <a:endParaRPr lang="en-US" sz="792" dirty="0"/>
          </a:p>
        </p:txBody>
      </p:sp>
      <p:sp>
        <p:nvSpPr>
          <p:cNvPr id="135" name="Text 132"/>
          <p:cNvSpPr/>
          <p:nvPr/>
        </p:nvSpPr>
        <p:spPr>
          <a:xfrm>
            <a:off x="6748950" y="3839021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792" dirty="0"/>
          </a:p>
        </p:txBody>
      </p:sp>
      <p:sp>
        <p:nvSpPr>
          <p:cNvPr id="136" name="Text 133"/>
          <p:cNvSpPr/>
          <p:nvPr/>
        </p:nvSpPr>
        <p:spPr>
          <a:xfrm>
            <a:off x="8985178" y="3839021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92" dirty="0"/>
          </a:p>
        </p:txBody>
      </p:sp>
      <p:sp>
        <p:nvSpPr>
          <p:cNvPr id="137" name="Text 134"/>
          <p:cNvSpPr/>
          <p:nvPr/>
        </p:nvSpPr>
        <p:spPr>
          <a:xfrm>
            <a:off x="9832683" y="3815209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792" dirty="0"/>
          </a:p>
        </p:txBody>
      </p:sp>
      <p:sp>
        <p:nvSpPr>
          <p:cNvPr id="138" name="Text 135"/>
          <p:cNvSpPr/>
          <p:nvPr/>
        </p:nvSpPr>
        <p:spPr>
          <a:xfrm>
            <a:off x="6748950" y="4211985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792" dirty="0"/>
          </a:p>
        </p:txBody>
      </p:sp>
      <p:sp>
        <p:nvSpPr>
          <p:cNvPr id="139" name="Text 136"/>
          <p:cNvSpPr/>
          <p:nvPr/>
        </p:nvSpPr>
        <p:spPr>
          <a:xfrm>
            <a:off x="7468413" y="4211985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92" dirty="0"/>
          </a:p>
        </p:txBody>
      </p:sp>
      <p:sp>
        <p:nvSpPr>
          <p:cNvPr id="140" name="Text 137"/>
          <p:cNvSpPr/>
          <p:nvPr/>
        </p:nvSpPr>
        <p:spPr>
          <a:xfrm>
            <a:off x="8985178" y="4211985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</a:t>
            </a:r>
            <a:endParaRPr lang="en-US" sz="792" dirty="0"/>
          </a:p>
        </p:txBody>
      </p:sp>
      <p:sp>
        <p:nvSpPr>
          <p:cNvPr id="141" name="Text 138"/>
          <p:cNvSpPr/>
          <p:nvPr/>
        </p:nvSpPr>
        <p:spPr>
          <a:xfrm>
            <a:off x="9832683" y="4188172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792" dirty="0"/>
          </a:p>
        </p:txBody>
      </p:sp>
      <p:sp>
        <p:nvSpPr>
          <p:cNvPr id="142" name="Text 139"/>
          <p:cNvSpPr/>
          <p:nvPr/>
        </p:nvSpPr>
        <p:spPr>
          <a:xfrm>
            <a:off x="6748950" y="4584948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792" dirty="0"/>
          </a:p>
        </p:txBody>
      </p:sp>
      <p:sp>
        <p:nvSpPr>
          <p:cNvPr id="143" name="Text 140"/>
          <p:cNvSpPr/>
          <p:nvPr/>
        </p:nvSpPr>
        <p:spPr>
          <a:xfrm>
            <a:off x="7468413" y="4584948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92" dirty="0"/>
          </a:p>
        </p:txBody>
      </p:sp>
      <p:sp>
        <p:nvSpPr>
          <p:cNvPr id="144" name="Text 141"/>
          <p:cNvSpPr/>
          <p:nvPr/>
        </p:nvSpPr>
        <p:spPr>
          <a:xfrm>
            <a:off x="8985178" y="4584948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792" dirty="0"/>
          </a:p>
        </p:txBody>
      </p:sp>
      <p:sp>
        <p:nvSpPr>
          <p:cNvPr id="145" name="Text 142"/>
          <p:cNvSpPr/>
          <p:nvPr/>
        </p:nvSpPr>
        <p:spPr>
          <a:xfrm>
            <a:off x="9832683" y="4561136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92" dirty="0"/>
          </a:p>
        </p:txBody>
      </p:sp>
      <p:sp>
        <p:nvSpPr>
          <p:cNvPr id="146" name="Text 143"/>
          <p:cNvSpPr/>
          <p:nvPr/>
        </p:nvSpPr>
        <p:spPr>
          <a:xfrm>
            <a:off x="6748950" y="4957911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792" dirty="0"/>
          </a:p>
        </p:txBody>
      </p:sp>
      <p:sp>
        <p:nvSpPr>
          <p:cNvPr id="147" name="Text 144"/>
          <p:cNvSpPr/>
          <p:nvPr/>
        </p:nvSpPr>
        <p:spPr>
          <a:xfrm>
            <a:off x="7468413" y="4957911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92" dirty="0"/>
          </a:p>
        </p:txBody>
      </p:sp>
      <p:sp>
        <p:nvSpPr>
          <p:cNvPr id="148" name="Text 145"/>
          <p:cNvSpPr/>
          <p:nvPr/>
        </p:nvSpPr>
        <p:spPr>
          <a:xfrm>
            <a:off x="1176964" y="2348359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792" dirty="0"/>
          </a:p>
        </p:txBody>
      </p:sp>
      <p:sp>
        <p:nvSpPr>
          <p:cNvPr id="149" name="Text 146"/>
          <p:cNvSpPr/>
          <p:nvPr/>
        </p:nvSpPr>
        <p:spPr>
          <a:xfrm>
            <a:off x="1176964" y="2720132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792" dirty="0"/>
          </a:p>
        </p:txBody>
      </p:sp>
      <p:sp>
        <p:nvSpPr>
          <p:cNvPr id="150" name="Text 147"/>
          <p:cNvSpPr/>
          <p:nvPr/>
        </p:nvSpPr>
        <p:spPr>
          <a:xfrm>
            <a:off x="1176964" y="3093095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792" dirty="0"/>
          </a:p>
        </p:txBody>
      </p:sp>
      <p:sp>
        <p:nvSpPr>
          <p:cNvPr id="151" name="Text 148"/>
          <p:cNvSpPr/>
          <p:nvPr/>
        </p:nvSpPr>
        <p:spPr>
          <a:xfrm>
            <a:off x="1176964" y="3466058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792" dirty="0"/>
          </a:p>
        </p:txBody>
      </p:sp>
      <p:sp>
        <p:nvSpPr>
          <p:cNvPr id="152" name="Text 149"/>
          <p:cNvSpPr/>
          <p:nvPr/>
        </p:nvSpPr>
        <p:spPr>
          <a:xfrm>
            <a:off x="3413192" y="4957911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92" dirty="0"/>
          </a:p>
        </p:txBody>
      </p:sp>
      <p:sp>
        <p:nvSpPr>
          <p:cNvPr id="153" name="Text 150"/>
          <p:cNvSpPr/>
          <p:nvPr/>
        </p:nvSpPr>
        <p:spPr>
          <a:xfrm>
            <a:off x="4260697" y="4934099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792" dirty="0"/>
          </a:p>
        </p:txBody>
      </p:sp>
      <p:sp>
        <p:nvSpPr>
          <p:cNvPr id="154" name="Text 151"/>
          <p:cNvSpPr/>
          <p:nvPr/>
        </p:nvSpPr>
        <p:spPr>
          <a:xfrm>
            <a:off x="6748950" y="2348359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792" dirty="0"/>
          </a:p>
        </p:txBody>
      </p:sp>
      <p:sp>
        <p:nvSpPr>
          <p:cNvPr id="155" name="Text 152"/>
          <p:cNvSpPr/>
          <p:nvPr/>
        </p:nvSpPr>
        <p:spPr>
          <a:xfrm>
            <a:off x="6748950" y="2720132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92" dirty="0"/>
          </a:p>
        </p:txBody>
      </p:sp>
      <p:sp>
        <p:nvSpPr>
          <p:cNvPr id="156" name="Text 153"/>
          <p:cNvSpPr/>
          <p:nvPr/>
        </p:nvSpPr>
        <p:spPr>
          <a:xfrm>
            <a:off x="6748950" y="3093095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92" dirty="0"/>
          </a:p>
        </p:txBody>
      </p:sp>
      <p:sp>
        <p:nvSpPr>
          <p:cNvPr id="157" name="Text 154"/>
          <p:cNvSpPr/>
          <p:nvPr/>
        </p:nvSpPr>
        <p:spPr>
          <a:xfrm>
            <a:off x="6748950" y="3466058"/>
            <a:ext cx="74391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92" dirty="0"/>
          </a:p>
        </p:txBody>
      </p:sp>
      <p:sp>
        <p:nvSpPr>
          <p:cNvPr id="158" name="Text 155"/>
          <p:cNvSpPr/>
          <p:nvPr/>
        </p:nvSpPr>
        <p:spPr>
          <a:xfrm>
            <a:off x="7468413" y="3839021"/>
            <a:ext cx="83941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92" dirty="0"/>
          </a:p>
        </p:txBody>
      </p:sp>
      <p:sp>
        <p:nvSpPr>
          <p:cNvPr id="159" name="Text 156"/>
          <p:cNvSpPr/>
          <p:nvPr/>
        </p:nvSpPr>
        <p:spPr>
          <a:xfrm>
            <a:off x="8286742" y="4957911"/>
            <a:ext cx="723831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792" dirty="0"/>
          </a:p>
        </p:txBody>
      </p:sp>
      <p:sp>
        <p:nvSpPr>
          <p:cNvPr id="160" name="Text 157"/>
          <p:cNvSpPr/>
          <p:nvPr/>
        </p:nvSpPr>
        <p:spPr>
          <a:xfrm>
            <a:off x="8985178" y="4957911"/>
            <a:ext cx="871909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792" dirty="0"/>
          </a:p>
        </p:txBody>
      </p:sp>
      <p:sp>
        <p:nvSpPr>
          <p:cNvPr id="161" name="Text 158"/>
          <p:cNvSpPr/>
          <p:nvPr/>
        </p:nvSpPr>
        <p:spPr>
          <a:xfrm>
            <a:off x="9832683" y="4934099"/>
            <a:ext cx="837878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79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2026-09-22T22:29:57Z</dcterms:created>
  <dcterms:modified xsi:type="dcterms:W3CDTF">2026-09-22T22:29:57Z</dcterms:modified>
</cp:coreProperties>
</file>