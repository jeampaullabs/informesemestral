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0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6278" y="6217741"/>
            <a:ext cx="11174642" cy="29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del periodo: El canal Tradicional concentró un esfuerzo récord de formación en marzo (148 visitas y 93 asesores capacitados). Con la posterior consolidación y el empalme con Retail, el canal centró su capacidad; la cobertura promedio de Ene-Ago alcanzó un 9,7%, identificando grandes oportunidades de crecimiento en los aliados de mayor volumen.</a:t>
            </a:r>
            <a:endParaRPr lang="en-US" sz="864" dirty="0"/>
          </a:p>
        </p:txBody>
      </p:sp>
      <p:sp>
        <p:nvSpPr>
          <p:cNvPr id="4" name="Text 1"/>
          <p:cNvSpPr/>
          <p:nvPr/>
        </p:nvSpPr>
        <p:spPr>
          <a:xfrm>
            <a:off x="6314917" y="5417790"/>
            <a:ext cx="425303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concentración de visitas en marzo estableció la base operativa del canal en el primer semestre.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362541" y="1421160"/>
            <a:ext cx="321722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Promedio mensual Ene-Ago: capacitados que financiaron / financiadores</a:t>
            </a:r>
            <a:endParaRPr lang="en-US" sz="696" dirty="0"/>
          </a:p>
        </p:txBody>
      </p:sp>
      <p:sp>
        <p:nvSpPr>
          <p:cNvPr id="6" name="Text 3"/>
          <p:cNvSpPr/>
          <p:nvPr/>
        </p:nvSpPr>
        <p:spPr>
          <a:xfrm>
            <a:off x="723882" y="5417790"/>
            <a:ext cx="272140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Asesores únicos con al menos una visita registrada en el mes.</a:t>
            </a:r>
            <a:endParaRPr lang="en-US" sz="696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361252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Ejecución de Visitas de Formación · Ene-Ago 2026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81030" y="1421160"/>
            <a:ext cx="209480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de formación acumulada (Ene - Ago 2026)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876278" y="2049810"/>
            <a:ext cx="1920011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Visitas, asesores y PDV por mes</a:t>
            </a:r>
            <a:endParaRPr lang="en-US" sz="936" dirty="0"/>
          </a:p>
        </p:txBody>
      </p:sp>
      <p:sp>
        <p:nvSpPr>
          <p:cNvPr id="10" name="Text 7"/>
          <p:cNvSpPr/>
          <p:nvPr/>
        </p:nvSpPr>
        <p:spPr>
          <a:xfrm>
            <a:off x="6467313" y="2049810"/>
            <a:ext cx="1750583" cy="147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3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Evolución de visitas por mes</a:t>
            </a:r>
            <a:endParaRPr lang="en-US" sz="936" dirty="0"/>
          </a:p>
        </p:txBody>
      </p:sp>
      <p:sp>
        <p:nvSpPr>
          <p:cNvPr id="11" name="Text 8"/>
          <p:cNvSpPr/>
          <p:nvPr/>
        </p:nvSpPr>
        <p:spPr>
          <a:xfrm>
            <a:off x="781030" y="1009650"/>
            <a:ext cx="172897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 Realizadas Ene-Ago</a:t>
            </a:r>
            <a:endParaRPr lang="en-US" sz="780" dirty="0"/>
          </a:p>
        </p:txBody>
      </p:sp>
      <p:sp>
        <p:nvSpPr>
          <p:cNvPr id="12" name="Text 9"/>
          <p:cNvSpPr/>
          <p:nvPr/>
        </p:nvSpPr>
        <p:spPr>
          <a:xfrm>
            <a:off x="6362541" y="1009650"/>
            <a:ext cx="160797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</a:t>
            </a:r>
            <a:endParaRPr lang="en-US" sz="780" dirty="0"/>
          </a:p>
        </p:txBody>
      </p:sp>
      <p:sp>
        <p:nvSpPr>
          <p:cNvPr id="13" name="Text 10"/>
          <p:cNvSpPr/>
          <p:nvPr/>
        </p:nvSpPr>
        <p:spPr>
          <a:xfrm>
            <a:off x="2639713" y="23641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Capacitados</a:t>
            </a:r>
            <a:endParaRPr lang="en-US" sz="888" dirty="0"/>
          </a:p>
        </p:txBody>
      </p:sp>
      <p:sp>
        <p:nvSpPr>
          <p:cNvPr id="14" name="Text 11"/>
          <p:cNvSpPr/>
          <p:nvPr/>
        </p:nvSpPr>
        <p:spPr>
          <a:xfrm>
            <a:off x="4552513" y="23641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PDV Visitados</a:t>
            </a:r>
            <a:endParaRPr lang="en-US" sz="888" dirty="0"/>
          </a:p>
        </p:txBody>
      </p:sp>
      <p:sp>
        <p:nvSpPr>
          <p:cNvPr id="15" name="Text 12"/>
          <p:cNvSpPr/>
          <p:nvPr/>
        </p:nvSpPr>
        <p:spPr>
          <a:xfrm>
            <a:off x="723882" y="43358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 Ene-Ago</a:t>
            </a:r>
            <a:endParaRPr lang="en-US" sz="864" dirty="0"/>
          </a:p>
        </p:txBody>
      </p:sp>
      <p:sp>
        <p:nvSpPr>
          <p:cNvPr id="16" name="Text 13"/>
          <p:cNvSpPr/>
          <p:nvPr/>
        </p:nvSpPr>
        <p:spPr>
          <a:xfrm>
            <a:off x="1905424" y="23641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Visitas</a:t>
            </a:r>
            <a:endParaRPr lang="en-US" sz="888" dirty="0"/>
          </a:p>
        </p:txBody>
      </p:sp>
      <p:sp>
        <p:nvSpPr>
          <p:cNvPr id="17" name="Text 14"/>
          <p:cNvSpPr/>
          <p:nvPr/>
        </p:nvSpPr>
        <p:spPr>
          <a:xfrm>
            <a:off x="6362541" y="1143000"/>
            <a:ext cx="589673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9,7 %</a:t>
            </a:r>
            <a:endParaRPr lang="en-US" sz="1740" dirty="0"/>
          </a:p>
        </p:txBody>
      </p:sp>
      <p:sp>
        <p:nvSpPr>
          <p:cNvPr id="18" name="Text 15"/>
          <p:cNvSpPr/>
          <p:nvPr/>
        </p:nvSpPr>
        <p:spPr>
          <a:xfrm>
            <a:off x="723882" y="23641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723882" y="25832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864" dirty="0"/>
          </a:p>
        </p:txBody>
      </p:sp>
      <p:sp>
        <p:nvSpPr>
          <p:cNvPr id="20" name="Text 17"/>
          <p:cNvSpPr/>
          <p:nvPr/>
        </p:nvSpPr>
        <p:spPr>
          <a:xfrm>
            <a:off x="723882" y="280228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864" dirty="0"/>
          </a:p>
        </p:txBody>
      </p:sp>
      <p:sp>
        <p:nvSpPr>
          <p:cNvPr id="21" name="Text 18"/>
          <p:cNvSpPr/>
          <p:nvPr/>
        </p:nvSpPr>
        <p:spPr>
          <a:xfrm>
            <a:off x="723882" y="302136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864" dirty="0"/>
          </a:p>
        </p:txBody>
      </p:sp>
      <p:sp>
        <p:nvSpPr>
          <p:cNvPr id="22" name="Text 19"/>
          <p:cNvSpPr/>
          <p:nvPr/>
        </p:nvSpPr>
        <p:spPr>
          <a:xfrm>
            <a:off x="1905424" y="302136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864" dirty="0"/>
          </a:p>
        </p:txBody>
      </p:sp>
      <p:sp>
        <p:nvSpPr>
          <p:cNvPr id="23" name="Text 20"/>
          <p:cNvSpPr/>
          <p:nvPr/>
        </p:nvSpPr>
        <p:spPr>
          <a:xfrm>
            <a:off x="723882" y="32404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864" dirty="0"/>
          </a:p>
        </p:txBody>
      </p:sp>
      <p:sp>
        <p:nvSpPr>
          <p:cNvPr id="24" name="Text 21"/>
          <p:cNvSpPr/>
          <p:nvPr/>
        </p:nvSpPr>
        <p:spPr>
          <a:xfrm>
            <a:off x="723882" y="345951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864" dirty="0"/>
          </a:p>
        </p:txBody>
      </p:sp>
      <p:sp>
        <p:nvSpPr>
          <p:cNvPr id="25" name="Text 22"/>
          <p:cNvSpPr/>
          <p:nvPr/>
        </p:nvSpPr>
        <p:spPr>
          <a:xfrm>
            <a:off x="723882" y="367858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864" dirty="0"/>
          </a:p>
        </p:txBody>
      </p:sp>
      <p:sp>
        <p:nvSpPr>
          <p:cNvPr id="26" name="Text 23"/>
          <p:cNvSpPr/>
          <p:nvPr/>
        </p:nvSpPr>
        <p:spPr>
          <a:xfrm>
            <a:off x="723882" y="3897660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864" dirty="0"/>
          </a:p>
        </p:txBody>
      </p:sp>
      <p:sp>
        <p:nvSpPr>
          <p:cNvPr id="27" name="Text 24"/>
          <p:cNvSpPr/>
          <p:nvPr/>
        </p:nvSpPr>
        <p:spPr>
          <a:xfrm>
            <a:off x="723882" y="4116735"/>
            <a:ext cx="124072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64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864" dirty="0"/>
          </a:p>
        </p:txBody>
      </p:sp>
      <p:sp>
        <p:nvSpPr>
          <p:cNvPr id="28" name="Text 25"/>
          <p:cNvSpPr/>
          <p:nvPr/>
        </p:nvSpPr>
        <p:spPr>
          <a:xfrm>
            <a:off x="1905424" y="43358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596</a:t>
            </a:r>
            <a:endParaRPr lang="en-US" sz="864" dirty="0"/>
          </a:p>
        </p:txBody>
      </p:sp>
      <p:sp>
        <p:nvSpPr>
          <p:cNvPr id="29" name="Text 26"/>
          <p:cNvSpPr/>
          <p:nvPr/>
        </p:nvSpPr>
        <p:spPr>
          <a:xfrm>
            <a:off x="2639713" y="43358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512</a:t>
            </a:r>
            <a:endParaRPr lang="en-US" sz="864" dirty="0"/>
          </a:p>
        </p:txBody>
      </p:sp>
      <p:sp>
        <p:nvSpPr>
          <p:cNvPr id="30" name="Text 27"/>
          <p:cNvSpPr/>
          <p:nvPr/>
        </p:nvSpPr>
        <p:spPr>
          <a:xfrm>
            <a:off x="4552513" y="43358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209</a:t>
            </a:r>
            <a:endParaRPr lang="en-US" sz="864" dirty="0"/>
          </a:p>
        </p:txBody>
      </p:sp>
      <p:sp>
        <p:nvSpPr>
          <p:cNvPr id="31" name="Text 28"/>
          <p:cNvSpPr/>
          <p:nvPr/>
        </p:nvSpPr>
        <p:spPr>
          <a:xfrm>
            <a:off x="781030" y="1143000"/>
            <a:ext cx="429395" cy="264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4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596</a:t>
            </a:r>
            <a:endParaRPr lang="en-US" sz="1740" dirty="0"/>
          </a:p>
        </p:txBody>
      </p:sp>
      <p:sp>
        <p:nvSpPr>
          <p:cNvPr id="32" name="Text 29"/>
          <p:cNvSpPr/>
          <p:nvPr/>
        </p:nvSpPr>
        <p:spPr>
          <a:xfrm>
            <a:off x="6440849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80" dirty="0"/>
          </a:p>
        </p:txBody>
      </p:sp>
      <p:sp>
        <p:nvSpPr>
          <p:cNvPr id="33" name="Text 30"/>
          <p:cNvSpPr/>
          <p:nvPr/>
        </p:nvSpPr>
        <p:spPr>
          <a:xfrm>
            <a:off x="6443373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80" dirty="0"/>
          </a:p>
        </p:txBody>
      </p:sp>
      <p:sp>
        <p:nvSpPr>
          <p:cNvPr id="34" name="Text 31"/>
          <p:cNvSpPr/>
          <p:nvPr/>
        </p:nvSpPr>
        <p:spPr>
          <a:xfrm>
            <a:off x="6438798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80" dirty="0"/>
          </a:p>
        </p:txBody>
      </p:sp>
      <p:sp>
        <p:nvSpPr>
          <p:cNvPr id="35" name="Text 32"/>
          <p:cNvSpPr/>
          <p:nvPr/>
        </p:nvSpPr>
        <p:spPr>
          <a:xfrm>
            <a:off x="11270632" y="2811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148</a:t>
            </a:r>
            <a:endParaRPr lang="en-US" sz="780" dirty="0"/>
          </a:p>
        </p:txBody>
      </p:sp>
      <p:sp>
        <p:nvSpPr>
          <p:cNvPr id="36" name="Text 33"/>
          <p:cNvSpPr/>
          <p:nvPr/>
        </p:nvSpPr>
        <p:spPr>
          <a:xfrm>
            <a:off x="645220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80" dirty="0"/>
          </a:p>
        </p:txBody>
      </p:sp>
      <p:sp>
        <p:nvSpPr>
          <p:cNvPr id="37" name="Text 34"/>
          <p:cNvSpPr/>
          <p:nvPr/>
        </p:nvSpPr>
        <p:spPr>
          <a:xfrm>
            <a:off x="6423811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80" dirty="0"/>
          </a:p>
        </p:txBody>
      </p:sp>
      <p:sp>
        <p:nvSpPr>
          <p:cNvPr id="38" name="Text 35"/>
          <p:cNvSpPr/>
          <p:nvPr/>
        </p:nvSpPr>
        <p:spPr>
          <a:xfrm>
            <a:off x="6450787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648091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80" dirty="0"/>
          </a:p>
        </p:txBody>
      </p:sp>
      <p:sp>
        <p:nvSpPr>
          <p:cNvPr id="40" name="Text 37"/>
          <p:cNvSpPr/>
          <p:nvPr/>
        </p:nvSpPr>
        <p:spPr>
          <a:xfrm>
            <a:off x="6430753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80" dirty="0"/>
          </a:p>
        </p:txBody>
      </p:sp>
      <p:sp>
        <p:nvSpPr>
          <p:cNvPr id="41" name="Text 38"/>
          <p:cNvSpPr/>
          <p:nvPr/>
        </p:nvSpPr>
        <p:spPr>
          <a:xfrm>
            <a:off x="1905424" y="25832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864" dirty="0"/>
          </a:p>
        </p:txBody>
      </p:sp>
      <p:sp>
        <p:nvSpPr>
          <p:cNvPr id="42" name="Text 39"/>
          <p:cNvSpPr/>
          <p:nvPr/>
        </p:nvSpPr>
        <p:spPr>
          <a:xfrm>
            <a:off x="2639713" y="25832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864" dirty="0"/>
          </a:p>
        </p:txBody>
      </p:sp>
      <p:sp>
        <p:nvSpPr>
          <p:cNvPr id="43" name="Text 40"/>
          <p:cNvSpPr/>
          <p:nvPr/>
        </p:nvSpPr>
        <p:spPr>
          <a:xfrm>
            <a:off x="4552513" y="25832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864" dirty="0"/>
          </a:p>
        </p:txBody>
      </p:sp>
      <p:sp>
        <p:nvSpPr>
          <p:cNvPr id="44" name="Text 41"/>
          <p:cNvSpPr/>
          <p:nvPr/>
        </p:nvSpPr>
        <p:spPr>
          <a:xfrm>
            <a:off x="1905424" y="280228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45" name="Text 42"/>
          <p:cNvSpPr/>
          <p:nvPr/>
        </p:nvSpPr>
        <p:spPr>
          <a:xfrm>
            <a:off x="2639713" y="280228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864" dirty="0"/>
          </a:p>
        </p:txBody>
      </p:sp>
      <p:sp>
        <p:nvSpPr>
          <p:cNvPr id="46" name="Text 43"/>
          <p:cNvSpPr/>
          <p:nvPr/>
        </p:nvSpPr>
        <p:spPr>
          <a:xfrm>
            <a:off x="4552513" y="280228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864" dirty="0"/>
          </a:p>
        </p:txBody>
      </p:sp>
      <p:sp>
        <p:nvSpPr>
          <p:cNvPr id="47" name="Text 44"/>
          <p:cNvSpPr/>
          <p:nvPr/>
        </p:nvSpPr>
        <p:spPr>
          <a:xfrm>
            <a:off x="2639713" y="302136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864" dirty="0"/>
          </a:p>
        </p:txBody>
      </p:sp>
      <p:sp>
        <p:nvSpPr>
          <p:cNvPr id="48" name="Text 45"/>
          <p:cNvSpPr/>
          <p:nvPr/>
        </p:nvSpPr>
        <p:spPr>
          <a:xfrm>
            <a:off x="4552513" y="302136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864" dirty="0"/>
          </a:p>
        </p:txBody>
      </p:sp>
      <p:sp>
        <p:nvSpPr>
          <p:cNvPr id="49" name="Text 46"/>
          <p:cNvSpPr/>
          <p:nvPr/>
        </p:nvSpPr>
        <p:spPr>
          <a:xfrm>
            <a:off x="1905424" y="32404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50" name="Text 47"/>
          <p:cNvSpPr/>
          <p:nvPr/>
        </p:nvSpPr>
        <p:spPr>
          <a:xfrm>
            <a:off x="2639713" y="32404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51" name="Text 48"/>
          <p:cNvSpPr/>
          <p:nvPr/>
        </p:nvSpPr>
        <p:spPr>
          <a:xfrm>
            <a:off x="4552513" y="32404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864" dirty="0"/>
          </a:p>
        </p:txBody>
      </p:sp>
      <p:sp>
        <p:nvSpPr>
          <p:cNvPr id="52" name="Text 49"/>
          <p:cNvSpPr/>
          <p:nvPr/>
        </p:nvSpPr>
        <p:spPr>
          <a:xfrm>
            <a:off x="1905424" y="345951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864" dirty="0"/>
          </a:p>
        </p:txBody>
      </p:sp>
      <p:sp>
        <p:nvSpPr>
          <p:cNvPr id="53" name="Text 50"/>
          <p:cNvSpPr/>
          <p:nvPr/>
        </p:nvSpPr>
        <p:spPr>
          <a:xfrm>
            <a:off x="2639713" y="345951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864" dirty="0"/>
          </a:p>
        </p:txBody>
      </p:sp>
      <p:sp>
        <p:nvSpPr>
          <p:cNvPr id="54" name="Text 51"/>
          <p:cNvSpPr/>
          <p:nvPr/>
        </p:nvSpPr>
        <p:spPr>
          <a:xfrm>
            <a:off x="4552513" y="345951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864" dirty="0"/>
          </a:p>
        </p:txBody>
      </p:sp>
      <p:sp>
        <p:nvSpPr>
          <p:cNvPr id="55" name="Text 52"/>
          <p:cNvSpPr/>
          <p:nvPr/>
        </p:nvSpPr>
        <p:spPr>
          <a:xfrm>
            <a:off x="1905424" y="367858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864" dirty="0"/>
          </a:p>
        </p:txBody>
      </p:sp>
      <p:sp>
        <p:nvSpPr>
          <p:cNvPr id="56" name="Text 53"/>
          <p:cNvSpPr/>
          <p:nvPr/>
        </p:nvSpPr>
        <p:spPr>
          <a:xfrm>
            <a:off x="2639713" y="367858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864" dirty="0"/>
          </a:p>
        </p:txBody>
      </p:sp>
      <p:sp>
        <p:nvSpPr>
          <p:cNvPr id="57" name="Text 54"/>
          <p:cNvSpPr/>
          <p:nvPr/>
        </p:nvSpPr>
        <p:spPr>
          <a:xfrm>
            <a:off x="4552513" y="367858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58" name="Text 55"/>
          <p:cNvSpPr/>
          <p:nvPr/>
        </p:nvSpPr>
        <p:spPr>
          <a:xfrm>
            <a:off x="1905424" y="3897660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864" dirty="0"/>
          </a:p>
        </p:txBody>
      </p:sp>
      <p:sp>
        <p:nvSpPr>
          <p:cNvPr id="59" name="Text 56"/>
          <p:cNvSpPr/>
          <p:nvPr/>
        </p:nvSpPr>
        <p:spPr>
          <a:xfrm>
            <a:off x="2639713" y="3897660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864" dirty="0"/>
          </a:p>
        </p:txBody>
      </p:sp>
      <p:sp>
        <p:nvSpPr>
          <p:cNvPr id="60" name="Text 57"/>
          <p:cNvSpPr/>
          <p:nvPr/>
        </p:nvSpPr>
        <p:spPr>
          <a:xfrm>
            <a:off x="4552513" y="3897660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864" dirty="0"/>
          </a:p>
        </p:txBody>
      </p:sp>
      <p:sp>
        <p:nvSpPr>
          <p:cNvPr id="61" name="Text 58"/>
          <p:cNvSpPr/>
          <p:nvPr/>
        </p:nvSpPr>
        <p:spPr>
          <a:xfrm>
            <a:off x="1905424" y="4116735"/>
            <a:ext cx="79112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864" dirty="0"/>
          </a:p>
        </p:txBody>
      </p:sp>
      <p:sp>
        <p:nvSpPr>
          <p:cNvPr id="62" name="Text 59"/>
          <p:cNvSpPr/>
          <p:nvPr/>
        </p:nvSpPr>
        <p:spPr>
          <a:xfrm>
            <a:off x="2639713" y="4116735"/>
            <a:ext cx="195137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864" dirty="0"/>
          </a:p>
        </p:txBody>
      </p:sp>
      <p:sp>
        <p:nvSpPr>
          <p:cNvPr id="63" name="Text 60"/>
          <p:cNvSpPr/>
          <p:nvPr/>
        </p:nvSpPr>
        <p:spPr>
          <a:xfrm>
            <a:off x="4552513" y="4116735"/>
            <a:ext cx="1324265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64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</a:t>
            </a:r>
            <a:endParaRPr lang="en-US" sz="864" dirty="0"/>
          </a:p>
        </p:txBody>
      </p:sp>
      <p:sp>
        <p:nvSpPr>
          <p:cNvPr id="64" name="Text 61"/>
          <p:cNvSpPr/>
          <p:nvPr/>
        </p:nvSpPr>
        <p:spPr>
          <a:xfrm>
            <a:off x="11324742" y="2354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80" dirty="0"/>
          </a:p>
        </p:txBody>
      </p:sp>
      <p:sp>
        <p:nvSpPr>
          <p:cNvPr id="65" name="Text 62"/>
          <p:cNvSpPr/>
          <p:nvPr/>
        </p:nvSpPr>
        <p:spPr>
          <a:xfrm>
            <a:off x="11325057" y="2583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6" name="Text 63"/>
          <p:cNvSpPr/>
          <p:nvPr/>
        </p:nvSpPr>
        <p:spPr>
          <a:xfrm>
            <a:off x="11325057" y="30404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80" dirty="0"/>
          </a:p>
        </p:txBody>
      </p:sp>
      <p:sp>
        <p:nvSpPr>
          <p:cNvPr id="67" name="Text 64"/>
          <p:cNvSpPr/>
          <p:nvPr/>
        </p:nvSpPr>
        <p:spPr>
          <a:xfrm>
            <a:off x="11327108" y="32690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58</a:t>
            </a:r>
            <a:endParaRPr lang="en-US" sz="780" dirty="0"/>
          </a:p>
        </p:txBody>
      </p:sp>
      <p:sp>
        <p:nvSpPr>
          <p:cNvPr id="68" name="Text 65"/>
          <p:cNvSpPr/>
          <p:nvPr/>
        </p:nvSpPr>
        <p:spPr>
          <a:xfrm>
            <a:off x="11329001" y="34976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80" dirty="0"/>
          </a:p>
        </p:txBody>
      </p:sp>
      <p:sp>
        <p:nvSpPr>
          <p:cNvPr id="69" name="Text 66"/>
          <p:cNvSpPr/>
          <p:nvPr/>
        </p:nvSpPr>
        <p:spPr>
          <a:xfrm>
            <a:off x="11331368" y="37262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</a:t>
            </a:r>
            <a:endParaRPr lang="en-US" sz="780" dirty="0"/>
          </a:p>
        </p:txBody>
      </p:sp>
      <p:sp>
        <p:nvSpPr>
          <p:cNvPr id="70" name="Text 67"/>
          <p:cNvSpPr/>
          <p:nvPr/>
        </p:nvSpPr>
        <p:spPr>
          <a:xfrm>
            <a:off x="11329948" y="3954810"/>
            <a:ext cx="274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8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52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1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04832" y="1238250"/>
            <a:ext cx="35114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Asesores que financiaron en conciliaciones vs capacitados (cruzados por cédula).</a:t>
            </a:r>
            <a:endParaRPr lang="en-US" sz="696" dirty="0"/>
          </a:p>
        </p:txBody>
      </p:sp>
      <p:sp>
        <p:nvSpPr>
          <p:cNvPr id="4" name="Text 1"/>
          <p:cNvSpPr/>
          <p:nvPr/>
        </p:nvSpPr>
        <p:spPr>
          <a:xfrm>
            <a:off x="571486" y="209550"/>
            <a:ext cx="5343743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y Distribución Geográfica</a:t>
            </a:r>
            <a:endParaRPr lang="en-US" sz="1260" dirty="0"/>
          </a:p>
        </p:txBody>
      </p:sp>
      <p:sp>
        <p:nvSpPr>
          <p:cNvPr id="5" name="Text 2"/>
          <p:cNvSpPr/>
          <p:nvPr/>
        </p:nvSpPr>
        <p:spPr>
          <a:xfrm>
            <a:off x="857229" y="1028700"/>
            <a:ext cx="2957874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de Formación por Aliado (Ene-Ago 2026)</a:t>
            </a:r>
            <a:endParaRPr lang="en-US" sz="888" dirty="0"/>
          </a:p>
        </p:txBody>
      </p:sp>
      <p:sp>
        <p:nvSpPr>
          <p:cNvPr id="6" name="Text 3"/>
          <p:cNvSpPr/>
          <p:nvPr/>
        </p:nvSpPr>
        <p:spPr>
          <a:xfrm>
            <a:off x="7707616" y="4000500"/>
            <a:ext cx="1803431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Municipios Visitados (Ene-Ago)</a:t>
            </a:r>
            <a:endParaRPr lang="en-US" sz="888" dirty="0"/>
          </a:p>
        </p:txBody>
      </p:sp>
      <p:sp>
        <p:nvSpPr>
          <p:cNvPr id="7" name="Text 4"/>
          <p:cNvSpPr/>
          <p:nvPr/>
        </p:nvSpPr>
        <p:spPr>
          <a:xfrm>
            <a:off x="7707616" y="1028700"/>
            <a:ext cx="1761468" cy="13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Cobertura por Mes (Semestre)</a:t>
            </a:r>
            <a:endParaRPr lang="en-US" sz="888" dirty="0"/>
          </a:p>
        </p:txBody>
      </p:sp>
      <p:sp>
        <p:nvSpPr>
          <p:cNvPr id="8" name="Text 5"/>
          <p:cNvSpPr/>
          <p:nvPr/>
        </p:nvSpPr>
        <p:spPr>
          <a:xfrm>
            <a:off x="4006204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 La Boyaca</a:t>
            </a:r>
            <a:endParaRPr lang="en-US" sz="720" dirty="0"/>
          </a:p>
        </p:txBody>
      </p:sp>
      <p:sp>
        <p:nvSpPr>
          <p:cNvPr id="9" name="Text 6"/>
          <p:cNvSpPr/>
          <p:nvPr/>
        </p:nvSpPr>
        <p:spPr>
          <a:xfrm>
            <a:off x="4006204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Tropico</a:t>
            </a:r>
            <a:endParaRPr lang="en-US" sz="720" dirty="0"/>
          </a:p>
        </p:txBody>
      </p:sp>
      <p:sp>
        <p:nvSpPr>
          <p:cNvPr id="10" name="Text 7"/>
          <p:cNvSpPr/>
          <p:nvPr/>
        </p:nvSpPr>
        <p:spPr>
          <a:xfrm>
            <a:off x="7555220" y="44386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Occidente</a:t>
            </a:r>
            <a:endParaRPr lang="en-US" sz="672" dirty="0"/>
          </a:p>
        </p:txBody>
      </p:sp>
      <p:sp>
        <p:nvSpPr>
          <p:cNvPr id="11" name="Text 8"/>
          <p:cNvSpPr/>
          <p:nvPr/>
        </p:nvSpPr>
        <p:spPr>
          <a:xfrm>
            <a:off x="704832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M&amp;F Super Gas</a:t>
            </a:r>
            <a:endParaRPr lang="en-US" sz="720" dirty="0"/>
          </a:p>
        </p:txBody>
      </p:sp>
      <p:sp>
        <p:nvSpPr>
          <p:cNvPr id="12" name="Text 9"/>
          <p:cNvSpPr/>
          <p:nvPr/>
        </p:nvSpPr>
        <p:spPr>
          <a:xfrm>
            <a:off x="704832" y="34706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Carrera Motos</a:t>
            </a:r>
            <a:endParaRPr lang="en-US" sz="720" dirty="0"/>
          </a:p>
        </p:txBody>
      </p:sp>
      <p:sp>
        <p:nvSpPr>
          <p:cNvPr id="13" name="Text 10"/>
          <p:cNvSpPr/>
          <p:nvPr/>
        </p:nvSpPr>
        <p:spPr>
          <a:xfrm>
            <a:off x="704832" y="42136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Planeta Motos</a:t>
            </a:r>
            <a:endParaRPr lang="en-US" sz="720" dirty="0"/>
          </a:p>
        </p:txBody>
      </p:sp>
      <p:sp>
        <p:nvSpPr>
          <p:cNvPr id="14" name="Text 11"/>
          <p:cNvSpPr/>
          <p:nvPr/>
        </p:nvSpPr>
        <p:spPr>
          <a:xfrm>
            <a:off x="4006204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Motos Del Sur</a:t>
            </a:r>
            <a:endParaRPr lang="en-US" sz="720" dirty="0"/>
          </a:p>
        </p:txBody>
      </p:sp>
      <p:sp>
        <p:nvSpPr>
          <p:cNvPr id="15" name="Text 12"/>
          <p:cNvSpPr/>
          <p:nvPr/>
        </p:nvSpPr>
        <p:spPr>
          <a:xfrm>
            <a:off x="7555220" y="35052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Prom. Ene-Ago</a:t>
            </a:r>
            <a:endParaRPr lang="en-US" sz="720" dirty="0"/>
          </a:p>
        </p:txBody>
      </p:sp>
      <p:sp>
        <p:nvSpPr>
          <p:cNvPr id="16" name="Text 13"/>
          <p:cNvSpPr/>
          <p:nvPr/>
        </p:nvSpPr>
        <p:spPr>
          <a:xfrm>
            <a:off x="7555220" y="42576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Centro</a:t>
            </a:r>
            <a:endParaRPr lang="en-US" sz="672" dirty="0"/>
          </a:p>
        </p:txBody>
      </p:sp>
      <p:sp>
        <p:nvSpPr>
          <p:cNvPr id="17" name="Text 14"/>
          <p:cNvSpPr/>
          <p:nvPr/>
        </p:nvSpPr>
        <p:spPr>
          <a:xfrm>
            <a:off x="704832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Multintegral</a:t>
            </a:r>
            <a:endParaRPr lang="en-US" sz="720" dirty="0"/>
          </a:p>
        </p:txBody>
      </p:sp>
      <p:sp>
        <p:nvSpPr>
          <p:cNvPr id="18" name="Text 15"/>
          <p:cNvSpPr/>
          <p:nvPr/>
        </p:nvSpPr>
        <p:spPr>
          <a:xfrm>
            <a:off x="704832" y="24800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Merpes</a:t>
            </a:r>
            <a:endParaRPr lang="en-US" sz="720" dirty="0"/>
          </a:p>
        </p:txBody>
      </p:sp>
      <p:sp>
        <p:nvSpPr>
          <p:cNvPr id="19" name="Text 16"/>
          <p:cNvSpPr/>
          <p:nvPr/>
        </p:nvSpPr>
        <p:spPr>
          <a:xfrm>
            <a:off x="704832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Electroferia</a:t>
            </a:r>
            <a:endParaRPr lang="en-US" sz="720" dirty="0"/>
          </a:p>
        </p:txBody>
      </p:sp>
      <p:sp>
        <p:nvSpPr>
          <p:cNvPr id="20" name="Text 17"/>
          <p:cNvSpPr/>
          <p:nvPr/>
        </p:nvSpPr>
        <p:spPr>
          <a:xfrm>
            <a:off x="4006204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Punto Center</a:t>
            </a:r>
            <a:endParaRPr lang="en-US" sz="720" dirty="0"/>
          </a:p>
        </p:txBody>
      </p:sp>
      <p:sp>
        <p:nvSpPr>
          <p:cNvPr id="21" name="Text 18"/>
          <p:cNvSpPr/>
          <p:nvPr/>
        </p:nvSpPr>
        <p:spPr>
          <a:xfrm>
            <a:off x="704832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Maximuebles</a:t>
            </a:r>
            <a:endParaRPr lang="en-US" sz="720" dirty="0"/>
          </a:p>
        </p:txBody>
      </p:sp>
      <p:sp>
        <p:nvSpPr>
          <p:cNvPr id="22" name="Text 19"/>
          <p:cNvSpPr/>
          <p:nvPr/>
        </p:nvSpPr>
        <p:spPr>
          <a:xfrm>
            <a:off x="4006204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Moto Market</a:t>
            </a:r>
            <a:endParaRPr lang="en-US" sz="720" dirty="0"/>
          </a:p>
        </p:txBody>
      </p:sp>
      <p:sp>
        <p:nvSpPr>
          <p:cNvPr id="23" name="Text 20"/>
          <p:cNvSpPr/>
          <p:nvPr/>
        </p:nvSpPr>
        <p:spPr>
          <a:xfrm>
            <a:off x="4006204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Distrimotos</a:t>
            </a:r>
            <a:endParaRPr lang="en-US" sz="720" dirty="0"/>
          </a:p>
        </p:txBody>
      </p:sp>
      <p:sp>
        <p:nvSpPr>
          <p:cNvPr id="24" name="Text 21"/>
          <p:cNvSpPr/>
          <p:nvPr/>
        </p:nvSpPr>
        <p:spPr>
          <a:xfrm>
            <a:off x="9587715" y="49815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Bucaramanga</a:t>
            </a:r>
            <a:endParaRPr lang="en-US" sz="672" dirty="0"/>
          </a:p>
        </p:txBody>
      </p:sp>
      <p:sp>
        <p:nvSpPr>
          <p:cNvPr id="25" name="Text 22"/>
          <p:cNvSpPr/>
          <p:nvPr/>
        </p:nvSpPr>
        <p:spPr>
          <a:xfrm>
            <a:off x="704832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Casa Bajaj</a:t>
            </a:r>
            <a:endParaRPr lang="en-US" sz="720" dirty="0"/>
          </a:p>
        </p:txBody>
      </p:sp>
      <p:sp>
        <p:nvSpPr>
          <p:cNvPr id="26" name="Text 23"/>
          <p:cNvSpPr/>
          <p:nvPr/>
        </p:nvSpPr>
        <p:spPr>
          <a:xfrm>
            <a:off x="4006204" y="19847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Credimovil</a:t>
            </a:r>
            <a:endParaRPr lang="en-US" sz="720" dirty="0"/>
          </a:p>
        </p:txBody>
      </p:sp>
      <p:sp>
        <p:nvSpPr>
          <p:cNvPr id="27" name="Text 24"/>
          <p:cNvSpPr/>
          <p:nvPr/>
        </p:nvSpPr>
        <p:spPr>
          <a:xfrm>
            <a:off x="4006204" y="29753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Distritodo</a:t>
            </a:r>
            <a:endParaRPr lang="en-US" sz="720" dirty="0"/>
          </a:p>
        </p:txBody>
      </p:sp>
      <p:sp>
        <p:nvSpPr>
          <p:cNvPr id="28" name="Text 25"/>
          <p:cNvSpPr/>
          <p:nvPr/>
        </p:nvSpPr>
        <p:spPr>
          <a:xfrm>
            <a:off x="7555220" y="46196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Bogotá Sur</a:t>
            </a:r>
            <a:endParaRPr lang="en-US" sz="672" dirty="0"/>
          </a:p>
        </p:txBody>
      </p:sp>
      <p:sp>
        <p:nvSpPr>
          <p:cNvPr id="29" name="Text 26"/>
          <p:cNvSpPr/>
          <p:nvPr/>
        </p:nvSpPr>
        <p:spPr>
          <a:xfrm>
            <a:off x="9587715" y="44386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Facatativá</a:t>
            </a:r>
            <a:endParaRPr lang="en-US" sz="672" dirty="0"/>
          </a:p>
        </p:txBody>
      </p:sp>
      <p:sp>
        <p:nvSpPr>
          <p:cNvPr id="30" name="Text 27"/>
          <p:cNvSpPr/>
          <p:nvPr/>
        </p:nvSpPr>
        <p:spPr>
          <a:xfrm>
            <a:off x="4006204" y="32230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Grupo Uma</a:t>
            </a:r>
            <a:endParaRPr lang="en-US" sz="720" dirty="0"/>
          </a:p>
        </p:txBody>
      </p:sp>
      <p:sp>
        <p:nvSpPr>
          <p:cNvPr id="31" name="Text 28"/>
          <p:cNvSpPr/>
          <p:nvPr/>
        </p:nvSpPr>
        <p:spPr>
          <a:xfrm>
            <a:off x="9587715" y="48006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Zipaquirá</a:t>
            </a:r>
            <a:endParaRPr lang="en-US" sz="672" dirty="0"/>
          </a:p>
        </p:txBody>
      </p:sp>
      <p:sp>
        <p:nvSpPr>
          <p:cNvPr id="32" name="Text 29"/>
          <p:cNvSpPr/>
          <p:nvPr/>
        </p:nvSpPr>
        <p:spPr>
          <a:xfrm>
            <a:off x="704832" y="27277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Tech Red</a:t>
            </a:r>
            <a:endParaRPr lang="en-US" sz="720" dirty="0"/>
          </a:p>
        </p:txBody>
      </p:sp>
      <p:sp>
        <p:nvSpPr>
          <p:cNvPr id="33" name="Text 30"/>
          <p:cNvSpPr/>
          <p:nvPr/>
        </p:nvSpPr>
        <p:spPr>
          <a:xfrm>
            <a:off x="704832" y="37183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Dismerca</a:t>
            </a:r>
            <a:endParaRPr lang="en-US" sz="720" dirty="0"/>
          </a:p>
        </p:txBody>
      </p:sp>
      <p:sp>
        <p:nvSpPr>
          <p:cNvPr id="34" name="Text 31"/>
          <p:cNvSpPr/>
          <p:nvPr/>
        </p:nvSpPr>
        <p:spPr>
          <a:xfrm>
            <a:off x="4006204" y="396597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Janmotor</a:t>
            </a:r>
            <a:endParaRPr lang="en-US" sz="720" dirty="0"/>
          </a:p>
        </p:txBody>
      </p:sp>
      <p:sp>
        <p:nvSpPr>
          <p:cNvPr id="35" name="Text 32"/>
          <p:cNvSpPr/>
          <p:nvPr/>
        </p:nvSpPr>
        <p:spPr>
          <a:xfrm>
            <a:off x="9587715" y="42576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Sogamoso</a:t>
            </a:r>
            <a:endParaRPr lang="en-US" sz="672" dirty="0"/>
          </a:p>
        </p:txBody>
      </p:sp>
      <p:sp>
        <p:nvSpPr>
          <p:cNvPr id="36" name="Text 33"/>
          <p:cNvSpPr/>
          <p:nvPr/>
        </p:nvSpPr>
        <p:spPr>
          <a:xfrm>
            <a:off x="9587715" y="461962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Mosquera</a:t>
            </a:r>
            <a:endParaRPr lang="en-US" sz="672" dirty="0"/>
          </a:p>
        </p:txBody>
      </p:sp>
      <p:sp>
        <p:nvSpPr>
          <p:cNvPr id="37" name="Text 34"/>
          <p:cNvSpPr/>
          <p:nvPr/>
        </p:nvSpPr>
        <p:spPr>
          <a:xfrm>
            <a:off x="704832" y="22324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Diverxa</a:t>
            </a:r>
            <a:endParaRPr lang="en-US" sz="720" dirty="0"/>
          </a:p>
        </p:txBody>
      </p:sp>
      <p:sp>
        <p:nvSpPr>
          <p:cNvPr id="38" name="Text 35"/>
          <p:cNvSpPr/>
          <p:nvPr/>
        </p:nvSpPr>
        <p:spPr>
          <a:xfrm>
            <a:off x="8536999" y="1276350"/>
            <a:ext cx="761847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9" name="Text 36"/>
          <p:cNvSpPr/>
          <p:nvPr/>
        </p:nvSpPr>
        <p:spPr>
          <a:xfrm>
            <a:off x="704832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0" name="Text 37"/>
          <p:cNvSpPr/>
          <p:nvPr/>
        </p:nvSpPr>
        <p:spPr>
          <a:xfrm>
            <a:off x="4006204" y="1489472"/>
            <a:ext cx="155680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</a:t>
            </a:r>
            <a:endParaRPr lang="en-US" sz="888" dirty="0"/>
          </a:p>
        </p:txBody>
      </p:sp>
      <p:sp>
        <p:nvSpPr>
          <p:cNvPr id="41" name="Text 38"/>
          <p:cNvSpPr/>
          <p:nvPr/>
        </p:nvSpPr>
        <p:spPr>
          <a:xfrm>
            <a:off x="9277398" y="1276350"/>
            <a:ext cx="73640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Capac.</a:t>
            </a:r>
            <a:endParaRPr lang="en-US" sz="888" dirty="0"/>
          </a:p>
        </p:txBody>
      </p:sp>
      <p:sp>
        <p:nvSpPr>
          <p:cNvPr id="42" name="Text 39"/>
          <p:cNvSpPr/>
          <p:nvPr/>
        </p:nvSpPr>
        <p:spPr>
          <a:xfrm>
            <a:off x="10710147" y="1276350"/>
            <a:ext cx="77671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 %</a:t>
            </a:r>
            <a:endParaRPr lang="en-US" sz="888" dirty="0"/>
          </a:p>
        </p:txBody>
      </p:sp>
      <p:sp>
        <p:nvSpPr>
          <p:cNvPr id="43" name="Text 40"/>
          <p:cNvSpPr/>
          <p:nvPr/>
        </p:nvSpPr>
        <p:spPr>
          <a:xfrm>
            <a:off x="7555220" y="4981575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Soacha</a:t>
            </a:r>
            <a:endParaRPr lang="en-US" sz="672" dirty="0"/>
          </a:p>
        </p:txBody>
      </p:sp>
      <p:sp>
        <p:nvSpPr>
          <p:cNvPr id="44" name="Text 41"/>
          <p:cNvSpPr/>
          <p:nvPr/>
        </p:nvSpPr>
        <p:spPr>
          <a:xfrm>
            <a:off x="9587715" y="51625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Madrid</a:t>
            </a:r>
            <a:endParaRPr lang="en-US" sz="672" dirty="0"/>
          </a:p>
        </p:txBody>
      </p:sp>
      <p:sp>
        <p:nvSpPr>
          <p:cNvPr id="45" name="Text 42"/>
          <p:cNvSpPr/>
          <p:nvPr/>
        </p:nvSpPr>
        <p:spPr>
          <a:xfrm>
            <a:off x="4006204" y="1737122"/>
            <a:ext cx="1556804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Asyco</a:t>
            </a:r>
            <a:endParaRPr lang="en-US" sz="720" dirty="0"/>
          </a:p>
        </p:txBody>
      </p:sp>
      <p:sp>
        <p:nvSpPr>
          <p:cNvPr id="46" name="Text 43"/>
          <p:cNvSpPr/>
          <p:nvPr/>
        </p:nvSpPr>
        <p:spPr>
          <a:xfrm>
            <a:off x="9992230" y="1276350"/>
            <a:ext cx="740540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Ambos</a:t>
            </a:r>
            <a:endParaRPr lang="en-US" sz="888" dirty="0"/>
          </a:p>
        </p:txBody>
      </p:sp>
      <p:sp>
        <p:nvSpPr>
          <p:cNvPr id="47" name="Text 44"/>
          <p:cNvSpPr/>
          <p:nvPr/>
        </p:nvSpPr>
        <p:spPr>
          <a:xfrm>
            <a:off x="10710147" y="15144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15,0%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10710147" y="20097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18,6%</a:t>
            </a:r>
            <a:endParaRPr lang="en-US" sz="816" dirty="0"/>
          </a:p>
        </p:txBody>
      </p:sp>
      <p:sp>
        <p:nvSpPr>
          <p:cNvPr id="49" name="Text 46"/>
          <p:cNvSpPr/>
          <p:nvPr/>
        </p:nvSpPr>
        <p:spPr>
          <a:xfrm>
            <a:off x="10710147" y="27527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10,8%</a:t>
            </a:r>
            <a:endParaRPr lang="en-US" sz="816" dirty="0"/>
          </a:p>
        </p:txBody>
      </p:sp>
      <p:sp>
        <p:nvSpPr>
          <p:cNvPr id="50" name="Text 47"/>
          <p:cNvSpPr/>
          <p:nvPr/>
        </p:nvSpPr>
        <p:spPr>
          <a:xfrm>
            <a:off x="7555220" y="480060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Tunja</a:t>
            </a:r>
            <a:endParaRPr lang="en-US" sz="672" dirty="0"/>
          </a:p>
        </p:txBody>
      </p:sp>
      <p:sp>
        <p:nvSpPr>
          <p:cNvPr id="51" name="Text 48"/>
          <p:cNvSpPr/>
          <p:nvPr/>
        </p:nvSpPr>
        <p:spPr>
          <a:xfrm>
            <a:off x="220306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2" name="Text 49"/>
          <p:cNvSpPr/>
          <p:nvPr/>
        </p:nvSpPr>
        <p:spPr>
          <a:xfrm>
            <a:off x="2643886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3" name="Text 50"/>
          <p:cNvSpPr/>
          <p:nvPr/>
        </p:nvSpPr>
        <p:spPr>
          <a:xfrm>
            <a:off x="3075252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4" name="Text 51"/>
          <p:cNvSpPr/>
          <p:nvPr/>
        </p:nvSpPr>
        <p:spPr>
          <a:xfrm>
            <a:off x="5504440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Fin.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5945258" y="1489472"/>
            <a:ext cx="45404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Cap.</a:t>
            </a:r>
            <a:endParaRPr lang="en-US" sz="888" dirty="0"/>
          </a:p>
        </p:txBody>
      </p:sp>
      <p:sp>
        <p:nvSpPr>
          <p:cNvPr id="56" name="Text 53"/>
          <p:cNvSpPr/>
          <p:nvPr/>
        </p:nvSpPr>
        <p:spPr>
          <a:xfrm>
            <a:off x="6376624" y="1489472"/>
            <a:ext cx="778556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Cob.</a:t>
            </a:r>
            <a:endParaRPr lang="en-US" sz="888" dirty="0"/>
          </a:p>
        </p:txBody>
      </p:sp>
      <p:sp>
        <p:nvSpPr>
          <p:cNvPr id="57" name="Text 54"/>
          <p:cNvSpPr/>
          <p:nvPr/>
        </p:nvSpPr>
        <p:spPr>
          <a:xfrm>
            <a:off x="6376624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8" name="Text 55"/>
          <p:cNvSpPr/>
          <p:nvPr/>
        </p:nvSpPr>
        <p:spPr>
          <a:xfrm>
            <a:off x="6376624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59" name="Text 56"/>
          <p:cNvSpPr/>
          <p:nvPr/>
        </p:nvSpPr>
        <p:spPr>
          <a:xfrm>
            <a:off x="6376624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100%</a:t>
            </a:r>
            <a:endParaRPr lang="en-US" sz="816" dirty="0"/>
          </a:p>
        </p:txBody>
      </p:sp>
      <p:sp>
        <p:nvSpPr>
          <p:cNvPr id="60" name="Text 57"/>
          <p:cNvSpPr/>
          <p:nvPr/>
        </p:nvSpPr>
        <p:spPr>
          <a:xfrm>
            <a:off x="10710147" y="17621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4,4%</a:t>
            </a:r>
            <a:endParaRPr lang="en-US" sz="816" dirty="0"/>
          </a:p>
        </p:txBody>
      </p:sp>
      <p:sp>
        <p:nvSpPr>
          <p:cNvPr id="61" name="Text 58"/>
          <p:cNvSpPr/>
          <p:nvPr/>
        </p:nvSpPr>
        <p:spPr>
          <a:xfrm>
            <a:off x="10710147" y="22574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7,9%</a:t>
            </a:r>
            <a:endParaRPr lang="en-US" sz="816" dirty="0"/>
          </a:p>
        </p:txBody>
      </p:sp>
      <p:sp>
        <p:nvSpPr>
          <p:cNvPr id="62" name="Text 59"/>
          <p:cNvSpPr/>
          <p:nvPr/>
        </p:nvSpPr>
        <p:spPr>
          <a:xfrm>
            <a:off x="10710147" y="25050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8,3%</a:t>
            </a:r>
            <a:endParaRPr lang="en-US" sz="816" dirty="0"/>
          </a:p>
        </p:txBody>
      </p:sp>
      <p:sp>
        <p:nvSpPr>
          <p:cNvPr id="63" name="Text 60"/>
          <p:cNvSpPr/>
          <p:nvPr/>
        </p:nvSpPr>
        <p:spPr>
          <a:xfrm>
            <a:off x="10710147" y="30003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6,5%</a:t>
            </a:r>
            <a:endParaRPr lang="en-US" sz="816" dirty="0"/>
          </a:p>
        </p:txBody>
      </p:sp>
      <p:sp>
        <p:nvSpPr>
          <p:cNvPr id="64" name="Text 61"/>
          <p:cNvSpPr/>
          <p:nvPr/>
        </p:nvSpPr>
        <p:spPr>
          <a:xfrm>
            <a:off x="10710147" y="324802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6,2%</a:t>
            </a:r>
            <a:endParaRPr lang="en-US" sz="816" dirty="0"/>
          </a:p>
        </p:txBody>
      </p:sp>
      <p:sp>
        <p:nvSpPr>
          <p:cNvPr id="65" name="Text 62"/>
          <p:cNvSpPr/>
          <p:nvPr/>
        </p:nvSpPr>
        <p:spPr>
          <a:xfrm>
            <a:off x="10710147" y="3495675"/>
            <a:ext cx="77671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9,7%</a:t>
            </a:r>
            <a:endParaRPr lang="en-US" sz="816" dirty="0"/>
          </a:p>
        </p:txBody>
      </p:sp>
      <p:sp>
        <p:nvSpPr>
          <p:cNvPr id="66" name="Text 63"/>
          <p:cNvSpPr/>
          <p:nvPr/>
        </p:nvSpPr>
        <p:spPr>
          <a:xfrm>
            <a:off x="7555220" y="5162550"/>
            <a:ext cx="1466977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67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Chía</a:t>
            </a:r>
            <a:endParaRPr lang="en-US" sz="672" dirty="0"/>
          </a:p>
        </p:txBody>
      </p:sp>
      <p:sp>
        <p:nvSpPr>
          <p:cNvPr id="67" name="Text 64"/>
          <p:cNvSpPr/>
          <p:nvPr/>
        </p:nvSpPr>
        <p:spPr>
          <a:xfrm>
            <a:off x="220306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20" dirty="0"/>
          </a:p>
        </p:txBody>
      </p:sp>
      <p:sp>
        <p:nvSpPr>
          <p:cNvPr id="68" name="Text 65"/>
          <p:cNvSpPr/>
          <p:nvPr/>
        </p:nvSpPr>
        <p:spPr>
          <a:xfrm>
            <a:off x="3075252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10%</a:t>
            </a:r>
            <a:endParaRPr lang="en-US" sz="816" dirty="0"/>
          </a:p>
        </p:txBody>
      </p:sp>
      <p:sp>
        <p:nvSpPr>
          <p:cNvPr id="69" name="Text 66"/>
          <p:cNvSpPr/>
          <p:nvPr/>
        </p:nvSpPr>
        <p:spPr>
          <a:xfrm>
            <a:off x="3075252" y="19752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29%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3075252" y="22228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56%</a:t>
            </a:r>
            <a:endParaRPr lang="en-US" sz="816" dirty="0"/>
          </a:p>
        </p:txBody>
      </p:sp>
      <p:sp>
        <p:nvSpPr>
          <p:cNvPr id="71" name="Text 68"/>
          <p:cNvSpPr/>
          <p:nvPr/>
        </p:nvSpPr>
        <p:spPr>
          <a:xfrm>
            <a:off x="3075252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19%</a:t>
            </a:r>
            <a:endParaRPr lang="en-US" sz="816" dirty="0"/>
          </a:p>
        </p:txBody>
      </p:sp>
      <p:sp>
        <p:nvSpPr>
          <p:cNvPr id="72" name="Text 69"/>
          <p:cNvSpPr/>
          <p:nvPr/>
        </p:nvSpPr>
        <p:spPr>
          <a:xfrm>
            <a:off x="3075252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69%</a:t>
            </a:r>
            <a:endParaRPr lang="en-US" sz="816" dirty="0"/>
          </a:p>
        </p:txBody>
      </p:sp>
      <p:sp>
        <p:nvSpPr>
          <p:cNvPr id="73" name="Text 70"/>
          <p:cNvSpPr/>
          <p:nvPr/>
        </p:nvSpPr>
        <p:spPr>
          <a:xfrm>
            <a:off x="3075252" y="32134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78%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3075252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38%</a:t>
            </a:r>
            <a:endParaRPr lang="en-US" sz="816" dirty="0"/>
          </a:p>
        </p:txBody>
      </p:sp>
      <p:sp>
        <p:nvSpPr>
          <p:cNvPr id="75" name="Text 72"/>
          <p:cNvSpPr/>
          <p:nvPr/>
        </p:nvSpPr>
        <p:spPr>
          <a:xfrm>
            <a:off x="3075252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17%</a:t>
            </a:r>
            <a:endParaRPr lang="en-US" sz="816" dirty="0"/>
          </a:p>
        </p:txBody>
      </p:sp>
      <p:sp>
        <p:nvSpPr>
          <p:cNvPr id="76" name="Text 73"/>
          <p:cNvSpPr/>
          <p:nvPr/>
        </p:nvSpPr>
        <p:spPr>
          <a:xfrm>
            <a:off x="3075252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25%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6376624" y="24705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67%</a:t>
            </a:r>
            <a:endParaRPr lang="en-US" sz="816" dirty="0"/>
          </a:p>
        </p:txBody>
      </p:sp>
      <p:sp>
        <p:nvSpPr>
          <p:cNvPr id="78" name="Text 75"/>
          <p:cNvSpPr/>
          <p:nvPr/>
        </p:nvSpPr>
        <p:spPr>
          <a:xfrm>
            <a:off x="6376624" y="29658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50%</a:t>
            </a:r>
            <a:endParaRPr lang="en-US" sz="816" dirty="0"/>
          </a:p>
        </p:txBody>
      </p:sp>
      <p:sp>
        <p:nvSpPr>
          <p:cNvPr id="79" name="Text 76"/>
          <p:cNvSpPr/>
          <p:nvPr/>
        </p:nvSpPr>
        <p:spPr>
          <a:xfrm>
            <a:off x="6376624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0" name="Text 77"/>
          <p:cNvSpPr/>
          <p:nvPr/>
        </p:nvSpPr>
        <p:spPr>
          <a:xfrm>
            <a:off x="6376624" y="42040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81" name="Text 78"/>
          <p:cNvSpPr/>
          <p:nvPr/>
        </p:nvSpPr>
        <p:spPr>
          <a:xfrm>
            <a:off x="7555220" y="1276350"/>
            <a:ext cx="103408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2" name="Text 79"/>
          <p:cNvSpPr/>
          <p:nvPr/>
        </p:nvSpPr>
        <p:spPr>
          <a:xfrm>
            <a:off x="7555220" y="15240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20" dirty="0"/>
          </a:p>
        </p:txBody>
      </p:sp>
      <p:sp>
        <p:nvSpPr>
          <p:cNvPr id="83" name="Text 80"/>
          <p:cNvSpPr/>
          <p:nvPr/>
        </p:nvSpPr>
        <p:spPr>
          <a:xfrm>
            <a:off x="7555220" y="17716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20" dirty="0"/>
          </a:p>
        </p:txBody>
      </p:sp>
      <p:sp>
        <p:nvSpPr>
          <p:cNvPr id="84" name="Text 81"/>
          <p:cNvSpPr/>
          <p:nvPr/>
        </p:nvSpPr>
        <p:spPr>
          <a:xfrm>
            <a:off x="7555220" y="20193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20" dirty="0"/>
          </a:p>
        </p:txBody>
      </p:sp>
      <p:sp>
        <p:nvSpPr>
          <p:cNvPr id="85" name="Text 82"/>
          <p:cNvSpPr/>
          <p:nvPr/>
        </p:nvSpPr>
        <p:spPr>
          <a:xfrm>
            <a:off x="7555220" y="22669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20" dirty="0"/>
          </a:p>
        </p:txBody>
      </p:sp>
      <p:sp>
        <p:nvSpPr>
          <p:cNvPr id="86" name="Text 83"/>
          <p:cNvSpPr/>
          <p:nvPr/>
        </p:nvSpPr>
        <p:spPr>
          <a:xfrm>
            <a:off x="7555220" y="25146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20" dirty="0"/>
          </a:p>
        </p:txBody>
      </p:sp>
      <p:sp>
        <p:nvSpPr>
          <p:cNvPr id="87" name="Text 84"/>
          <p:cNvSpPr/>
          <p:nvPr/>
        </p:nvSpPr>
        <p:spPr>
          <a:xfrm>
            <a:off x="7555220" y="27622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20" dirty="0"/>
          </a:p>
        </p:txBody>
      </p:sp>
      <p:sp>
        <p:nvSpPr>
          <p:cNvPr id="88" name="Text 85"/>
          <p:cNvSpPr/>
          <p:nvPr/>
        </p:nvSpPr>
        <p:spPr>
          <a:xfrm>
            <a:off x="7555220" y="300990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20" dirty="0"/>
          </a:p>
        </p:txBody>
      </p:sp>
      <p:sp>
        <p:nvSpPr>
          <p:cNvPr id="89" name="Text 86"/>
          <p:cNvSpPr/>
          <p:nvPr/>
        </p:nvSpPr>
        <p:spPr>
          <a:xfrm>
            <a:off x="7555220" y="3257550"/>
            <a:ext cx="1034089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20" dirty="0"/>
          </a:p>
        </p:txBody>
      </p:sp>
      <p:sp>
        <p:nvSpPr>
          <p:cNvPr id="90" name="Text 87"/>
          <p:cNvSpPr/>
          <p:nvPr/>
        </p:nvSpPr>
        <p:spPr>
          <a:xfrm>
            <a:off x="8965222" y="42576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283</a:t>
            </a:r>
            <a:endParaRPr lang="en-US" sz="672" dirty="0"/>
          </a:p>
        </p:txBody>
      </p:sp>
      <p:sp>
        <p:nvSpPr>
          <p:cNvPr id="91" name="Text 88"/>
          <p:cNvSpPr/>
          <p:nvPr/>
        </p:nvSpPr>
        <p:spPr>
          <a:xfrm>
            <a:off x="8965222" y="44386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672" dirty="0"/>
          </a:p>
        </p:txBody>
      </p:sp>
      <p:sp>
        <p:nvSpPr>
          <p:cNvPr id="92" name="Text 89"/>
          <p:cNvSpPr/>
          <p:nvPr/>
        </p:nvSpPr>
        <p:spPr>
          <a:xfrm>
            <a:off x="2643886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720" dirty="0"/>
          </a:p>
        </p:txBody>
      </p:sp>
      <p:sp>
        <p:nvSpPr>
          <p:cNvPr id="93" name="Text 90"/>
          <p:cNvSpPr/>
          <p:nvPr/>
        </p:nvSpPr>
        <p:spPr>
          <a:xfrm>
            <a:off x="220306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94" name="Text 91"/>
          <p:cNvSpPr/>
          <p:nvPr/>
        </p:nvSpPr>
        <p:spPr>
          <a:xfrm>
            <a:off x="2643886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5" name="Text 92"/>
          <p:cNvSpPr/>
          <p:nvPr/>
        </p:nvSpPr>
        <p:spPr>
          <a:xfrm>
            <a:off x="220306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6" name="Text 93"/>
          <p:cNvSpPr/>
          <p:nvPr/>
        </p:nvSpPr>
        <p:spPr>
          <a:xfrm>
            <a:off x="2643886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20" dirty="0"/>
          </a:p>
        </p:txBody>
      </p:sp>
      <p:sp>
        <p:nvSpPr>
          <p:cNvPr id="97" name="Text 94"/>
          <p:cNvSpPr/>
          <p:nvPr/>
        </p:nvSpPr>
        <p:spPr>
          <a:xfrm>
            <a:off x="220306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20" dirty="0"/>
          </a:p>
        </p:txBody>
      </p:sp>
      <p:sp>
        <p:nvSpPr>
          <p:cNvPr id="98" name="Text 95"/>
          <p:cNvSpPr/>
          <p:nvPr/>
        </p:nvSpPr>
        <p:spPr>
          <a:xfrm>
            <a:off x="220306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720" dirty="0"/>
          </a:p>
        </p:txBody>
      </p:sp>
      <p:sp>
        <p:nvSpPr>
          <p:cNvPr id="99" name="Text 96"/>
          <p:cNvSpPr/>
          <p:nvPr/>
        </p:nvSpPr>
        <p:spPr>
          <a:xfrm>
            <a:off x="2643886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20" dirty="0"/>
          </a:p>
        </p:txBody>
      </p:sp>
      <p:sp>
        <p:nvSpPr>
          <p:cNvPr id="100" name="Text 97"/>
          <p:cNvSpPr/>
          <p:nvPr/>
        </p:nvSpPr>
        <p:spPr>
          <a:xfrm>
            <a:off x="3075252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7%</a:t>
            </a:r>
            <a:endParaRPr lang="en-US" sz="816" dirty="0"/>
          </a:p>
        </p:txBody>
      </p:sp>
      <p:sp>
        <p:nvSpPr>
          <p:cNvPr id="101" name="Text 98"/>
          <p:cNvSpPr/>
          <p:nvPr/>
        </p:nvSpPr>
        <p:spPr>
          <a:xfrm>
            <a:off x="220306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102" name="Text 99"/>
          <p:cNvSpPr/>
          <p:nvPr/>
        </p:nvSpPr>
        <p:spPr>
          <a:xfrm>
            <a:off x="2643886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</a:t>
            </a:r>
            <a:endParaRPr lang="en-US" sz="720" dirty="0"/>
          </a:p>
        </p:txBody>
      </p:sp>
      <p:sp>
        <p:nvSpPr>
          <p:cNvPr id="103" name="Text 100"/>
          <p:cNvSpPr/>
          <p:nvPr/>
        </p:nvSpPr>
        <p:spPr>
          <a:xfrm>
            <a:off x="2643886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36</a:t>
            </a:r>
            <a:endParaRPr lang="en-US" sz="720" dirty="0"/>
          </a:p>
        </p:txBody>
      </p:sp>
      <p:sp>
        <p:nvSpPr>
          <p:cNvPr id="104" name="Text 101"/>
          <p:cNvSpPr/>
          <p:nvPr/>
        </p:nvSpPr>
        <p:spPr>
          <a:xfrm>
            <a:off x="2643886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27</a:t>
            </a:r>
            <a:endParaRPr lang="en-US" sz="720" dirty="0"/>
          </a:p>
        </p:txBody>
      </p:sp>
      <p:sp>
        <p:nvSpPr>
          <p:cNvPr id="105" name="Text 102"/>
          <p:cNvSpPr/>
          <p:nvPr/>
        </p:nvSpPr>
        <p:spPr>
          <a:xfrm>
            <a:off x="2643886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20" dirty="0"/>
          </a:p>
        </p:txBody>
      </p:sp>
      <p:sp>
        <p:nvSpPr>
          <p:cNvPr id="106" name="Text 103"/>
          <p:cNvSpPr/>
          <p:nvPr/>
        </p:nvSpPr>
        <p:spPr>
          <a:xfrm>
            <a:off x="3075252" y="39564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7" name="Text 104"/>
          <p:cNvSpPr/>
          <p:nvPr/>
        </p:nvSpPr>
        <p:spPr>
          <a:xfrm>
            <a:off x="6376624" y="17275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08" name="Text 105"/>
          <p:cNvSpPr/>
          <p:nvPr/>
        </p:nvSpPr>
        <p:spPr>
          <a:xfrm>
            <a:off x="5945258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20" dirty="0"/>
          </a:p>
        </p:txBody>
      </p:sp>
      <p:sp>
        <p:nvSpPr>
          <p:cNvPr id="109" name="Text 106"/>
          <p:cNvSpPr/>
          <p:nvPr/>
        </p:nvSpPr>
        <p:spPr>
          <a:xfrm>
            <a:off x="5945258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110" name="Text 107"/>
          <p:cNvSpPr/>
          <p:nvPr/>
        </p:nvSpPr>
        <p:spPr>
          <a:xfrm>
            <a:off x="6376624" y="27181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1" name="Text 108"/>
          <p:cNvSpPr/>
          <p:nvPr/>
        </p:nvSpPr>
        <p:spPr>
          <a:xfrm>
            <a:off x="594525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17</a:t>
            </a:r>
            <a:endParaRPr lang="en-US" sz="720" dirty="0"/>
          </a:p>
        </p:txBody>
      </p:sp>
      <p:sp>
        <p:nvSpPr>
          <p:cNvPr id="112" name="Text 109"/>
          <p:cNvSpPr/>
          <p:nvPr/>
        </p:nvSpPr>
        <p:spPr>
          <a:xfrm>
            <a:off x="6376624" y="346114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3" name="Text 110"/>
          <p:cNvSpPr/>
          <p:nvPr/>
        </p:nvSpPr>
        <p:spPr>
          <a:xfrm>
            <a:off x="6376624" y="3708797"/>
            <a:ext cx="778556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0%</a:t>
            </a:r>
            <a:endParaRPr lang="en-US" sz="816" dirty="0"/>
          </a:p>
        </p:txBody>
      </p:sp>
      <p:sp>
        <p:nvSpPr>
          <p:cNvPr id="114" name="Text 111"/>
          <p:cNvSpPr/>
          <p:nvPr/>
        </p:nvSpPr>
        <p:spPr>
          <a:xfrm>
            <a:off x="8536999" y="15240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60</a:t>
            </a:r>
            <a:endParaRPr lang="en-US" sz="720" dirty="0"/>
          </a:p>
        </p:txBody>
      </p:sp>
      <p:sp>
        <p:nvSpPr>
          <p:cNvPr id="115" name="Text 112"/>
          <p:cNvSpPr/>
          <p:nvPr/>
        </p:nvSpPr>
        <p:spPr>
          <a:xfrm>
            <a:off x="9277398" y="15240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16" name="Text 113"/>
          <p:cNvSpPr/>
          <p:nvPr/>
        </p:nvSpPr>
        <p:spPr>
          <a:xfrm>
            <a:off x="8536999" y="17716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68</a:t>
            </a:r>
            <a:endParaRPr lang="en-US" sz="720" dirty="0"/>
          </a:p>
        </p:txBody>
      </p:sp>
      <p:sp>
        <p:nvSpPr>
          <p:cNvPr id="117" name="Text 114"/>
          <p:cNvSpPr/>
          <p:nvPr/>
        </p:nvSpPr>
        <p:spPr>
          <a:xfrm>
            <a:off x="9277398" y="17716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</a:t>
            </a:r>
            <a:endParaRPr lang="en-US" sz="720" dirty="0"/>
          </a:p>
        </p:txBody>
      </p:sp>
      <p:sp>
        <p:nvSpPr>
          <p:cNvPr id="118" name="Text 115"/>
          <p:cNvSpPr/>
          <p:nvPr/>
        </p:nvSpPr>
        <p:spPr>
          <a:xfrm>
            <a:off x="8536999" y="20193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43</a:t>
            </a:r>
            <a:endParaRPr lang="en-US" sz="720" dirty="0"/>
          </a:p>
        </p:txBody>
      </p:sp>
      <p:sp>
        <p:nvSpPr>
          <p:cNvPr id="119" name="Text 116"/>
          <p:cNvSpPr/>
          <p:nvPr/>
        </p:nvSpPr>
        <p:spPr>
          <a:xfrm>
            <a:off x="9277398" y="20193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93</a:t>
            </a:r>
            <a:endParaRPr lang="en-US" sz="720" dirty="0"/>
          </a:p>
        </p:txBody>
      </p:sp>
      <p:sp>
        <p:nvSpPr>
          <p:cNvPr id="120" name="Text 117"/>
          <p:cNvSpPr/>
          <p:nvPr/>
        </p:nvSpPr>
        <p:spPr>
          <a:xfrm>
            <a:off x="8536999" y="22669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1" name="Text 118"/>
          <p:cNvSpPr/>
          <p:nvPr/>
        </p:nvSpPr>
        <p:spPr>
          <a:xfrm>
            <a:off x="9277398" y="22669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2" name="Text 119"/>
          <p:cNvSpPr/>
          <p:nvPr/>
        </p:nvSpPr>
        <p:spPr>
          <a:xfrm>
            <a:off x="8536999" y="25146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23" name="Text 120"/>
          <p:cNvSpPr/>
          <p:nvPr/>
        </p:nvSpPr>
        <p:spPr>
          <a:xfrm>
            <a:off x="9277398" y="25146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20" dirty="0"/>
          </a:p>
        </p:txBody>
      </p:sp>
      <p:sp>
        <p:nvSpPr>
          <p:cNvPr id="124" name="Text 121"/>
          <p:cNvSpPr/>
          <p:nvPr/>
        </p:nvSpPr>
        <p:spPr>
          <a:xfrm>
            <a:off x="8536999" y="27622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</a:t>
            </a:r>
            <a:endParaRPr lang="en-US" sz="720" dirty="0"/>
          </a:p>
        </p:txBody>
      </p:sp>
      <p:sp>
        <p:nvSpPr>
          <p:cNvPr id="125" name="Text 122"/>
          <p:cNvSpPr/>
          <p:nvPr/>
        </p:nvSpPr>
        <p:spPr>
          <a:xfrm>
            <a:off x="9277398" y="27622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720" dirty="0"/>
          </a:p>
        </p:txBody>
      </p:sp>
      <p:sp>
        <p:nvSpPr>
          <p:cNvPr id="126" name="Text 123"/>
          <p:cNvSpPr/>
          <p:nvPr/>
        </p:nvSpPr>
        <p:spPr>
          <a:xfrm>
            <a:off x="8536999" y="30099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62</a:t>
            </a:r>
            <a:endParaRPr lang="en-US" sz="720" dirty="0"/>
          </a:p>
        </p:txBody>
      </p:sp>
      <p:sp>
        <p:nvSpPr>
          <p:cNvPr id="127" name="Text 124"/>
          <p:cNvSpPr/>
          <p:nvPr/>
        </p:nvSpPr>
        <p:spPr>
          <a:xfrm>
            <a:off x="9277398" y="30099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</a:t>
            </a:r>
            <a:endParaRPr lang="en-US" sz="720" dirty="0"/>
          </a:p>
        </p:txBody>
      </p:sp>
      <p:sp>
        <p:nvSpPr>
          <p:cNvPr id="128" name="Text 125"/>
          <p:cNvSpPr/>
          <p:nvPr/>
        </p:nvSpPr>
        <p:spPr>
          <a:xfrm>
            <a:off x="8536999" y="325755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</a:t>
            </a:r>
            <a:endParaRPr lang="en-US" sz="720" dirty="0"/>
          </a:p>
        </p:txBody>
      </p:sp>
      <p:sp>
        <p:nvSpPr>
          <p:cNvPr id="129" name="Text 126"/>
          <p:cNvSpPr/>
          <p:nvPr/>
        </p:nvSpPr>
        <p:spPr>
          <a:xfrm>
            <a:off x="9277398" y="325755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</a:t>
            </a:r>
            <a:endParaRPr lang="en-US" sz="720" dirty="0"/>
          </a:p>
        </p:txBody>
      </p:sp>
      <p:sp>
        <p:nvSpPr>
          <p:cNvPr id="130" name="Text 127"/>
          <p:cNvSpPr/>
          <p:nvPr/>
        </p:nvSpPr>
        <p:spPr>
          <a:xfrm>
            <a:off x="8536999" y="3505200"/>
            <a:ext cx="761847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53</a:t>
            </a:r>
            <a:endParaRPr lang="en-US" sz="720" dirty="0"/>
          </a:p>
        </p:txBody>
      </p:sp>
      <p:sp>
        <p:nvSpPr>
          <p:cNvPr id="131" name="Text 128"/>
          <p:cNvSpPr/>
          <p:nvPr/>
        </p:nvSpPr>
        <p:spPr>
          <a:xfrm>
            <a:off x="9277398" y="3505200"/>
            <a:ext cx="736401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64</a:t>
            </a:r>
            <a:endParaRPr lang="en-US" sz="720" dirty="0"/>
          </a:p>
        </p:txBody>
      </p:sp>
      <p:sp>
        <p:nvSpPr>
          <p:cNvPr id="132" name="Text 129"/>
          <p:cNvSpPr/>
          <p:nvPr/>
        </p:nvSpPr>
        <p:spPr>
          <a:xfrm>
            <a:off x="8965222" y="46196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42</a:t>
            </a:r>
            <a:endParaRPr lang="en-US" sz="672" dirty="0"/>
          </a:p>
        </p:txBody>
      </p:sp>
      <p:sp>
        <p:nvSpPr>
          <p:cNvPr id="133" name="Text 130"/>
          <p:cNvSpPr/>
          <p:nvPr/>
        </p:nvSpPr>
        <p:spPr>
          <a:xfrm>
            <a:off x="8965222" y="48006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33</a:t>
            </a:r>
            <a:endParaRPr lang="en-US" sz="672" dirty="0"/>
          </a:p>
        </p:txBody>
      </p:sp>
      <p:sp>
        <p:nvSpPr>
          <p:cNvPr id="134" name="Text 131"/>
          <p:cNvSpPr/>
          <p:nvPr/>
        </p:nvSpPr>
        <p:spPr>
          <a:xfrm>
            <a:off x="8965222" y="49815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672" dirty="0"/>
          </a:p>
        </p:txBody>
      </p:sp>
      <p:sp>
        <p:nvSpPr>
          <p:cNvPr id="135" name="Text 132"/>
          <p:cNvSpPr/>
          <p:nvPr/>
        </p:nvSpPr>
        <p:spPr>
          <a:xfrm>
            <a:off x="8965222" y="51625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672" dirty="0"/>
          </a:p>
        </p:txBody>
      </p:sp>
      <p:sp>
        <p:nvSpPr>
          <p:cNvPr id="136" name="Text 133"/>
          <p:cNvSpPr/>
          <p:nvPr/>
        </p:nvSpPr>
        <p:spPr>
          <a:xfrm>
            <a:off x="10997717" y="42576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</a:t>
            </a:r>
            <a:endParaRPr lang="en-US" sz="672" dirty="0"/>
          </a:p>
        </p:txBody>
      </p:sp>
      <p:sp>
        <p:nvSpPr>
          <p:cNvPr id="137" name="Text 134"/>
          <p:cNvSpPr/>
          <p:nvPr/>
        </p:nvSpPr>
        <p:spPr>
          <a:xfrm>
            <a:off x="2643886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8" name="Text 135"/>
          <p:cNvSpPr/>
          <p:nvPr/>
        </p:nvSpPr>
        <p:spPr>
          <a:xfrm>
            <a:off x="2203068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39" name="Text 136"/>
          <p:cNvSpPr/>
          <p:nvPr/>
        </p:nvSpPr>
        <p:spPr>
          <a:xfrm>
            <a:off x="220306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40" name="Text 137"/>
          <p:cNvSpPr/>
          <p:nvPr/>
        </p:nvSpPr>
        <p:spPr>
          <a:xfrm>
            <a:off x="220306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41" name="Text 138"/>
          <p:cNvSpPr/>
          <p:nvPr/>
        </p:nvSpPr>
        <p:spPr>
          <a:xfrm>
            <a:off x="220306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42" name="Text 139"/>
          <p:cNvSpPr/>
          <p:nvPr/>
        </p:nvSpPr>
        <p:spPr>
          <a:xfrm>
            <a:off x="2643886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43" name="Text 140"/>
          <p:cNvSpPr/>
          <p:nvPr/>
        </p:nvSpPr>
        <p:spPr>
          <a:xfrm>
            <a:off x="220306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44" name="Text 141"/>
          <p:cNvSpPr/>
          <p:nvPr/>
        </p:nvSpPr>
        <p:spPr>
          <a:xfrm>
            <a:off x="2643886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45" name="Text 142"/>
          <p:cNvSpPr/>
          <p:nvPr/>
        </p:nvSpPr>
        <p:spPr>
          <a:xfrm>
            <a:off x="5504440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6" name="Text 143"/>
          <p:cNvSpPr/>
          <p:nvPr/>
        </p:nvSpPr>
        <p:spPr>
          <a:xfrm>
            <a:off x="5945258" y="17371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47" name="Text 144"/>
          <p:cNvSpPr/>
          <p:nvPr/>
        </p:nvSpPr>
        <p:spPr>
          <a:xfrm>
            <a:off x="5504440" y="19847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8" name="Text 145"/>
          <p:cNvSpPr/>
          <p:nvPr/>
        </p:nvSpPr>
        <p:spPr>
          <a:xfrm>
            <a:off x="5504440" y="22324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49" name="Text 146"/>
          <p:cNvSpPr/>
          <p:nvPr/>
        </p:nvSpPr>
        <p:spPr>
          <a:xfrm>
            <a:off x="5504440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50" name="Text 147"/>
          <p:cNvSpPr/>
          <p:nvPr/>
        </p:nvSpPr>
        <p:spPr>
          <a:xfrm>
            <a:off x="5945258" y="24800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51" name="Text 148"/>
          <p:cNvSpPr/>
          <p:nvPr/>
        </p:nvSpPr>
        <p:spPr>
          <a:xfrm>
            <a:off x="5504440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52" name="Text 149"/>
          <p:cNvSpPr/>
          <p:nvPr/>
        </p:nvSpPr>
        <p:spPr>
          <a:xfrm>
            <a:off x="5945258" y="27277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53" name="Text 150"/>
          <p:cNvSpPr/>
          <p:nvPr/>
        </p:nvSpPr>
        <p:spPr>
          <a:xfrm>
            <a:off x="5504440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54" name="Text 151"/>
          <p:cNvSpPr/>
          <p:nvPr/>
        </p:nvSpPr>
        <p:spPr>
          <a:xfrm>
            <a:off x="5945258" y="29753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5" name="Text 152"/>
          <p:cNvSpPr/>
          <p:nvPr/>
        </p:nvSpPr>
        <p:spPr>
          <a:xfrm>
            <a:off x="5504440" y="32230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6" name="Text 153"/>
          <p:cNvSpPr/>
          <p:nvPr/>
        </p:nvSpPr>
        <p:spPr>
          <a:xfrm>
            <a:off x="5504440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7" name="Text 154"/>
          <p:cNvSpPr/>
          <p:nvPr/>
        </p:nvSpPr>
        <p:spPr>
          <a:xfrm>
            <a:off x="5945258" y="34706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58" name="Text 155"/>
          <p:cNvSpPr/>
          <p:nvPr/>
        </p:nvSpPr>
        <p:spPr>
          <a:xfrm>
            <a:off x="5504440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720" dirty="0"/>
          </a:p>
        </p:txBody>
      </p:sp>
      <p:sp>
        <p:nvSpPr>
          <p:cNvPr id="159" name="Text 156"/>
          <p:cNvSpPr/>
          <p:nvPr/>
        </p:nvSpPr>
        <p:spPr>
          <a:xfrm>
            <a:off x="5945258" y="37183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0" name="Text 157"/>
          <p:cNvSpPr/>
          <p:nvPr/>
        </p:nvSpPr>
        <p:spPr>
          <a:xfrm>
            <a:off x="5504440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1" name="Text 158"/>
          <p:cNvSpPr/>
          <p:nvPr/>
        </p:nvSpPr>
        <p:spPr>
          <a:xfrm>
            <a:off x="5945258" y="396597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62" name="Text 159"/>
          <p:cNvSpPr/>
          <p:nvPr/>
        </p:nvSpPr>
        <p:spPr>
          <a:xfrm>
            <a:off x="5504440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</a:t>
            </a:r>
            <a:endParaRPr lang="en-US" sz="720" dirty="0"/>
          </a:p>
        </p:txBody>
      </p:sp>
      <p:sp>
        <p:nvSpPr>
          <p:cNvPr id="163" name="Text 160"/>
          <p:cNvSpPr/>
          <p:nvPr/>
        </p:nvSpPr>
        <p:spPr>
          <a:xfrm>
            <a:off x="5945258" y="4213622"/>
            <a:ext cx="454042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64" name="Text 161"/>
          <p:cNvSpPr/>
          <p:nvPr/>
        </p:nvSpPr>
        <p:spPr>
          <a:xfrm>
            <a:off x="9992230" y="15240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20" dirty="0"/>
          </a:p>
        </p:txBody>
      </p:sp>
      <p:sp>
        <p:nvSpPr>
          <p:cNvPr id="165" name="Text 162"/>
          <p:cNvSpPr/>
          <p:nvPr/>
        </p:nvSpPr>
        <p:spPr>
          <a:xfrm>
            <a:off x="9992230" y="17716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20" dirty="0"/>
          </a:p>
        </p:txBody>
      </p:sp>
      <p:sp>
        <p:nvSpPr>
          <p:cNvPr id="166" name="Text 163"/>
          <p:cNvSpPr/>
          <p:nvPr/>
        </p:nvSpPr>
        <p:spPr>
          <a:xfrm>
            <a:off x="9992230" y="20193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720" dirty="0"/>
          </a:p>
        </p:txBody>
      </p:sp>
      <p:sp>
        <p:nvSpPr>
          <p:cNvPr id="167" name="Text 164"/>
          <p:cNvSpPr/>
          <p:nvPr/>
        </p:nvSpPr>
        <p:spPr>
          <a:xfrm>
            <a:off x="9992230" y="22669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20" dirty="0"/>
          </a:p>
        </p:txBody>
      </p:sp>
      <p:sp>
        <p:nvSpPr>
          <p:cNvPr id="168" name="Text 165"/>
          <p:cNvSpPr/>
          <p:nvPr/>
        </p:nvSpPr>
        <p:spPr>
          <a:xfrm>
            <a:off x="9992230" y="25146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69" name="Text 166"/>
          <p:cNvSpPr/>
          <p:nvPr/>
        </p:nvSpPr>
        <p:spPr>
          <a:xfrm>
            <a:off x="9992230" y="27622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70" name="Text 167"/>
          <p:cNvSpPr/>
          <p:nvPr/>
        </p:nvSpPr>
        <p:spPr>
          <a:xfrm>
            <a:off x="9992230" y="30099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720" dirty="0"/>
          </a:p>
        </p:txBody>
      </p:sp>
      <p:sp>
        <p:nvSpPr>
          <p:cNvPr id="171" name="Text 168"/>
          <p:cNvSpPr/>
          <p:nvPr/>
        </p:nvSpPr>
        <p:spPr>
          <a:xfrm>
            <a:off x="9992230" y="325755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20" dirty="0"/>
          </a:p>
        </p:txBody>
      </p:sp>
      <p:sp>
        <p:nvSpPr>
          <p:cNvPr id="172" name="Text 169"/>
          <p:cNvSpPr/>
          <p:nvPr/>
        </p:nvSpPr>
        <p:spPr>
          <a:xfrm>
            <a:off x="9992230" y="3505200"/>
            <a:ext cx="740540" cy="10477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720" dirty="0"/>
          </a:p>
        </p:txBody>
      </p:sp>
      <p:sp>
        <p:nvSpPr>
          <p:cNvPr id="173" name="Text 170"/>
          <p:cNvSpPr/>
          <p:nvPr/>
        </p:nvSpPr>
        <p:spPr>
          <a:xfrm>
            <a:off x="10997717" y="44386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672" dirty="0"/>
          </a:p>
        </p:txBody>
      </p:sp>
      <p:sp>
        <p:nvSpPr>
          <p:cNvPr id="174" name="Text 171"/>
          <p:cNvSpPr/>
          <p:nvPr/>
        </p:nvSpPr>
        <p:spPr>
          <a:xfrm>
            <a:off x="10997717" y="461962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672" dirty="0"/>
          </a:p>
        </p:txBody>
      </p:sp>
      <p:sp>
        <p:nvSpPr>
          <p:cNvPr id="175" name="Text 172"/>
          <p:cNvSpPr/>
          <p:nvPr/>
        </p:nvSpPr>
        <p:spPr>
          <a:xfrm>
            <a:off x="10997717" y="480060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672" dirty="0"/>
          </a:p>
        </p:txBody>
      </p:sp>
      <p:sp>
        <p:nvSpPr>
          <p:cNvPr id="176" name="Text 173"/>
          <p:cNvSpPr/>
          <p:nvPr/>
        </p:nvSpPr>
        <p:spPr>
          <a:xfrm>
            <a:off x="10997717" y="4981575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672" dirty="0"/>
          </a:p>
        </p:txBody>
      </p:sp>
      <p:sp>
        <p:nvSpPr>
          <p:cNvPr id="177" name="Text 174"/>
          <p:cNvSpPr/>
          <p:nvPr/>
        </p:nvSpPr>
        <p:spPr>
          <a:xfrm>
            <a:off x="10997717" y="5162550"/>
            <a:ext cx="489146" cy="952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672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67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01_Repositorios\02_CRM\02_Informe_Semetral\dash\tradicional\ppt_slides\sk_02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28674" y="6463308"/>
            <a:ext cx="10832158" cy="276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Logro Comercial: el canal Tradicional acumula a corte agosto 870 ventas positivas entre Cuota Protegida y Rueda Seguro; Jul marcó el mayor volumen de financiaciones en CP (6.949) y Jul en RS (1.686) — una base sólida para acelerar la conversión en lo que resta del año.</a:t>
            </a:r>
            <a:endParaRPr lang="en-US" sz="816" dirty="0"/>
          </a:p>
        </p:txBody>
      </p:sp>
      <p:sp>
        <p:nvSpPr>
          <p:cNvPr id="4" name="Text 1"/>
          <p:cNvSpPr/>
          <p:nvPr/>
        </p:nvSpPr>
        <p:spPr>
          <a:xfrm>
            <a:off x="571486" y="6006108"/>
            <a:ext cx="458557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* Aliados y Gestores en la fila de total corresponden al promedio mensual de la estructura activa del canal.</a:t>
            </a:r>
            <a:endParaRPr lang="en-US" sz="696" dirty="0"/>
          </a:p>
        </p:txBody>
      </p:sp>
      <p:sp>
        <p:nvSpPr>
          <p:cNvPr id="5" name="Text 2"/>
          <p:cNvSpPr/>
          <p:nvPr/>
        </p:nvSpPr>
        <p:spPr>
          <a:xfrm>
            <a:off x="6257769" y="5606058"/>
            <a:ext cx="39597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 muestra el mayor volumen de financiaciones de motocicletas (1.686) con 25 aliados activos.</a:t>
            </a:r>
            <a:endParaRPr lang="en-US" sz="672" dirty="0"/>
          </a:p>
        </p:txBody>
      </p:sp>
      <p:sp>
        <p:nvSpPr>
          <p:cNvPr id="6" name="Text 3"/>
          <p:cNvSpPr/>
          <p:nvPr/>
        </p:nvSpPr>
        <p:spPr>
          <a:xfrm>
            <a:off x="685783" y="5606058"/>
            <a:ext cx="323110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72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 registra el mayor volumen de financiaciones (6.949) con 12 aliados activos.</a:t>
            </a:r>
            <a:endParaRPr lang="en-US" sz="672" dirty="0"/>
          </a:p>
        </p:txBody>
      </p:sp>
      <p:sp>
        <p:nvSpPr>
          <p:cNvPr id="7" name="Text 4"/>
          <p:cNvSpPr/>
          <p:nvPr/>
        </p:nvSpPr>
        <p:spPr>
          <a:xfrm>
            <a:off x="571486" y="209550"/>
            <a:ext cx="4462214" cy="1962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6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del Canal · Cuota Protegida y Rueda Seguro</a:t>
            </a:r>
            <a:endParaRPr lang="en-US" sz="1260" dirty="0"/>
          </a:p>
        </p:txBody>
      </p:sp>
      <p:sp>
        <p:nvSpPr>
          <p:cNvPr id="8" name="Text 5"/>
          <p:cNvSpPr/>
          <p:nvPr/>
        </p:nvSpPr>
        <p:spPr>
          <a:xfrm>
            <a:off x="723882" y="962025"/>
            <a:ext cx="161775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CP positivas Ene-Ago</a:t>
            </a:r>
            <a:endParaRPr lang="en-US" sz="696" dirty="0"/>
          </a:p>
        </p:txBody>
      </p:sp>
      <p:sp>
        <p:nvSpPr>
          <p:cNvPr id="9" name="Text 6"/>
          <p:cNvSpPr/>
          <p:nvPr/>
        </p:nvSpPr>
        <p:spPr>
          <a:xfrm>
            <a:off x="3505112" y="962025"/>
            <a:ext cx="161696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Ventas RS positivas Ene-Ago</a:t>
            </a:r>
            <a:endParaRPr lang="en-US" sz="696" dirty="0"/>
          </a:p>
        </p:txBody>
      </p:sp>
      <p:sp>
        <p:nvSpPr>
          <p:cNvPr id="10" name="Text 7"/>
          <p:cNvSpPr/>
          <p:nvPr/>
        </p:nvSpPr>
        <p:spPr>
          <a:xfrm>
            <a:off x="838179" y="1786830"/>
            <a:ext cx="151048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Cuota Protegida Tradicional</a:t>
            </a:r>
            <a:endParaRPr lang="en-US" sz="816" dirty="0"/>
          </a:p>
        </p:txBody>
      </p:sp>
      <p:sp>
        <p:nvSpPr>
          <p:cNvPr id="11" name="Text 8"/>
          <p:cNvSpPr/>
          <p:nvPr/>
        </p:nvSpPr>
        <p:spPr>
          <a:xfrm>
            <a:off x="723882" y="1272480"/>
            <a:ext cx="105094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 cantadas · 150,2% meta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3505112" y="1272480"/>
            <a:ext cx="996993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315 cantadas · 98,5% meta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6410165" y="1786830"/>
            <a:ext cx="14003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6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Rueda Seguro Tradicional</a:t>
            </a:r>
            <a:endParaRPr lang="en-US" sz="816" dirty="0"/>
          </a:p>
        </p:txBody>
      </p:sp>
      <p:sp>
        <p:nvSpPr>
          <p:cNvPr id="14" name="Text 11"/>
          <p:cNvSpPr/>
          <p:nvPr/>
        </p:nvSpPr>
        <p:spPr>
          <a:xfrm>
            <a:off x="6286343" y="1272480"/>
            <a:ext cx="67501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 aliados activos</a:t>
            </a:r>
            <a:endParaRPr lang="en-US" sz="600" dirty="0"/>
          </a:p>
        </p:txBody>
      </p:sp>
      <p:sp>
        <p:nvSpPr>
          <p:cNvPr id="15" name="Text 12"/>
          <p:cNvSpPr/>
          <p:nvPr/>
        </p:nvSpPr>
        <p:spPr>
          <a:xfrm>
            <a:off x="9067573" y="1272480"/>
            <a:ext cx="682905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 aliados activos</a:t>
            </a:r>
            <a:endParaRPr lang="en-US" sz="600" dirty="0"/>
          </a:p>
        </p:txBody>
      </p:sp>
      <p:sp>
        <p:nvSpPr>
          <p:cNvPr id="16" name="Text 13"/>
          <p:cNvSpPr/>
          <p:nvPr/>
        </p:nvSpPr>
        <p:spPr>
          <a:xfrm>
            <a:off x="6286343" y="962025"/>
            <a:ext cx="104211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CP</a:t>
            </a:r>
            <a:endParaRPr lang="en-US" sz="696" dirty="0"/>
          </a:p>
        </p:txBody>
      </p:sp>
      <p:sp>
        <p:nvSpPr>
          <p:cNvPr id="17" name="Text 14"/>
          <p:cNvSpPr/>
          <p:nvPr/>
        </p:nvSpPr>
        <p:spPr>
          <a:xfrm>
            <a:off x="9067573" y="962025"/>
            <a:ext cx="103895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6" b="1" dirty="0">
                <a:solidFill>
                  <a:srgbClr val="9098B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Financiaciones RS</a:t>
            </a:r>
            <a:endParaRPr lang="en-US" sz="696" dirty="0"/>
          </a:p>
        </p:txBody>
      </p:sp>
      <p:sp>
        <p:nvSpPr>
          <p:cNvPr id="18" name="Text 15"/>
          <p:cNvSpPr/>
          <p:nvPr/>
        </p:nvSpPr>
        <p:spPr>
          <a:xfrm>
            <a:off x="4260697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19" name="Text 16"/>
          <p:cNvSpPr/>
          <p:nvPr/>
        </p:nvSpPr>
        <p:spPr>
          <a:xfrm>
            <a:off x="9832683" y="2044005"/>
            <a:ext cx="837878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Positivas</a:t>
            </a:r>
            <a:endParaRPr lang="en-US" sz="888" dirty="0"/>
          </a:p>
        </p:txBody>
      </p:sp>
      <p:sp>
        <p:nvSpPr>
          <p:cNvPr id="20" name="Text 17"/>
          <p:cNvSpPr/>
          <p:nvPr/>
        </p:nvSpPr>
        <p:spPr>
          <a:xfrm>
            <a:off x="1896428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1" name="Text 18"/>
          <p:cNvSpPr/>
          <p:nvPr/>
        </p:nvSpPr>
        <p:spPr>
          <a:xfrm>
            <a:off x="3413192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2" name="Text 19"/>
          <p:cNvSpPr/>
          <p:nvPr/>
        </p:nvSpPr>
        <p:spPr>
          <a:xfrm>
            <a:off x="5073515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3" name="Text 20"/>
          <p:cNvSpPr/>
          <p:nvPr/>
        </p:nvSpPr>
        <p:spPr>
          <a:xfrm>
            <a:off x="7468413" y="2044005"/>
            <a:ext cx="83941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Gestores</a:t>
            </a:r>
            <a:endParaRPr lang="en-US" sz="888" dirty="0"/>
          </a:p>
        </p:txBody>
      </p:sp>
      <p:sp>
        <p:nvSpPr>
          <p:cNvPr id="24" name="Text 21"/>
          <p:cNvSpPr/>
          <p:nvPr/>
        </p:nvSpPr>
        <p:spPr>
          <a:xfrm>
            <a:off x="8985178" y="2044005"/>
            <a:ext cx="871909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Cantadas</a:t>
            </a:r>
            <a:endParaRPr lang="en-US" sz="888" dirty="0"/>
          </a:p>
        </p:txBody>
      </p:sp>
      <p:sp>
        <p:nvSpPr>
          <p:cNvPr id="25" name="Text 22"/>
          <p:cNvSpPr/>
          <p:nvPr/>
        </p:nvSpPr>
        <p:spPr>
          <a:xfrm>
            <a:off x="10645500" y="2044005"/>
            <a:ext cx="8604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% Cumpl.</a:t>
            </a:r>
            <a:endParaRPr lang="en-US" sz="888" dirty="0"/>
          </a:p>
        </p:txBody>
      </p:sp>
      <p:sp>
        <p:nvSpPr>
          <p:cNvPr id="26" name="Text 23"/>
          <p:cNvSpPr/>
          <p:nvPr/>
        </p:nvSpPr>
        <p:spPr>
          <a:xfrm>
            <a:off x="1176964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7" name="Text 24"/>
          <p:cNvSpPr/>
          <p:nvPr/>
        </p:nvSpPr>
        <p:spPr>
          <a:xfrm>
            <a:off x="2714757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28" name="Text 25"/>
          <p:cNvSpPr/>
          <p:nvPr/>
        </p:nvSpPr>
        <p:spPr>
          <a:xfrm>
            <a:off x="6748950" y="2044005"/>
            <a:ext cx="743912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Aliados</a:t>
            </a:r>
            <a:endParaRPr lang="en-US" sz="888" dirty="0"/>
          </a:p>
        </p:txBody>
      </p:sp>
      <p:sp>
        <p:nvSpPr>
          <p:cNvPr id="29" name="Text 26"/>
          <p:cNvSpPr/>
          <p:nvPr/>
        </p:nvSpPr>
        <p:spPr>
          <a:xfrm>
            <a:off x="8286742" y="2044005"/>
            <a:ext cx="723831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Financ.</a:t>
            </a:r>
            <a:endParaRPr lang="en-US" sz="888" dirty="0"/>
          </a:p>
        </p:txBody>
      </p:sp>
      <p:sp>
        <p:nvSpPr>
          <p:cNvPr id="30" name="Text 27"/>
          <p:cNvSpPr/>
          <p:nvPr/>
        </p:nvSpPr>
        <p:spPr>
          <a:xfrm>
            <a:off x="5073515" y="271536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101,0%</a:t>
            </a:r>
            <a:endParaRPr lang="en-US" sz="816" dirty="0"/>
          </a:p>
        </p:txBody>
      </p:sp>
      <p:sp>
        <p:nvSpPr>
          <p:cNvPr id="31" name="Text 28"/>
          <p:cNvSpPr/>
          <p:nvPr/>
        </p:nvSpPr>
        <p:spPr>
          <a:xfrm>
            <a:off x="2714757" y="53299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26.465</a:t>
            </a:r>
            <a:endParaRPr lang="en-US" sz="792" dirty="0"/>
          </a:p>
        </p:txBody>
      </p:sp>
      <p:sp>
        <p:nvSpPr>
          <p:cNvPr id="32" name="Text 29"/>
          <p:cNvSpPr/>
          <p:nvPr/>
        </p:nvSpPr>
        <p:spPr>
          <a:xfrm>
            <a:off x="5073515" y="532521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150,2%</a:t>
            </a:r>
            <a:endParaRPr lang="en-US" sz="816" dirty="0"/>
          </a:p>
        </p:txBody>
      </p:sp>
      <p:sp>
        <p:nvSpPr>
          <p:cNvPr id="33" name="Text 30"/>
          <p:cNvSpPr/>
          <p:nvPr/>
        </p:nvSpPr>
        <p:spPr>
          <a:xfrm>
            <a:off x="6286343" y="1085850"/>
            <a:ext cx="453846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26.465</a:t>
            </a:r>
            <a:endParaRPr lang="en-US" sz="1020" dirty="0"/>
          </a:p>
        </p:txBody>
      </p:sp>
      <p:sp>
        <p:nvSpPr>
          <p:cNvPr id="34" name="Text 31"/>
          <p:cNvSpPr/>
          <p:nvPr/>
        </p:nvSpPr>
        <p:spPr>
          <a:xfrm>
            <a:off x="2714757" y="2348359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2.074</a:t>
            </a:r>
            <a:endParaRPr lang="en-US" sz="792" dirty="0"/>
          </a:p>
        </p:txBody>
      </p:sp>
      <p:sp>
        <p:nvSpPr>
          <p:cNvPr id="35" name="Text 32"/>
          <p:cNvSpPr/>
          <p:nvPr/>
        </p:nvSpPr>
        <p:spPr>
          <a:xfrm>
            <a:off x="5073515" y="23435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81,2%</a:t>
            </a:r>
            <a:endParaRPr lang="en-US" sz="816" dirty="0"/>
          </a:p>
        </p:txBody>
      </p:sp>
      <p:sp>
        <p:nvSpPr>
          <p:cNvPr id="36" name="Text 33"/>
          <p:cNvSpPr/>
          <p:nvPr/>
        </p:nvSpPr>
        <p:spPr>
          <a:xfrm>
            <a:off x="2714757" y="272013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2.999</a:t>
            </a:r>
            <a:endParaRPr lang="en-US" sz="792" dirty="0"/>
          </a:p>
        </p:txBody>
      </p:sp>
      <p:sp>
        <p:nvSpPr>
          <p:cNvPr id="37" name="Text 34"/>
          <p:cNvSpPr/>
          <p:nvPr/>
        </p:nvSpPr>
        <p:spPr>
          <a:xfrm>
            <a:off x="2714757" y="30930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3.127</a:t>
            </a:r>
            <a:endParaRPr lang="en-US" sz="792" dirty="0"/>
          </a:p>
        </p:txBody>
      </p:sp>
      <p:sp>
        <p:nvSpPr>
          <p:cNvPr id="38" name="Text 35"/>
          <p:cNvSpPr/>
          <p:nvPr/>
        </p:nvSpPr>
        <p:spPr>
          <a:xfrm>
            <a:off x="5073515" y="308833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74,4%</a:t>
            </a:r>
            <a:endParaRPr lang="en-US" sz="816" dirty="0"/>
          </a:p>
        </p:txBody>
      </p:sp>
      <p:sp>
        <p:nvSpPr>
          <p:cNvPr id="39" name="Text 36"/>
          <p:cNvSpPr/>
          <p:nvPr/>
        </p:nvSpPr>
        <p:spPr>
          <a:xfrm>
            <a:off x="2714757" y="346605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3.076</a:t>
            </a:r>
            <a:endParaRPr lang="en-US" sz="792" dirty="0"/>
          </a:p>
        </p:txBody>
      </p:sp>
      <p:sp>
        <p:nvSpPr>
          <p:cNvPr id="40" name="Text 37"/>
          <p:cNvSpPr/>
          <p:nvPr/>
        </p:nvSpPr>
        <p:spPr>
          <a:xfrm>
            <a:off x="5073515" y="34612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76,9%</a:t>
            </a:r>
            <a:endParaRPr lang="en-US" sz="816" dirty="0"/>
          </a:p>
        </p:txBody>
      </p:sp>
      <p:sp>
        <p:nvSpPr>
          <p:cNvPr id="41" name="Text 38"/>
          <p:cNvSpPr/>
          <p:nvPr/>
        </p:nvSpPr>
        <p:spPr>
          <a:xfrm>
            <a:off x="2714757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2.399</a:t>
            </a:r>
            <a:endParaRPr lang="en-US" sz="792" dirty="0"/>
          </a:p>
        </p:txBody>
      </p:sp>
      <p:sp>
        <p:nvSpPr>
          <p:cNvPr id="42" name="Text 39"/>
          <p:cNvSpPr/>
          <p:nvPr/>
        </p:nvSpPr>
        <p:spPr>
          <a:xfrm>
            <a:off x="2714757" y="421198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5.605</a:t>
            </a:r>
            <a:endParaRPr lang="en-US" sz="792" dirty="0"/>
          </a:p>
        </p:txBody>
      </p:sp>
      <p:sp>
        <p:nvSpPr>
          <p:cNvPr id="43" name="Text 40"/>
          <p:cNvSpPr/>
          <p:nvPr/>
        </p:nvSpPr>
        <p:spPr>
          <a:xfrm>
            <a:off x="2714757" y="458494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6.949</a:t>
            </a:r>
            <a:endParaRPr lang="en-US" sz="792" dirty="0"/>
          </a:p>
        </p:txBody>
      </p:sp>
      <p:sp>
        <p:nvSpPr>
          <p:cNvPr id="44" name="Text 41"/>
          <p:cNvSpPr/>
          <p:nvPr/>
        </p:nvSpPr>
        <p:spPr>
          <a:xfrm>
            <a:off x="685783" y="53299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45" name="Text 42"/>
          <p:cNvSpPr/>
          <p:nvPr/>
        </p:nvSpPr>
        <p:spPr>
          <a:xfrm>
            <a:off x="10645500" y="23435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47,1%</a:t>
            </a:r>
            <a:endParaRPr lang="en-US" sz="816" dirty="0"/>
          </a:p>
        </p:txBody>
      </p:sp>
      <p:sp>
        <p:nvSpPr>
          <p:cNvPr id="46" name="Text 43"/>
          <p:cNvSpPr/>
          <p:nvPr/>
        </p:nvSpPr>
        <p:spPr>
          <a:xfrm>
            <a:off x="10645500" y="271536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28,6%</a:t>
            </a:r>
            <a:endParaRPr lang="en-US" sz="816" dirty="0"/>
          </a:p>
        </p:txBody>
      </p:sp>
      <p:sp>
        <p:nvSpPr>
          <p:cNvPr id="47" name="Text 44"/>
          <p:cNvSpPr/>
          <p:nvPr/>
        </p:nvSpPr>
        <p:spPr>
          <a:xfrm>
            <a:off x="10645500" y="308833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C44A1A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48,2%</a:t>
            </a:r>
            <a:endParaRPr lang="en-US" sz="816" dirty="0"/>
          </a:p>
        </p:txBody>
      </p:sp>
      <p:sp>
        <p:nvSpPr>
          <p:cNvPr id="48" name="Text 45"/>
          <p:cNvSpPr/>
          <p:nvPr/>
        </p:nvSpPr>
        <p:spPr>
          <a:xfrm>
            <a:off x="8286742" y="421198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1.395</a:t>
            </a:r>
            <a:endParaRPr lang="en-US" sz="792" dirty="0"/>
          </a:p>
        </p:txBody>
      </p:sp>
      <p:sp>
        <p:nvSpPr>
          <p:cNvPr id="49" name="Text 46"/>
          <p:cNvSpPr/>
          <p:nvPr/>
        </p:nvSpPr>
        <p:spPr>
          <a:xfrm>
            <a:off x="8286742" y="458494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1.686</a:t>
            </a:r>
            <a:endParaRPr lang="en-US" sz="792" dirty="0"/>
          </a:p>
        </p:txBody>
      </p:sp>
      <p:sp>
        <p:nvSpPr>
          <p:cNvPr id="50" name="Text 47"/>
          <p:cNvSpPr/>
          <p:nvPr/>
        </p:nvSpPr>
        <p:spPr>
          <a:xfrm>
            <a:off x="6257769" y="532998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Total</a:t>
            </a:r>
            <a:endParaRPr lang="en-US" sz="792" dirty="0"/>
          </a:p>
        </p:txBody>
      </p:sp>
      <p:sp>
        <p:nvSpPr>
          <p:cNvPr id="51" name="Text 48"/>
          <p:cNvSpPr/>
          <p:nvPr/>
        </p:nvSpPr>
        <p:spPr>
          <a:xfrm>
            <a:off x="8286742" y="532998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6.148</a:t>
            </a:r>
            <a:endParaRPr lang="en-US" sz="792" dirty="0"/>
          </a:p>
        </p:txBody>
      </p:sp>
      <p:sp>
        <p:nvSpPr>
          <p:cNvPr id="52" name="Text 49"/>
          <p:cNvSpPr/>
          <p:nvPr/>
        </p:nvSpPr>
        <p:spPr>
          <a:xfrm>
            <a:off x="10645500" y="532521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00806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98,5%</a:t>
            </a:r>
            <a:endParaRPr lang="en-US" sz="816" dirty="0"/>
          </a:p>
        </p:txBody>
      </p:sp>
      <p:sp>
        <p:nvSpPr>
          <p:cNvPr id="53" name="Text 50"/>
          <p:cNvSpPr/>
          <p:nvPr/>
        </p:nvSpPr>
        <p:spPr>
          <a:xfrm>
            <a:off x="9067573" y="1085850"/>
            <a:ext cx="368502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6.148</a:t>
            </a:r>
            <a:endParaRPr lang="en-US" sz="1020" dirty="0"/>
          </a:p>
        </p:txBody>
      </p:sp>
      <p:sp>
        <p:nvSpPr>
          <p:cNvPr id="54" name="Text 51"/>
          <p:cNvSpPr/>
          <p:nvPr/>
        </p:nvSpPr>
        <p:spPr>
          <a:xfrm>
            <a:off x="685783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55" name="Text 52"/>
          <p:cNvSpPr/>
          <p:nvPr/>
        </p:nvSpPr>
        <p:spPr>
          <a:xfrm>
            <a:off x="685783" y="2348359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56" name="Text 53"/>
          <p:cNvSpPr/>
          <p:nvPr/>
        </p:nvSpPr>
        <p:spPr>
          <a:xfrm>
            <a:off x="685783" y="272013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57" name="Text 54"/>
          <p:cNvSpPr/>
          <p:nvPr/>
        </p:nvSpPr>
        <p:spPr>
          <a:xfrm>
            <a:off x="3413192" y="272013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139</a:t>
            </a:r>
            <a:endParaRPr lang="en-US" sz="792" dirty="0"/>
          </a:p>
        </p:txBody>
      </p:sp>
      <p:sp>
        <p:nvSpPr>
          <p:cNvPr id="58" name="Text 55"/>
          <p:cNvSpPr/>
          <p:nvPr/>
        </p:nvSpPr>
        <p:spPr>
          <a:xfrm>
            <a:off x="4260697" y="269631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105</a:t>
            </a:r>
            <a:endParaRPr lang="en-US" sz="792" dirty="0"/>
          </a:p>
        </p:txBody>
      </p:sp>
      <p:sp>
        <p:nvSpPr>
          <p:cNvPr id="59" name="Text 56"/>
          <p:cNvSpPr/>
          <p:nvPr/>
        </p:nvSpPr>
        <p:spPr>
          <a:xfrm>
            <a:off x="685783" y="30930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60" name="Text 57"/>
          <p:cNvSpPr/>
          <p:nvPr/>
        </p:nvSpPr>
        <p:spPr>
          <a:xfrm>
            <a:off x="3413192" y="30930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135</a:t>
            </a:r>
            <a:endParaRPr lang="en-US" sz="792" dirty="0"/>
          </a:p>
        </p:txBody>
      </p:sp>
      <p:sp>
        <p:nvSpPr>
          <p:cNvPr id="61" name="Text 58"/>
          <p:cNvSpPr/>
          <p:nvPr/>
        </p:nvSpPr>
        <p:spPr>
          <a:xfrm>
            <a:off x="685783" y="346605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62" name="Text 59"/>
          <p:cNvSpPr/>
          <p:nvPr/>
        </p:nvSpPr>
        <p:spPr>
          <a:xfrm>
            <a:off x="3413192" y="346605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125</a:t>
            </a:r>
            <a:endParaRPr lang="en-US" sz="792" dirty="0"/>
          </a:p>
        </p:txBody>
      </p:sp>
      <p:sp>
        <p:nvSpPr>
          <p:cNvPr id="63" name="Text 60"/>
          <p:cNvSpPr/>
          <p:nvPr/>
        </p:nvSpPr>
        <p:spPr>
          <a:xfrm>
            <a:off x="4260697" y="34422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103</a:t>
            </a:r>
            <a:endParaRPr lang="en-US" sz="792" dirty="0"/>
          </a:p>
        </p:txBody>
      </p:sp>
      <p:sp>
        <p:nvSpPr>
          <p:cNvPr id="64" name="Text 61"/>
          <p:cNvSpPr/>
          <p:nvPr/>
        </p:nvSpPr>
        <p:spPr>
          <a:xfrm>
            <a:off x="685783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65" name="Text 62"/>
          <p:cNvSpPr/>
          <p:nvPr/>
        </p:nvSpPr>
        <p:spPr>
          <a:xfrm>
            <a:off x="3413192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112</a:t>
            </a:r>
            <a:endParaRPr lang="en-US" sz="792" dirty="0"/>
          </a:p>
        </p:txBody>
      </p:sp>
      <p:sp>
        <p:nvSpPr>
          <p:cNvPr id="66" name="Text 63"/>
          <p:cNvSpPr/>
          <p:nvPr/>
        </p:nvSpPr>
        <p:spPr>
          <a:xfrm>
            <a:off x="5073515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67" name="Text 64"/>
          <p:cNvSpPr/>
          <p:nvPr/>
        </p:nvSpPr>
        <p:spPr>
          <a:xfrm>
            <a:off x="685783" y="421198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68" name="Text 65"/>
          <p:cNvSpPr/>
          <p:nvPr/>
        </p:nvSpPr>
        <p:spPr>
          <a:xfrm>
            <a:off x="3413192" y="421198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127</a:t>
            </a:r>
            <a:endParaRPr lang="en-US" sz="792" dirty="0"/>
          </a:p>
        </p:txBody>
      </p:sp>
      <p:sp>
        <p:nvSpPr>
          <p:cNvPr id="69" name="Text 66"/>
          <p:cNvSpPr/>
          <p:nvPr/>
        </p:nvSpPr>
        <p:spPr>
          <a:xfrm>
            <a:off x="5073515" y="420722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0" name="Text 67"/>
          <p:cNvSpPr/>
          <p:nvPr/>
        </p:nvSpPr>
        <p:spPr>
          <a:xfrm>
            <a:off x="685783" y="458494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92" dirty="0"/>
          </a:p>
        </p:txBody>
      </p:sp>
      <p:sp>
        <p:nvSpPr>
          <p:cNvPr id="71" name="Text 68"/>
          <p:cNvSpPr/>
          <p:nvPr/>
        </p:nvSpPr>
        <p:spPr>
          <a:xfrm>
            <a:off x="3413192" y="458494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149</a:t>
            </a:r>
            <a:endParaRPr lang="en-US" sz="792" dirty="0"/>
          </a:p>
        </p:txBody>
      </p:sp>
      <p:sp>
        <p:nvSpPr>
          <p:cNvPr id="72" name="Text 69"/>
          <p:cNvSpPr/>
          <p:nvPr/>
        </p:nvSpPr>
        <p:spPr>
          <a:xfrm>
            <a:off x="4260697" y="456113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110</a:t>
            </a:r>
            <a:endParaRPr lang="en-US" sz="792" dirty="0"/>
          </a:p>
        </p:txBody>
      </p:sp>
      <p:sp>
        <p:nvSpPr>
          <p:cNvPr id="73" name="Text 70"/>
          <p:cNvSpPr/>
          <p:nvPr/>
        </p:nvSpPr>
        <p:spPr>
          <a:xfrm>
            <a:off x="5073515" y="458018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4" name="Text 71"/>
          <p:cNvSpPr/>
          <p:nvPr/>
        </p:nvSpPr>
        <p:spPr>
          <a:xfrm>
            <a:off x="685783" y="495791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92" dirty="0"/>
          </a:p>
        </p:txBody>
      </p:sp>
      <p:sp>
        <p:nvSpPr>
          <p:cNvPr id="75" name="Text 72"/>
          <p:cNvSpPr/>
          <p:nvPr/>
        </p:nvSpPr>
        <p:spPr>
          <a:xfrm>
            <a:off x="2714757" y="495791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236</a:t>
            </a:r>
            <a:endParaRPr lang="en-US" sz="792" dirty="0"/>
          </a:p>
        </p:txBody>
      </p:sp>
      <p:sp>
        <p:nvSpPr>
          <p:cNvPr id="76" name="Text 73"/>
          <p:cNvSpPr/>
          <p:nvPr/>
        </p:nvSpPr>
        <p:spPr>
          <a:xfrm>
            <a:off x="5073515" y="495314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77" name="Text 74"/>
          <p:cNvSpPr/>
          <p:nvPr/>
        </p:nvSpPr>
        <p:spPr>
          <a:xfrm>
            <a:off x="1896428" y="53299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28*</a:t>
            </a:r>
            <a:endParaRPr lang="en-US" sz="792" dirty="0"/>
          </a:p>
        </p:txBody>
      </p:sp>
      <p:sp>
        <p:nvSpPr>
          <p:cNvPr id="78" name="Text 75"/>
          <p:cNvSpPr/>
          <p:nvPr/>
        </p:nvSpPr>
        <p:spPr>
          <a:xfrm>
            <a:off x="3413192" y="53299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888</a:t>
            </a:r>
            <a:endParaRPr lang="en-US" sz="792" dirty="0"/>
          </a:p>
        </p:txBody>
      </p:sp>
      <p:sp>
        <p:nvSpPr>
          <p:cNvPr id="79" name="Text 76"/>
          <p:cNvSpPr/>
          <p:nvPr/>
        </p:nvSpPr>
        <p:spPr>
          <a:xfrm>
            <a:off x="4260697" y="53299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679</a:t>
            </a:r>
            <a:endParaRPr lang="en-US" sz="792" dirty="0"/>
          </a:p>
        </p:txBody>
      </p:sp>
      <p:sp>
        <p:nvSpPr>
          <p:cNvPr id="80" name="Text 77"/>
          <p:cNvSpPr/>
          <p:nvPr/>
        </p:nvSpPr>
        <p:spPr>
          <a:xfrm>
            <a:off x="6257769" y="2044005"/>
            <a:ext cx="528234" cy="13335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888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Mes</a:t>
            </a:r>
            <a:endParaRPr lang="en-US" sz="888" dirty="0"/>
          </a:p>
        </p:txBody>
      </p:sp>
      <p:sp>
        <p:nvSpPr>
          <p:cNvPr id="81" name="Text 78"/>
          <p:cNvSpPr/>
          <p:nvPr/>
        </p:nvSpPr>
        <p:spPr>
          <a:xfrm>
            <a:off x="6257769" y="2348359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</a:t>
            </a:r>
            <a:endParaRPr lang="en-US" sz="792" dirty="0"/>
          </a:p>
        </p:txBody>
      </p:sp>
      <p:sp>
        <p:nvSpPr>
          <p:cNvPr id="82" name="Text 79"/>
          <p:cNvSpPr/>
          <p:nvPr/>
        </p:nvSpPr>
        <p:spPr>
          <a:xfrm>
            <a:off x="8286742" y="2348359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783</a:t>
            </a:r>
            <a:endParaRPr lang="en-US" sz="792" dirty="0"/>
          </a:p>
        </p:txBody>
      </p:sp>
      <p:sp>
        <p:nvSpPr>
          <p:cNvPr id="83" name="Text 80"/>
          <p:cNvSpPr/>
          <p:nvPr/>
        </p:nvSpPr>
        <p:spPr>
          <a:xfrm>
            <a:off x="6257769" y="2720132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Feb</a:t>
            </a:r>
            <a:endParaRPr lang="en-US" sz="792" dirty="0"/>
          </a:p>
        </p:txBody>
      </p:sp>
      <p:sp>
        <p:nvSpPr>
          <p:cNvPr id="84" name="Text 81"/>
          <p:cNvSpPr/>
          <p:nvPr/>
        </p:nvSpPr>
        <p:spPr>
          <a:xfrm>
            <a:off x="8286742" y="2720132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743</a:t>
            </a:r>
            <a:endParaRPr lang="en-US" sz="792" dirty="0"/>
          </a:p>
        </p:txBody>
      </p:sp>
      <p:sp>
        <p:nvSpPr>
          <p:cNvPr id="85" name="Text 82"/>
          <p:cNvSpPr/>
          <p:nvPr/>
        </p:nvSpPr>
        <p:spPr>
          <a:xfrm>
            <a:off x="6257769" y="309309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Mar</a:t>
            </a:r>
            <a:endParaRPr lang="en-US" sz="792" dirty="0"/>
          </a:p>
        </p:txBody>
      </p:sp>
      <p:sp>
        <p:nvSpPr>
          <p:cNvPr id="86" name="Text 83"/>
          <p:cNvSpPr/>
          <p:nvPr/>
        </p:nvSpPr>
        <p:spPr>
          <a:xfrm>
            <a:off x="8286742" y="3093095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391</a:t>
            </a:r>
            <a:endParaRPr lang="en-US" sz="792" dirty="0"/>
          </a:p>
        </p:txBody>
      </p:sp>
      <p:sp>
        <p:nvSpPr>
          <p:cNvPr id="87" name="Text 84"/>
          <p:cNvSpPr/>
          <p:nvPr/>
        </p:nvSpPr>
        <p:spPr>
          <a:xfrm>
            <a:off x="6257769" y="346605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Abr</a:t>
            </a:r>
            <a:endParaRPr lang="en-US" sz="792" dirty="0"/>
          </a:p>
        </p:txBody>
      </p:sp>
      <p:sp>
        <p:nvSpPr>
          <p:cNvPr id="88" name="Text 85"/>
          <p:cNvSpPr/>
          <p:nvPr/>
        </p:nvSpPr>
        <p:spPr>
          <a:xfrm>
            <a:off x="8286742" y="3466058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329</a:t>
            </a:r>
            <a:endParaRPr lang="en-US" sz="792" dirty="0"/>
          </a:p>
        </p:txBody>
      </p:sp>
      <p:sp>
        <p:nvSpPr>
          <p:cNvPr id="89" name="Text 86"/>
          <p:cNvSpPr/>
          <p:nvPr/>
        </p:nvSpPr>
        <p:spPr>
          <a:xfrm>
            <a:off x="10645500" y="346129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0" name="Text 87"/>
          <p:cNvSpPr/>
          <p:nvPr/>
        </p:nvSpPr>
        <p:spPr>
          <a:xfrm>
            <a:off x="6257769" y="383902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</a:t>
            </a:r>
            <a:endParaRPr lang="en-US" sz="792" dirty="0"/>
          </a:p>
        </p:txBody>
      </p:sp>
      <p:sp>
        <p:nvSpPr>
          <p:cNvPr id="91" name="Text 88"/>
          <p:cNvSpPr/>
          <p:nvPr/>
        </p:nvSpPr>
        <p:spPr>
          <a:xfrm>
            <a:off x="8286742" y="383902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818</a:t>
            </a:r>
            <a:endParaRPr lang="en-US" sz="792" dirty="0"/>
          </a:p>
        </p:txBody>
      </p:sp>
      <p:sp>
        <p:nvSpPr>
          <p:cNvPr id="92" name="Text 89"/>
          <p:cNvSpPr/>
          <p:nvPr/>
        </p:nvSpPr>
        <p:spPr>
          <a:xfrm>
            <a:off x="10645500" y="383425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3" name="Text 90"/>
          <p:cNvSpPr/>
          <p:nvPr/>
        </p:nvSpPr>
        <p:spPr>
          <a:xfrm>
            <a:off x="6257769" y="4211985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</a:t>
            </a:r>
            <a:endParaRPr lang="en-US" sz="792" dirty="0"/>
          </a:p>
        </p:txBody>
      </p:sp>
      <p:sp>
        <p:nvSpPr>
          <p:cNvPr id="94" name="Text 91"/>
          <p:cNvSpPr/>
          <p:nvPr/>
        </p:nvSpPr>
        <p:spPr>
          <a:xfrm>
            <a:off x="10645500" y="4207222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5" name="Text 92"/>
          <p:cNvSpPr/>
          <p:nvPr/>
        </p:nvSpPr>
        <p:spPr>
          <a:xfrm>
            <a:off x="6257769" y="4584948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Jul</a:t>
            </a:r>
            <a:endParaRPr lang="en-US" sz="792" dirty="0"/>
          </a:p>
        </p:txBody>
      </p:sp>
      <p:sp>
        <p:nvSpPr>
          <p:cNvPr id="96" name="Text 93"/>
          <p:cNvSpPr/>
          <p:nvPr/>
        </p:nvSpPr>
        <p:spPr>
          <a:xfrm>
            <a:off x="10645500" y="4580186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7" name="Text 94"/>
          <p:cNvSpPr/>
          <p:nvPr/>
        </p:nvSpPr>
        <p:spPr>
          <a:xfrm>
            <a:off x="6257769" y="4957911"/>
            <a:ext cx="528234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l" indent="0" marL="0">
              <a:buNone/>
            </a:pPr>
            <a:r>
              <a:rPr lang="en-US" sz="792" b="1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</a:t>
            </a:r>
            <a:endParaRPr lang="en-US" sz="792" dirty="0"/>
          </a:p>
        </p:txBody>
      </p:sp>
      <p:sp>
        <p:nvSpPr>
          <p:cNvPr id="98" name="Text 95"/>
          <p:cNvSpPr/>
          <p:nvPr/>
        </p:nvSpPr>
        <p:spPr>
          <a:xfrm>
            <a:off x="10645500" y="4953149"/>
            <a:ext cx="860412" cy="123825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816" b="1" dirty="0">
                <a:solidFill>
                  <a:srgbClr val="8A620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S/D</a:t>
            </a:r>
            <a:endParaRPr lang="en-US" sz="816" dirty="0"/>
          </a:p>
        </p:txBody>
      </p:sp>
      <p:sp>
        <p:nvSpPr>
          <p:cNvPr id="99" name="Text 96"/>
          <p:cNvSpPr/>
          <p:nvPr/>
        </p:nvSpPr>
        <p:spPr>
          <a:xfrm>
            <a:off x="6748950" y="53299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16*</a:t>
            </a:r>
            <a:endParaRPr lang="en-US" sz="792" dirty="0"/>
          </a:p>
        </p:txBody>
      </p:sp>
      <p:sp>
        <p:nvSpPr>
          <p:cNvPr id="100" name="Text 97"/>
          <p:cNvSpPr/>
          <p:nvPr/>
        </p:nvSpPr>
        <p:spPr>
          <a:xfrm>
            <a:off x="7468413" y="532998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37*</a:t>
            </a:r>
            <a:endParaRPr lang="en-US" sz="792" dirty="0"/>
          </a:p>
        </p:txBody>
      </p:sp>
      <p:sp>
        <p:nvSpPr>
          <p:cNvPr id="101" name="Text 98"/>
          <p:cNvSpPr/>
          <p:nvPr/>
        </p:nvSpPr>
        <p:spPr>
          <a:xfrm>
            <a:off x="8985178" y="532998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315</a:t>
            </a:r>
            <a:endParaRPr lang="en-US" sz="792" dirty="0"/>
          </a:p>
        </p:txBody>
      </p:sp>
      <p:sp>
        <p:nvSpPr>
          <p:cNvPr id="102" name="Text 99"/>
          <p:cNvSpPr/>
          <p:nvPr/>
        </p:nvSpPr>
        <p:spPr>
          <a:xfrm>
            <a:off x="9832683" y="53299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191</a:t>
            </a:r>
            <a:endParaRPr lang="en-US" sz="792" dirty="0"/>
          </a:p>
        </p:txBody>
      </p:sp>
      <p:sp>
        <p:nvSpPr>
          <p:cNvPr id="103" name="Text 100"/>
          <p:cNvSpPr/>
          <p:nvPr/>
        </p:nvSpPr>
        <p:spPr>
          <a:xfrm>
            <a:off x="72388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679</a:t>
            </a:r>
            <a:endParaRPr lang="en-US" sz="1020" dirty="0"/>
          </a:p>
        </p:txBody>
      </p:sp>
      <p:sp>
        <p:nvSpPr>
          <p:cNvPr id="104" name="Text 101"/>
          <p:cNvSpPr/>
          <p:nvPr/>
        </p:nvSpPr>
        <p:spPr>
          <a:xfrm>
            <a:off x="3505112" y="1085850"/>
            <a:ext cx="274320" cy="156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20" b="1" dirty="0">
                <a:solidFill>
                  <a:srgbClr val="00CD9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191</a:t>
            </a:r>
            <a:endParaRPr lang="en-US" sz="1020" dirty="0"/>
          </a:p>
        </p:txBody>
      </p:sp>
      <p:sp>
        <p:nvSpPr>
          <p:cNvPr id="105" name="Text 102"/>
          <p:cNvSpPr/>
          <p:nvPr/>
        </p:nvSpPr>
        <p:spPr>
          <a:xfrm>
            <a:off x="1896428" y="2348359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26</a:t>
            </a:r>
            <a:endParaRPr lang="en-US" sz="792" dirty="0"/>
          </a:p>
        </p:txBody>
      </p:sp>
      <p:sp>
        <p:nvSpPr>
          <p:cNvPr id="106" name="Text 103"/>
          <p:cNvSpPr/>
          <p:nvPr/>
        </p:nvSpPr>
        <p:spPr>
          <a:xfrm>
            <a:off x="3413192" y="2348359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92</a:t>
            </a:r>
            <a:endParaRPr lang="en-US" sz="792" dirty="0"/>
          </a:p>
        </p:txBody>
      </p:sp>
      <p:sp>
        <p:nvSpPr>
          <p:cNvPr id="107" name="Text 104"/>
          <p:cNvSpPr/>
          <p:nvPr/>
        </p:nvSpPr>
        <p:spPr>
          <a:xfrm>
            <a:off x="4260697" y="23245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69</a:t>
            </a:r>
            <a:endParaRPr lang="en-US" sz="792" dirty="0"/>
          </a:p>
        </p:txBody>
      </p:sp>
      <p:sp>
        <p:nvSpPr>
          <p:cNvPr id="108" name="Text 105"/>
          <p:cNvSpPr/>
          <p:nvPr/>
        </p:nvSpPr>
        <p:spPr>
          <a:xfrm>
            <a:off x="1896428" y="272013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24</a:t>
            </a:r>
            <a:endParaRPr lang="en-US" sz="792" dirty="0"/>
          </a:p>
        </p:txBody>
      </p:sp>
      <p:sp>
        <p:nvSpPr>
          <p:cNvPr id="109" name="Text 106"/>
          <p:cNvSpPr/>
          <p:nvPr/>
        </p:nvSpPr>
        <p:spPr>
          <a:xfrm>
            <a:off x="1896428" y="30930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0" name="Text 107"/>
          <p:cNvSpPr/>
          <p:nvPr/>
        </p:nvSpPr>
        <p:spPr>
          <a:xfrm>
            <a:off x="4260697" y="30692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11" name="Text 108"/>
          <p:cNvSpPr/>
          <p:nvPr/>
        </p:nvSpPr>
        <p:spPr>
          <a:xfrm>
            <a:off x="1896428" y="346605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2" name="Text 109"/>
          <p:cNvSpPr/>
          <p:nvPr/>
        </p:nvSpPr>
        <p:spPr>
          <a:xfrm>
            <a:off x="1176964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</a:t>
            </a:r>
            <a:endParaRPr lang="en-US" sz="792" dirty="0"/>
          </a:p>
        </p:txBody>
      </p:sp>
      <p:sp>
        <p:nvSpPr>
          <p:cNvPr id="113" name="Text 110"/>
          <p:cNvSpPr/>
          <p:nvPr/>
        </p:nvSpPr>
        <p:spPr>
          <a:xfrm>
            <a:off x="1896428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28</a:t>
            </a:r>
            <a:endParaRPr lang="en-US" sz="792" dirty="0"/>
          </a:p>
        </p:txBody>
      </p:sp>
      <p:sp>
        <p:nvSpPr>
          <p:cNvPr id="114" name="Text 111"/>
          <p:cNvSpPr/>
          <p:nvPr/>
        </p:nvSpPr>
        <p:spPr>
          <a:xfrm>
            <a:off x="4260697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94</a:t>
            </a:r>
            <a:endParaRPr lang="en-US" sz="792" dirty="0"/>
          </a:p>
        </p:txBody>
      </p:sp>
      <p:sp>
        <p:nvSpPr>
          <p:cNvPr id="115" name="Text 112"/>
          <p:cNvSpPr/>
          <p:nvPr/>
        </p:nvSpPr>
        <p:spPr>
          <a:xfrm>
            <a:off x="1176964" y="421198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16" name="Text 113"/>
          <p:cNvSpPr/>
          <p:nvPr/>
        </p:nvSpPr>
        <p:spPr>
          <a:xfrm>
            <a:off x="1896428" y="421198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17" name="Text 114"/>
          <p:cNvSpPr/>
          <p:nvPr/>
        </p:nvSpPr>
        <p:spPr>
          <a:xfrm>
            <a:off x="4260697" y="418817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96</a:t>
            </a:r>
            <a:endParaRPr lang="en-US" sz="792" dirty="0"/>
          </a:p>
        </p:txBody>
      </p:sp>
      <p:sp>
        <p:nvSpPr>
          <p:cNvPr id="118" name="Text 115"/>
          <p:cNvSpPr/>
          <p:nvPr/>
        </p:nvSpPr>
        <p:spPr>
          <a:xfrm>
            <a:off x="1176964" y="458494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19" name="Text 116"/>
          <p:cNvSpPr/>
          <p:nvPr/>
        </p:nvSpPr>
        <p:spPr>
          <a:xfrm>
            <a:off x="1896428" y="458494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20" name="Text 117"/>
          <p:cNvSpPr/>
          <p:nvPr/>
        </p:nvSpPr>
        <p:spPr>
          <a:xfrm>
            <a:off x="1176964" y="495791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</a:t>
            </a:r>
            <a:endParaRPr lang="en-US" sz="792" dirty="0"/>
          </a:p>
        </p:txBody>
      </p:sp>
      <p:sp>
        <p:nvSpPr>
          <p:cNvPr id="121" name="Text 118"/>
          <p:cNvSpPr/>
          <p:nvPr/>
        </p:nvSpPr>
        <p:spPr>
          <a:xfrm>
            <a:off x="1896428" y="495791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31</a:t>
            </a:r>
            <a:endParaRPr lang="en-US" sz="792" dirty="0"/>
          </a:p>
        </p:txBody>
      </p:sp>
      <p:sp>
        <p:nvSpPr>
          <p:cNvPr id="122" name="Text 119"/>
          <p:cNvSpPr/>
          <p:nvPr/>
        </p:nvSpPr>
        <p:spPr>
          <a:xfrm>
            <a:off x="1176964" y="532998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b="1" dirty="0">
                <a:solidFill>
                  <a:srgbClr val="120180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9*</a:t>
            </a:r>
            <a:endParaRPr lang="en-US" sz="792" dirty="0"/>
          </a:p>
        </p:txBody>
      </p:sp>
      <p:sp>
        <p:nvSpPr>
          <p:cNvPr id="123" name="Text 120"/>
          <p:cNvSpPr/>
          <p:nvPr/>
        </p:nvSpPr>
        <p:spPr>
          <a:xfrm>
            <a:off x="7468413" y="2348359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34</a:t>
            </a:r>
            <a:endParaRPr lang="en-US" sz="792" dirty="0"/>
          </a:p>
        </p:txBody>
      </p:sp>
      <p:sp>
        <p:nvSpPr>
          <p:cNvPr id="124" name="Text 121"/>
          <p:cNvSpPr/>
          <p:nvPr/>
        </p:nvSpPr>
        <p:spPr>
          <a:xfrm>
            <a:off x="8985178" y="2348359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25" name="Text 122"/>
          <p:cNvSpPr/>
          <p:nvPr/>
        </p:nvSpPr>
        <p:spPr>
          <a:xfrm>
            <a:off x="9832683" y="23245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16</a:t>
            </a:r>
            <a:endParaRPr lang="en-US" sz="792" dirty="0"/>
          </a:p>
        </p:txBody>
      </p:sp>
      <p:sp>
        <p:nvSpPr>
          <p:cNvPr id="126" name="Text 123"/>
          <p:cNvSpPr/>
          <p:nvPr/>
        </p:nvSpPr>
        <p:spPr>
          <a:xfrm>
            <a:off x="7468413" y="2720132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39</a:t>
            </a:r>
            <a:endParaRPr lang="en-US" sz="792" dirty="0"/>
          </a:p>
        </p:txBody>
      </p:sp>
      <p:sp>
        <p:nvSpPr>
          <p:cNvPr id="127" name="Text 124"/>
          <p:cNvSpPr/>
          <p:nvPr/>
        </p:nvSpPr>
        <p:spPr>
          <a:xfrm>
            <a:off x="8985178" y="2720132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</a:t>
            </a:r>
            <a:endParaRPr lang="en-US" sz="792" dirty="0"/>
          </a:p>
        </p:txBody>
      </p:sp>
      <p:sp>
        <p:nvSpPr>
          <p:cNvPr id="128" name="Text 125"/>
          <p:cNvSpPr/>
          <p:nvPr/>
        </p:nvSpPr>
        <p:spPr>
          <a:xfrm>
            <a:off x="9832683" y="269631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29" name="Text 126"/>
          <p:cNvSpPr/>
          <p:nvPr/>
        </p:nvSpPr>
        <p:spPr>
          <a:xfrm>
            <a:off x="7468413" y="309309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0" name="Text 127"/>
          <p:cNvSpPr/>
          <p:nvPr/>
        </p:nvSpPr>
        <p:spPr>
          <a:xfrm>
            <a:off x="8985178" y="309309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71</a:t>
            </a:r>
            <a:endParaRPr lang="en-US" sz="792" dirty="0"/>
          </a:p>
        </p:txBody>
      </p:sp>
      <p:sp>
        <p:nvSpPr>
          <p:cNvPr id="131" name="Text 128"/>
          <p:cNvSpPr/>
          <p:nvPr/>
        </p:nvSpPr>
        <p:spPr>
          <a:xfrm>
            <a:off x="9832683" y="306928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2" name="Text 129"/>
          <p:cNvSpPr/>
          <p:nvPr/>
        </p:nvSpPr>
        <p:spPr>
          <a:xfrm>
            <a:off x="7468413" y="346605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41</a:t>
            </a:r>
            <a:endParaRPr lang="en-US" sz="792" dirty="0"/>
          </a:p>
        </p:txBody>
      </p:sp>
      <p:sp>
        <p:nvSpPr>
          <p:cNvPr id="133" name="Text 130"/>
          <p:cNvSpPr/>
          <p:nvPr/>
        </p:nvSpPr>
        <p:spPr>
          <a:xfrm>
            <a:off x="8985178" y="346605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57</a:t>
            </a:r>
            <a:endParaRPr lang="en-US" sz="792" dirty="0"/>
          </a:p>
        </p:txBody>
      </p:sp>
      <p:sp>
        <p:nvSpPr>
          <p:cNvPr id="134" name="Text 131"/>
          <p:cNvSpPr/>
          <p:nvPr/>
        </p:nvSpPr>
        <p:spPr>
          <a:xfrm>
            <a:off x="9832683" y="344224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</a:t>
            </a:r>
            <a:endParaRPr lang="en-US" sz="792" dirty="0"/>
          </a:p>
        </p:txBody>
      </p:sp>
      <p:sp>
        <p:nvSpPr>
          <p:cNvPr id="135" name="Text 132"/>
          <p:cNvSpPr/>
          <p:nvPr/>
        </p:nvSpPr>
        <p:spPr>
          <a:xfrm>
            <a:off x="6748950" y="383902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22</a:t>
            </a:r>
            <a:endParaRPr lang="en-US" sz="792" dirty="0"/>
          </a:p>
        </p:txBody>
      </p:sp>
      <p:sp>
        <p:nvSpPr>
          <p:cNvPr id="136" name="Text 133"/>
          <p:cNvSpPr/>
          <p:nvPr/>
        </p:nvSpPr>
        <p:spPr>
          <a:xfrm>
            <a:off x="8985178" y="383902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37" name="Text 134"/>
          <p:cNvSpPr/>
          <p:nvPr/>
        </p:nvSpPr>
        <p:spPr>
          <a:xfrm>
            <a:off x="9832683" y="381520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30</a:t>
            </a:r>
            <a:endParaRPr lang="en-US" sz="792" dirty="0"/>
          </a:p>
        </p:txBody>
      </p:sp>
      <p:sp>
        <p:nvSpPr>
          <p:cNvPr id="138" name="Text 135"/>
          <p:cNvSpPr/>
          <p:nvPr/>
        </p:nvSpPr>
        <p:spPr>
          <a:xfrm>
            <a:off x="6748950" y="421198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39" name="Text 136"/>
          <p:cNvSpPr/>
          <p:nvPr/>
        </p:nvSpPr>
        <p:spPr>
          <a:xfrm>
            <a:off x="7468413" y="4211985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0" name="Text 137"/>
          <p:cNvSpPr/>
          <p:nvPr/>
        </p:nvSpPr>
        <p:spPr>
          <a:xfrm>
            <a:off x="8985178" y="4211985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38</a:t>
            </a:r>
            <a:endParaRPr lang="en-US" sz="792" dirty="0"/>
          </a:p>
        </p:txBody>
      </p:sp>
      <p:sp>
        <p:nvSpPr>
          <p:cNvPr id="141" name="Text 138"/>
          <p:cNvSpPr/>
          <p:nvPr/>
        </p:nvSpPr>
        <p:spPr>
          <a:xfrm>
            <a:off x="9832683" y="4188172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23</a:t>
            </a:r>
            <a:endParaRPr lang="en-US" sz="792" dirty="0"/>
          </a:p>
        </p:txBody>
      </p:sp>
      <p:sp>
        <p:nvSpPr>
          <p:cNvPr id="142" name="Text 139"/>
          <p:cNvSpPr/>
          <p:nvPr/>
        </p:nvSpPr>
        <p:spPr>
          <a:xfrm>
            <a:off x="6748950" y="458494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43" name="Text 140"/>
          <p:cNvSpPr/>
          <p:nvPr/>
        </p:nvSpPr>
        <p:spPr>
          <a:xfrm>
            <a:off x="7468413" y="4584948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4" name="Text 141"/>
          <p:cNvSpPr/>
          <p:nvPr/>
        </p:nvSpPr>
        <p:spPr>
          <a:xfrm>
            <a:off x="8985178" y="4584948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29</a:t>
            </a:r>
            <a:endParaRPr lang="en-US" sz="792" dirty="0"/>
          </a:p>
        </p:txBody>
      </p:sp>
      <p:sp>
        <p:nvSpPr>
          <p:cNvPr id="145" name="Text 142"/>
          <p:cNvSpPr/>
          <p:nvPr/>
        </p:nvSpPr>
        <p:spPr>
          <a:xfrm>
            <a:off x="9832683" y="4561136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18</a:t>
            </a:r>
            <a:endParaRPr lang="en-US" sz="792" dirty="0"/>
          </a:p>
        </p:txBody>
      </p:sp>
      <p:sp>
        <p:nvSpPr>
          <p:cNvPr id="146" name="Text 143"/>
          <p:cNvSpPr/>
          <p:nvPr/>
        </p:nvSpPr>
        <p:spPr>
          <a:xfrm>
            <a:off x="6748950" y="4957911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</a:t>
            </a:r>
            <a:endParaRPr lang="en-US" sz="792" dirty="0"/>
          </a:p>
        </p:txBody>
      </p:sp>
      <p:sp>
        <p:nvSpPr>
          <p:cNvPr id="147" name="Text 144"/>
          <p:cNvSpPr/>
          <p:nvPr/>
        </p:nvSpPr>
        <p:spPr>
          <a:xfrm>
            <a:off x="7468413" y="495791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45</a:t>
            </a:r>
            <a:endParaRPr lang="en-US" sz="792" dirty="0"/>
          </a:p>
        </p:txBody>
      </p:sp>
      <p:sp>
        <p:nvSpPr>
          <p:cNvPr id="148" name="Text 145"/>
          <p:cNvSpPr/>
          <p:nvPr/>
        </p:nvSpPr>
        <p:spPr>
          <a:xfrm>
            <a:off x="1176964" y="2348359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49" name="Text 146"/>
          <p:cNvSpPr/>
          <p:nvPr/>
        </p:nvSpPr>
        <p:spPr>
          <a:xfrm>
            <a:off x="1176964" y="272013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0" name="Text 147"/>
          <p:cNvSpPr/>
          <p:nvPr/>
        </p:nvSpPr>
        <p:spPr>
          <a:xfrm>
            <a:off x="1176964" y="30930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1" name="Text 148"/>
          <p:cNvSpPr/>
          <p:nvPr/>
        </p:nvSpPr>
        <p:spPr>
          <a:xfrm>
            <a:off x="1176964" y="346605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792" dirty="0"/>
          </a:p>
        </p:txBody>
      </p:sp>
      <p:sp>
        <p:nvSpPr>
          <p:cNvPr id="152" name="Text 149"/>
          <p:cNvSpPr/>
          <p:nvPr/>
        </p:nvSpPr>
        <p:spPr>
          <a:xfrm>
            <a:off x="3413192" y="495791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3" name="Text 150"/>
          <p:cNvSpPr/>
          <p:nvPr/>
        </p:nvSpPr>
        <p:spPr>
          <a:xfrm>
            <a:off x="4260697" y="493409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54" name="Text 151"/>
          <p:cNvSpPr/>
          <p:nvPr/>
        </p:nvSpPr>
        <p:spPr>
          <a:xfrm>
            <a:off x="6748950" y="2348359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792" dirty="0"/>
          </a:p>
        </p:txBody>
      </p:sp>
      <p:sp>
        <p:nvSpPr>
          <p:cNvPr id="155" name="Text 152"/>
          <p:cNvSpPr/>
          <p:nvPr/>
        </p:nvSpPr>
        <p:spPr>
          <a:xfrm>
            <a:off x="6748950" y="2720132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6" name="Text 153"/>
          <p:cNvSpPr/>
          <p:nvPr/>
        </p:nvSpPr>
        <p:spPr>
          <a:xfrm>
            <a:off x="6748950" y="3093095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7" name="Text 154"/>
          <p:cNvSpPr/>
          <p:nvPr/>
        </p:nvSpPr>
        <p:spPr>
          <a:xfrm>
            <a:off x="6748950" y="3466058"/>
            <a:ext cx="743912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8" name="Text 155"/>
          <p:cNvSpPr/>
          <p:nvPr/>
        </p:nvSpPr>
        <p:spPr>
          <a:xfrm>
            <a:off x="7468413" y="3839021"/>
            <a:ext cx="83941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</a:t>
            </a:r>
            <a:endParaRPr lang="en-US" sz="792" dirty="0"/>
          </a:p>
        </p:txBody>
      </p:sp>
      <p:sp>
        <p:nvSpPr>
          <p:cNvPr id="159" name="Text 156"/>
          <p:cNvSpPr/>
          <p:nvPr/>
        </p:nvSpPr>
        <p:spPr>
          <a:xfrm>
            <a:off x="8286742" y="4957911"/>
            <a:ext cx="723831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92" dirty="0"/>
          </a:p>
        </p:txBody>
      </p:sp>
      <p:sp>
        <p:nvSpPr>
          <p:cNvPr id="160" name="Text 157"/>
          <p:cNvSpPr/>
          <p:nvPr/>
        </p:nvSpPr>
        <p:spPr>
          <a:xfrm>
            <a:off x="8985178" y="4957911"/>
            <a:ext cx="871909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792" dirty="0"/>
          </a:p>
        </p:txBody>
      </p:sp>
      <p:sp>
        <p:nvSpPr>
          <p:cNvPr id="161" name="Text 158"/>
          <p:cNvSpPr/>
          <p:nvPr/>
        </p:nvSpPr>
        <p:spPr>
          <a:xfrm>
            <a:off x="9832683" y="4934099"/>
            <a:ext cx="837878" cy="114300"/>
          </a:xfrm>
          <a:prstGeom prst="rect">
            <a:avLst/>
          </a:prstGeom>
          <a:noFill/>
          <a:ln/>
        </p:spPr>
        <p:txBody>
          <a:bodyPr wrap="square" lIns="0" tIns="114300" rIns="114300" bIns="0" rtlCol="0" anchor="ctr"/>
          <a:lstStyle/>
          <a:p>
            <a:pPr algn="r" indent="0" marL="0">
              <a:buNone/>
            </a:pPr>
            <a:r>
              <a:rPr lang="en-US" sz="792" dirty="0">
                <a:solidFill>
                  <a:srgbClr val="333333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792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2026-08-25T14:09:09Z</dcterms:created>
  <dcterms:modified xsi:type="dcterms:W3CDTF">2026-08-25T14:09:09Z</dcterms:modified>
</cp:coreProperties>
</file>