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97102"/>
            <a:ext cx="4977123" cy="48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 Estrategia para alcanzar </a:t>
            </a:r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 ventas/mes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1133447" y="5823496"/>
            <a:ext cx="615097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 13.917 ventas 1S 15–21 asesores activos Vanti · Xuma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3174573" y="4959400"/>
            <a:ext cx="2776614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</a:t>
            </a:r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768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98225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 </a:t>
            </a:r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952476" y="1872704"/>
            <a:ext cx="34420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952476" y="2167979"/>
            <a:ext cx="3096697" cy="190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</a:t>
            </a:r>
            <a:pPr algn="l" indent="0" marL="0">
              <a:buNone/>
            </a:pPr>
            <a:r>
              <a:rPr lang="en-US" sz="43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pPr algn="l" indent="0" marL="0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2026</a:t>
            </a:r>
            <a:endParaRPr lang="en-US" sz="4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98764"/>
            <a:ext cx="560451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18842"/>
            <a:ext cx="5209810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8642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880592"/>
            <a:ext cx="1331273" cy="128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95975"/>
            <a:ext cx="69279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Vanti: Meta superada al 147 % — 13.917 pólizas vendidas vs 9.444 de meta. CP 10.534 (145 %) · VOL 3.383 (154 %).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17103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81050" y="4625458"/>
            <a:ext cx="176730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10165" y="4684974"/>
            <a:ext cx="15191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13470" y="2305050"/>
            <a:ext cx="309751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20764" y="2305050"/>
            <a:ext cx="309751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36355" y="2533650"/>
            <a:ext cx="152951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43650" y="2533650"/>
            <a:ext cx="152951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51324" y="2533650"/>
            <a:ext cx="151648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</a:t>
            </a:r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359649" y="2533650"/>
            <a:ext cx="109893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28249" y="2305050"/>
            <a:ext cx="308448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3936355" y="27717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6943650" y="27717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9951324" y="277177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3936355" y="301942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6943650" y="301942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9951324" y="301942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3936355" y="32670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6943650" y="32670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9951324" y="326707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3936355" y="351472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9951324" y="351472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3936355" y="37623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6943650" y="37623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9951324" y="376237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3936355" y="401002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6943650" y="401002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51324" y="401002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36355" y="42576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6943650" y="425767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9951324" y="4257675"/>
            <a:ext cx="151648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147,0 %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6943650" y="3514725"/>
            <a:ext cx="152951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89,0 %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2434590" y="42576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49180" y="42576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7" name="Text 44"/>
          <p:cNvSpPr/>
          <p:nvPr/>
        </p:nvSpPr>
        <p:spPr>
          <a:xfrm>
            <a:off x="2434590" y="2533650"/>
            <a:ext cx="82362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441885" y="2533650"/>
            <a:ext cx="82362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8449180" y="2533650"/>
            <a:ext cx="82362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2434590" y="27717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3236532" y="27717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8449180" y="27717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9251121" y="27717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1.695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2434590" y="30194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3236532" y="30194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8449180" y="30194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9251121" y="30194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1.391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2434590" y="32670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3236532" y="32670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8449180" y="32670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9251121" y="32670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2434590" y="35147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3236532" y="35147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8449180" y="35147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9251121" y="35147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1.818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2434590" y="37623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3236532" y="37623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8449180" y="37623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9251121" y="37623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1.452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2434590" y="40100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3236532" y="40100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8449180" y="40100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9251121" y="40100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723882" y="425767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236532" y="42576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5441885" y="42576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6243827" y="42576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2.194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9251121" y="42576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9.444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0" name="Text 77"/>
          <p:cNvSpPr/>
          <p:nvPr/>
        </p:nvSpPr>
        <p:spPr>
          <a:xfrm>
            <a:off x="3236532" y="2533650"/>
            <a:ext cx="7443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43827" y="2533650"/>
            <a:ext cx="7443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251121" y="2533650"/>
            <a:ext cx="74437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23882" y="2533650"/>
            <a:ext cx="6878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23882" y="277177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5441885" y="27717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6243827" y="27717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723882" y="301942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5441885" y="30194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6243827" y="30194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23882" y="326707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41885" y="32670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43827" y="32670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371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351472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41885" y="35147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43827" y="35147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621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76237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41885" y="376237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43827" y="376237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221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4010025"/>
            <a:ext cx="68780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41885" y="4010025"/>
            <a:ext cx="823623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43827" y="4010025"/>
            <a:ext cx="74437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289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59649" y="277177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59649" y="301942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59649" y="326707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59649" y="351472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59649" y="376237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59649" y="401002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1359649" y="4257675"/>
            <a:ext cx="109893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95975"/>
            <a:ext cx="936820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Xuma: GAAP del 4 % frente a la meta general, equivalente a 655 pólizas no emitidas en el semestre. Cumplimiento general 96 % (CP 90 % · VOL 116 %).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17103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81050" y="4638298"/>
            <a:ext cx="176730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10165" y="4692355"/>
            <a:ext cx="15191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04075" y="2308389"/>
            <a:ext cx="310901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22943" y="2308389"/>
            <a:ext cx="308080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46567" y="2536989"/>
            <a:ext cx="152124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37640" y="2536989"/>
            <a:ext cx="152124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59295" y="2536989"/>
            <a:ext cx="150851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</a:t>
            </a:r>
            <a:pPr algn="l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356247" y="2536989"/>
            <a:ext cx="1093105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13748" y="2308389"/>
            <a:ext cx="309920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937640" y="27751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959295" y="277511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3946567" y="302276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6937640" y="302276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9959295" y="302276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3946567" y="32704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6937640" y="32704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9959295" y="327041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6937640" y="351806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937640" y="37657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6937640" y="401336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937640" y="42610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3946567" y="27751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946567" y="351806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9959295" y="351806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3946567" y="37657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59295" y="376571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46567" y="401336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9959295" y="401336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2425493" y="42610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222283" y="426101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3946567" y="4261014"/>
            <a:ext cx="1521241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35022" y="42610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9231728" y="426101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9959295" y="4261014"/>
            <a:ext cx="1508518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9" name="Text 46"/>
          <p:cNvSpPr/>
          <p:nvPr/>
        </p:nvSpPr>
        <p:spPr>
          <a:xfrm>
            <a:off x="2425493" y="2536989"/>
            <a:ext cx="819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5443949" y="2536989"/>
            <a:ext cx="819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8435022" y="2536989"/>
            <a:ext cx="8191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425493" y="27751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3222283" y="277511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8435022" y="27751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9231728" y="277511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2425493" y="30227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3222283" y="302276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8435022" y="30227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9231728" y="302276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2425493" y="32704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3222283" y="327041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8435022" y="32704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9231728" y="327041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2425493" y="35180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3222283" y="351806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8435022" y="35180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9231728" y="351806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2425493" y="37657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222283" y="376571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8435022" y="37657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9231728" y="376571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2425493" y="40133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3222283" y="4013364"/>
            <a:ext cx="768592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8435022" y="40133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9231728" y="4013364"/>
            <a:ext cx="77150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723882" y="426101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5443949" y="42610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6241562" y="426101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0" name="Text 77"/>
          <p:cNvSpPr/>
          <p:nvPr/>
        </p:nvSpPr>
        <p:spPr>
          <a:xfrm>
            <a:off x="3222283" y="2536989"/>
            <a:ext cx="7685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41562" y="2536989"/>
            <a:ext cx="74038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231728" y="2536989"/>
            <a:ext cx="77150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23882" y="2536989"/>
            <a:ext cx="68412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23882" y="277511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5443949" y="27751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6241562" y="277511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723882" y="302276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5443949" y="30227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6241562" y="302276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23882" y="327041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43949" y="32704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41562" y="327041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351806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43949" y="35180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41562" y="351806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76571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43949" y="376571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41562" y="376571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4013364"/>
            <a:ext cx="684129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43949" y="4013364"/>
            <a:ext cx="81917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41562" y="4013364"/>
            <a:ext cx="74038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56247" y="277511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56247" y="302276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56247" y="327041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56247" y="351806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56247" y="376571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56247" y="401336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1356247" y="4261014"/>
            <a:ext cx="1093105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5816054"/>
            <a:ext cx="5371823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(op.) = jul-ago, embudo (recibidos→aptos→gestión→contacto) del tablero operativo — las </a:t>
            </a:r>
            <a:pPr algn="l" indent="0" marL="0">
              <a:buNone/>
            </a:pPr>
            <a:r>
              <a:rPr lang="en-US" sz="57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ya son la cifra oficial de liquidación</a:t>
            </a:r>
            <a:pPr algn="l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(llegó después). Recibidos de CP Stock/Masiva Voluntarios esos meses = aptos entregados (el dashboard nuevo no desglosa un "recibidos" previo al filtro para esas 2 campañas).</a:t>
            </a:r>
            <a:endParaRPr lang="en-US" sz="576" dirty="0"/>
          </a:p>
        </p:txBody>
      </p:sp>
      <p:sp>
        <p:nvSpPr>
          <p:cNvPr id="4" name="Text 1"/>
          <p:cNvSpPr/>
          <p:nvPr/>
        </p:nvSpPr>
        <p:spPr>
          <a:xfrm>
            <a:off x="1028674" y="6349454"/>
            <a:ext cx="74705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 identificada : el 78 % del descarte son, registros recibidos anteriormente y el 49 % y clientes con el producto activo es el 29 %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7166751" y="5977979"/>
            <a:ext cx="34300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24" dirty="0"/>
          </a:p>
        </p:txBody>
      </p:sp>
      <p:sp>
        <p:nvSpPr>
          <p:cNvPr id="6" name="Text 3"/>
          <p:cNvSpPr/>
          <p:nvPr/>
        </p:nvSpPr>
        <p:spPr>
          <a:xfrm>
            <a:off x="6429214" y="1966020"/>
            <a:ext cx="365561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Embudo de la gestión · de la base a la venta (semestre)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742931" y="1470720"/>
            <a:ext cx="2226527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Ene-jun: Power BI oficial · jul-ago: tablero operativo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61160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Ene-Ago 2026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9100910" y="1470720"/>
            <a:ext cx="209590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55 registros recibidos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190806" y="5600254"/>
            <a:ext cx="16433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Liquidación ene-jun + operativo jul-ago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857229" y="1966020"/>
            <a:ext cx="237655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y calidad de base por mes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742931" y="971550"/>
            <a:ext cx="211673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(ene-ago)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3528924" y="1470720"/>
            <a:ext cx="151742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44 % apto para gestión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9929564" y="2587228"/>
            <a:ext cx="111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314917" y="1470720"/>
            <a:ext cx="12247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1.034.624 recibidos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9929564" y="3324820"/>
            <a:ext cx="1037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9929564" y="4062561"/>
            <a:ext cx="104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9929564" y="4800154"/>
            <a:ext cx="1037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9" name="Text 16"/>
          <p:cNvSpPr/>
          <p:nvPr/>
        </p:nvSpPr>
        <p:spPr>
          <a:xfrm>
            <a:off x="9929564" y="5537746"/>
            <a:ext cx="10340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10 %</a:t>
            </a:r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20" name="Text 17"/>
          <p:cNvSpPr/>
          <p:nvPr/>
        </p:nvSpPr>
        <p:spPr>
          <a:xfrm>
            <a:off x="6314917" y="971550"/>
            <a:ext cx="150291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63137" y="2517577"/>
            <a:ext cx="10709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785538" y="3255318"/>
            <a:ext cx="10485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6989041" y="4125069"/>
            <a:ext cx="8450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marcados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7077698" y="4862661"/>
            <a:ext cx="7564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3528924" y="971550"/>
            <a:ext cx="13180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145375" y="3387477"/>
            <a:ext cx="6887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9100910" y="971550"/>
            <a:ext cx="112035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ene-ago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7129442" y="3992910"/>
            <a:ext cx="70467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7113351" y="4730502"/>
            <a:ext cx="72076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2319141" y="2261295"/>
            <a:ext cx="11390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7381059" y="2649736"/>
            <a:ext cx="4530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Vanti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1370655" y="2261295"/>
            <a:ext cx="98166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3428024" y="2261295"/>
            <a:ext cx="1037154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704832" y="4864001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 </a:t>
            </a:r>
            <a:pPr algn="l" indent="0" marL="0">
              <a:buNone/>
            </a:pPr>
            <a:r>
              <a:rPr lang="en-US" sz="552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(op.)</a:t>
            </a:r>
            <a:endParaRPr lang="en-US" sz="792" dirty="0"/>
          </a:p>
        </p:txBody>
      </p:sp>
      <p:sp>
        <p:nvSpPr>
          <p:cNvPr id="35" name="Text 32"/>
          <p:cNvSpPr/>
          <p:nvPr/>
        </p:nvSpPr>
        <p:spPr>
          <a:xfrm>
            <a:off x="704832" y="5246489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 </a:t>
            </a:r>
            <a:pPr algn="l" indent="0" marL="0">
              <a:buNone/>
            </a:pPr>
            <a:r>
              <a:rPr lang="en-US" sz="552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(op.)</a:t>
            </a:r>
            <a:endParaRPr lang="en-US" sz="792" dirty="0"/>
          </a:p>
        </p:txBody>
      </p:sp>
      <p:sp>
        <p:nvSpPr>
          <p:cNvPr id="36" name="Text 33"/>
          <p:cNvSpPr/>
          <p:nvPr/>
        </p:nvSpPr>
        <p:spPr>
          <a:xfrm>
            <a:off x="1370655" y="5591175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1.034.624</a:t>
            </a:r>
            <a:endParaRPr lang="en-US" sz="792" dirty="0"/>
          </a:p>
        </p:txBody>
      </p:sp>
      <p:sp>
        <p:nvSpPr>
          <p:cNvPr id="37" name="Text 34"/>
          <p:cNvSpPr/>
          <p:nvPr/>
        </p:nvSpPr>
        <p:spPr>
          <a:xfrm>
            <a:off x="742931" y="1114425"/>
            <a:ext cx="140652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1.034.624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8595050" y="2572941"/>
            <a:ext cx="57358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1.034.624</a:t>
            </a:r>
            <a:endParaRPr lang="en-US" sz="912" dirty="0"/>
          </a:p>
        </p:txBody>
      </p:sp>
      <p:sp>
        <p:nvSpPr>
          <p:cNvPr id="39" name="Text 36"/>
          <p:cNvSpPr/>
          <p:nvPr/>
        </p:nvSpPr>
        <p:spPr>
          <a:xfrm>
            <a:off x="1370655" y="2570262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792" dirty="0"/>
          </a:p>
        </p:txBody>
      </p:sp>
      <p:sp>
        <p:nvSpPr>
          <p:cNvPr id="40" name="Text 37"/>
          <p:cNvSpPr/>
          <p:nvPr/>
        </p:nvSpPr>
        <p:spPr>
          <a:xfrm>
            <a:off x="4443967" y="2570262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792" dirty="0"/>
          </a:p>
        </p:txBody>
      </p:sp>
      <p:sp>
        <p:nvSpPr>
          <p:cNvPr id="41" name="Text 38"/>
          <p:cNvSpPr/>
          <p:nvPr/>
        </p:nvSpPr>
        <p:spPr>
          <a:xfrm>
            <a:off x="1370655" y="3334048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792" dirty="0"/>
          </a:p>
        </p:txBody>
      </p:sp>
      <p:sp>
        <p:nvSpPr>
          <p:cNvPr id="42" name="Text 39"/>
          <p:cNvSpPr/>
          <p:nvPr/>
        </p:nvSpPr>
        <p:spPr>
          <a:xfrm>
            <a:off x="1370655" y="3716536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792" dirty="0"/>
          </a:p>
        </p:txBody>
      </p:sp>
      <p:sp>
        <p:nvSpPr>
          <p:cNvPr id="43" name="Text 40"/>
          <p:cNvSpPr/>
          <p:nvPr/>
        </p:nvSpPr>
        <p:spPr>
          <a:xfrm>
            <a:off x="2319141" y="3716536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792" dirty="0"/>
          </a:p>
        </p:txBody>
      </p:sp>
      <p:sp>
        <p:nvSpPr>
          <p:cNvPr id="44" name="Text 41"/>
          <p:cNvSpPr/>
          <p:nvPr/>
        </p:nvSpPr>
        <p:spPr>
          <a:xfrm>
            <a:off x="1370655" y="4099024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792" dirty="0"/>
          </a:p>
        </p:txBody>
      </p:sp>
      <p:sp>
        <p:nvSpPr>
          <p:cNvPr id="45" name="Text 42"/>
          <p:cNvSpPr/>
          <p:nvPr/>
        </p:nvSpPr>
        <p:spPr>
          <a:xfrm>
            <a:off x="2319141" y="4099024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792" dirty="0"/>
          </a:p>
        </p:txBody>
      </p:sp>
      <p:sp>
        <p:nvSpPr>
          <p:cNvPr id="46" name="Text 43"/>
          <p:cNvSpPr/>
          <p:nvPr/>
        </p:nvSpPr>
        <p:spPr>
          <a:xfrm>
            <a:off x="1370655" y="4481512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792" dirty="0"/>
          </a:p>
        </p:txBody>
      </p:sp>
      <p:sp>
        <p:nvSpPr>
          <p:cNvPr id="47" name="Text 44"/>
          <p:cNvSpPr/>
          <p:nvPr/>
        </p:nvSpPr>
        <p:spPr>
          <a:xfrm>
            <a:off x="2319141" y="4481512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792" dirty="0"/>
          </a:p>
        </p:txBody>
      </p:sp>
      <p:sp>
        <p:nvSpPr>
          <p:cNvPr id="48" name="Text 45"/>
          <p:cNvSpPr/>
          <p:nvPr/>
        </p:nvSpPr>
        <p:spPr>
          <a:xfrm>
            <a:off x="2319141" y="5591175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582.608</a:t>
            </a:r>
            <a:endParaRPr lang="en-US" sz="792" dirty="0"/>
          </a:p>
        </p:txBody>
      </p:sp>
      <p:sp>
        <p:nvSpPr>
          <p:cNvPr id="49" name="Text 46"/>
          <p:cNvSpPr/>
          <p:nvPr/>
        </p:nvSpPr>
        <p:spPr>
          <a:xfrm>
            <a:off x="4443967" y="5591175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452.016</a:t>
            </a:r>
            <a:endParaRPr lang="en-US" sz="792" dirty="0"/>
          </a:p>
        </p:txBody>
      </p:sp>
      <p:sp>
        <p:nvSpPr>
          <p:cNvPr id="50" name="Text 47"/>
          <p:cNvSpPr/>
          <p:nvPr/>
        </p:nvSpPr>
        <p:spPr>
          <a:xfrm>
            <a:off x="6314917" y="1114425"/>
            <a:ext cx="115238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452.016</a:t>
            </a:r>
            <a:endParaRPr lang="en-US" sz="2280" dirty="0"/>
          </a:p>
        </p:txBody>
      </p:sp>
      <p:sp>
        <p:nvSpPr>
          <p:cNvPr id="51" name="Text 48"/>
          <p:cNvSpPr/>
          <p:nvPr/>
        </p:nvSpPr>
        <p:spPr>
          <a:xfrm>
            <a:off x="8645846" y="3310533"/>
            <a:ext cx="47198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452.016</a:t>
            </a:r>
            <a:endParaRPr lang="en-US" sz="912" dirty="0"/>
          </a:p>
        </p:txBody>
      </p:sp>
      <p:sp>
        <p:nvSpPr>
          <p:cNvPr id="52" name="Text 49"/>
          <p:cNvSpPr/>
          <p:nvPr/>
        </p:nvSpPr>
        <p:spPr>
          <a:xfrm>
            <a:off x="8650899" y="4048274"/>
            <a:ext cx="46173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444.175</a:t>
            </a:r>
            <a:endParaRPr lang="en-US" sz="912" dirty="0"/>
          </a:p>
        </p:txBody>
      </p:sp>
      <p:sp>
        <p:nvSpPr>
          <p:cNvPr id="53" name="Text 50"/>
          <p:cNvSpPr/>
          <p:nvPr/>
        </p:nvSpPr>
        <p:spPr>
          <a:xfrm>
            <a:off x="8649159" y="4785866"/>
            <a:ext cx="46536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197.404</a:t>
            </a:r>
            <a:endParaRPr lang="en-US" sz="912" dirty="0"/>
          </a:p>
        </p:txBody>
      </p:sp>
      <p:sp>
        <p:nvSpPr>
          <p:cNvPr id="54" name="Text 51"/>
          <p:cNvSpPr/>
          <p:nvPr/>
        </p:nvSpPr>
        <p:spPr>
          <a:xfrm>
            <a:off x="5149964" y="2261295"/>
            <a:ext cx="764913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2319141" y="2570262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792" dirty="0"/>
          </a:p>
        </p:txBody>
      </p:sp>
      <p:sp>
        <p:nvSpPr>
          <p:cNvPr id="56" name="Text 53"/>
          <p:cNvSpPr/>
          <p:nvPr/>
        </p:nvSpPr>
        <p:spPr>
          <a:xfrm>
            <a:off x="1370655" y="2951559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792" dirty="0"/>
          </a:p>
        </p:txBody>
      </p:sp>
      <p:sp>
        <p:nvSpPr>
          <p:cNvPr id="57" name="Text 54"/>
          <p:cNvSpPr/>
          <p:nvPr/>
        </p:nvSpPr>
        <p:spPr>
          <a:xfrm>
            <a:off x="2319141" y="2951559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792" dirty="0"/>
          </a:p>
        </p:txBody>
      </p:sp>
      <p:sp>
        <p:nvSpPr>
          <p:cNvPr id="58" name="Text 55"/>
          <p:cNvSpPr/>
          <p:nvPr/>
        </p:nvSpPr>
        <p:spPr>
          <a:xfrm>
            <a:off x="4443967" y="2951559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792" dirty="0"/>
          </a:p>
        </p:txBody>
      </p:sp>
      <p:sp>
        <p:nvSpPr>
          <p:cNvPr id="59" name="Text 56"/>
          <p:cNvSpPr/>
          <p:nvPr/>
        </p:nvSpPr>
        <p:spPr>
          <a:xfrm>
            <a:off x="2319141" y="3334048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792" dirty="0"/>
          </a:p>
        </p:txBody>
      </p:sp>
      <p:sp>
        <p:nvSpPr>
          <p:cNvPr id="60" name="Text 57"/>
          <p:cNvSpPr/>
          <p:nvPr/>
        </p:nvSpPr>
        <p:spPr>
          <a:xfrm>
            <a:off x="4443967" y="3334048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792" dirty="0"/>
          </a:p>
        </p:txBody>
      </p:sp>
      <p:sp>
        <p:nvSpPr>
          <p:cNvPr id="61" name="Text 58"/>
          <p:cNvSpPr/>
          <p:nvPr/>
        </p:nvSpPr>
        <p:spPr>
          <a:xfrm>
            <a:off x="4443967" y="3716536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792" dirty="0"/>
          </a:p>
        </p:txBody>
      </p:sp>
      <p:sp>
        <p:nvSpPr>
          <p:cNvPr id="62" name="Text 59"/>
          <p:cNvSpPr/>
          <p:nvPr/>
        </p:nvSpPr>
        <p:spPr>
          <a:xfrm>
            <a:off x="4443967" y="4099024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792" dirty="0"/>
          </a:p>
        </p:txBody>
      </p:sp>
      <p:sp>
        <p:nvSpPr>
          <p:cNvPr id="63" name="Text 60"/>
          <p:cNvSpPr/>
          <p:nvPr/>
        </p:nvSpPr>
        <p:spPr>
          <a:xfrm>
            <a:off x="4443967" y="4481512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792" dirty="0"/>
          </a:p>
        </p:txBody>
      </p:sp>
      <p:sp>
        <p:nvSpPr>
          <p:cNvPr id="64" name="Text 61"/>
          <p:cNvSpPr/>
          <p:nvPr/>
        </p:nvSpPr>
        <p:spPr>
          <a:xfrm>
            <a:off x="1370655" y="4864001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54.686</a:t>
            </a:r>
            <a:endParaRPr lang="en-US" sz="792" dirty="0"/>
          </a:p>
        </p:txBody>
      </p:sp>
      <p:sp>
        <p:nvSpPr>
          <p:cNvPr id="65" name="Text 62"/>
          <p:cNvSpPr/>
          <p:nvPr/>
        </p:nvSpPr>
        <p:spPr>
          <a:xfrm>
            <a:off x="2319141" y="4864001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12.582</a:t>
            </a:r>
            <a:endParaRPr lang="en-US" sz="792" dirty="0"/>
          </a:p>
        </p:txBody>
      </p:sp>
      <p:sp>
        <p:nvSpPr>
          <p:cNvPr id="66" name="Text 63"/>
          <p:cNvSpPr/>
          <p:nvPr/>
        </p:nvSpPr>
        <p:spPr>
          <a:xfrm>
            <a:off x="4443967" y="4864001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42.104</a:t>
            </a:r>
            <a:endParaRPr lang="en-US" sz="792" dirty="0"/>
          </a:p>
        </p:txBody>
      </p:sp>
      <p:sp>
        <p:nvSpPr>
          <p:cNvPr id="67" name="Text 64"/>
          <p:cNvSpPr/>
          <p:nvPr/>
        </p:nvSpPr>
        <p:spPr>
          <a:xfrm>
            <a:off x="1370655" y="5246489"/>
            <a:ext cx="98166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58.458</a:t>
            </a:r>
            <a:endParaRPr lang="en-US" sz="792" dirty="0"/>
          </a:p>
        </p:txBody>
      </p:sp>
      <p:sp>
        <p:nvSpPr>
          <p:cNvPr id="68" name="Text 65"/>
          <p:cNvSpPr/>
          <p:nvPr/>
        </p:nvSpPr>
        <p:spPr>
          <a:xfrm>
            <a:off x="2319141" y="5246489"/>
            <a:ext cx="1139092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21.658</a:t>
            </a:r>
            <a:endParaRPr lang="en-US" sz="792" dirty="0"/>
          </a:p>
        </p:txBody>
      </p:sp>
      <p:sp>
        <p:nvSpPr>
          <p:cNvPr id="69" name="Text 66"/>
          <p:cNvSpPr/>
          <p:nvPr/>
        </p:nvSpPr>
        <p:spPr>
          <a:xfrm>
            <a:off x="4443967" y="5246489"/>
            <a:ext cx="72827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36.800</a:t>
            </a:r>
            <a:endParaRPr lang="en-US" sz="792" dirty="0"/>
          </a:p>
        </p:txBody>
      </p:sp>
      <p:sp>
        <p:nvSpPr>
          <p:cNvPr id="70" name="Text 67"/>
          <p:cNvSpPr/>
          <p:nvPr/>
        </p:nvSpPr>
        <p:spPr>
          <a:xfrm>
            <a:off x="5149964" y="5591175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18.823</a:t>
            </a:r>
            <a:endParaRPr lang="en-US" sz="792" dirty="0"/>
          </a:p>
        </p:txBody>
      </p:sp>
      <p:sp>
        <p:nvSpPr>
          <p:cNvPr id="71" name="Text 68"/>
          <p:cNvSpPr/>
          <p:nvPr/>
        </p:nvSpPr>
        <p:spPr>
          <a:xfrm>
            <a:off x="9100910" y="1114425"/>
            <a:ext cx="97601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18.823</a:t>
            </a:r>
            <a:endParaRPr lang="en-US" sz="2280" dirty="0"/>
          </a:p>
        </p:txBody>
      </p:sp>
      <p:sp>
        <p:nvSpPr>
          <p:cNvPr id="72" name="Text 69"/>
          <p:cNvSpPr/>
          <p:nvPr/>
        </p:nvSpPr>
        <p:spPr>
          <a:xfrm>
            <a:off x="7442110" y="5468094"/>
            <a:ext cx="392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8681030" y="5523458"/>
            <a:ext cx="40147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18.823</a:t>
            </a:r>
            <a:endParaRPr lang="en-US" sz="912" dirty="0"/>
          </a:p>
        </p:txBody>
      </p:sp>
      <p:sp>
        <p:nvSpPr>
          <p:cNvPr id="74" name="Text 71"/>
          <p:cNvSpPr/>
          <p:nvPr/>
        </p:nvSpPr>
        <p:spPr>
          <a:xfrm>
            <a:off x="4443967" y="2261295"/>
            <a:ext cx="72827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5149964" y="2570262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792" dirty="0"/>
          </a:p>
        </p:txBody>
      </p:sp>
      <p:sp>
        <p:nvSpPr>
          <p:cNvPr id="76" name="Text 73"/>
          <p:cNvSpPr/>
          <p:nvPr/>
        </p:nvSpPr>
        <p:spPr>
          <a:xfrm>
            <a:off x="5149964" y="2951559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792" dirty="0"/>
          </a:p>
        </p:txBody>
      </p:sp>
      <p:sp>
        <p:nvSpPr>
          <p:cNvPr id="77" name="Text 74"/>
          <p:cNvSpPr/>
          <p:nvPr/>
        </p:nvSpPr>
        <p:spPr>
          <a:xfrm>
            <a:off x="5149964" y="3334048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792" dirty="0"/>
          </a:p>
        </p:txBody>
      </p:sp>
      <p:sp>
        <p:nvSpPr>
          <p:cNvPr id="78" name="Text 75"/>
          <p:cNvSpPr/>
          <p:nvPr/>
        </p:nvSpPr>
        <p:spPr>
          <a:xfrm>
            <a:off x="5149964" y="3716536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792" dirty="0"/>
          </a:p>
        </p:txBody>
      </p:sp>
      <p:sp>
        <p:nvSpPr>
          <p:cNvPr id="79" name="Text 76"/>
          <p:cNvSpPr/>
          <p:nvPr/>
        </p:nvSpPr>
        <p:spPr>
          <a:xfrm>
            <a:off x="5149964" y="4099024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792" dirty="0"/>
          </a:p>
        </p:txBody>
      </p:sp>
      <p:sp>
        <p:nvSpPr>
          <p:cNvPr id="80" name="Text 77"/>
          <p:cNvSpPr/>
          <p:nvPr/>
        </p:nvSpPr>
        <p:spPr>
          <a:xfrm>
            <a:off x="5149964" y="4481512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792" dirty="0"/>
          </a:p>
        </p:txBody>
      </p:sp>
      <p:sp>
        <p:nvSpPr>
          <p:cNvPr id="81" name="Text 78"/>
          <p:cNvSpPr/>
          <p:nvPr/>
        </p:nvSpPr>
        <p:spPr>
          <a:xfrm>
            <a:off x="5149964" y="4864001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2.775</a:t>
            </a:r>
            <a:endParaRPr lang="en-US" sz="792" dirty="0"/>
          </a:p>
        </p:txBody>
      </p:sp>
      <p:sp>
        <p:nvSpPr>
          <p:cNvPr id="82" name="Text 79"/>
          <p:cNvSpPr/>
          <p:nvPr/>
        </p:nvSpPr>
        <p:spPr>
          <a:xfrm>
            <a:off x="5149964" y="5246489"/>
            <a:ext cx="764913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2.131</a:t>
            </a:r>
            <a:endParaRPr lang="en-US" sz="792" dirty="0"/>
          </a:p>
        </p:txBody>
      </p:sp>
      <p:sp>
        <p:nvSpPr>
          <p:cNvPr id="83" name="Text 80"/>
          <p:cNvSpPr/>
          <p:nvPr/>
        </p:nvSpPr>
        <p:spPr>
          <a:xfrm>
            <a:off x="704832" y="5591175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84" name="Text 81"/>
          <p:cNvSpPr/>
          <p:nvPr/>
        </p:nvSpPr>
        <p:spPr>
          <a:xfrm>
            <a:off x="3428024" y="2565499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3428024" y="2946797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3428024" y="3329285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3428024" y="3711773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74 %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3428024" y="4094262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3428024" y="4476750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3428024" y="4859238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23 %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3428024" y="5241727"/>
            <a:ext cx="1037154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37 %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3428024" y="5591175"/>
            <a:ext cx="1037154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56 %</a:t>
            </a:r>
            <a:endParaRPr lang="en-US" sz="792" dirty="0"/>
          </a:p>
        </p:txBody>
      </p:sp>
      <p:sp>
        <p:nvSpPr>
          <p:cNvPr id="93" name="Text 90"/>
          <p:cNvSpPr/>
          <p:nvPr/>
        </p:nvSpPr>
        <p:spPr>
          <a:xfrm>
            <a:off x="3528924" y="1114425"/>
            <a:ext cx="69820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56 %</a:t>
            </a:r>
            <a:endParaRPr lang="en-US" sz="2280" dirty="0"/>
          </a:p>
        </p:txBody>
      </p:sp>
      <p:sp>
        <p:nvSpPr>
          <p:cNvPr id="94" name="Text 91"/>
          <p:cNvSpPr/>
          <p:nvPr/>
        </p:nvSpPr>
        <p:spPr>
          <a:xfrm>
            <a:off x="704832" y="2261295"/>
            <a:ext cx="71524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704832" y="2570262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96" name="Text 93"/>
          <p:cNvSpPr/>
          <p:nvPr/>
        </p:nvSpPr>
        <p:spPr>
          <a:xfrm>
            <a:off x="704832" y="2951559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97" name="Text 94"/>
          <p:cNvSpPr/>
          <p:nvPr/>
        </p:nvSpPr>
        <p:spPr>
          <a:xfrm>
            <a:off x="704832" y="3334048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98" name="Text 95"/>
          <p:cNvSpPr/>
          <p:nvPr/>
        </p:nvSpPr>
        <p:spPr>
          <a:xfrm>
            <a:off x="704832" y="3716536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99" name="Text 96"/>
          <p:cNvSpPr/>
          <p:nvPr/>
        </p:nvSpPr>
        <p:spPr>
          <a:xfrm>
            <a:off x="704832" y="4099024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100" name="Text 97"/>
          <p:cNvSpPr/>
          <p:nvPr/>
        </p:nvSpPr>
        <p:spPr>
          <a:xfrm>
            <a:off x="704832" y="4481512"/>
            <a:ext cx="715247" cy="11430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3408015"/>
            <a:ext cx="1134264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Campañas puntuales solo de enero (no recurrentes). Base apta = registros que quedaron tras la depuración; ene-jun es liquidación oficial. Jul-ago-sep: base apta/contactabilidad del tablero operativo, pero </a:t>
            </a:r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ya es la cifra oficial de liquidación</a:t>
            </a:r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 Solo Bienvenidas CP y Autogestión llegan a septiembre (únicas 2 con ese mes en la fuente); CP Stock y Masiva Voluntarios se quedan en ene-ago. El total ene-sep (464.539) incluye Microseguro aunque no tiene fila propia. Rueda Seguro SBS y Billetera Protegida son campañas nuevas con rango ago-oct — no se suman a este total.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704832" y="5787479"/>
            <a:ext cx="5451016" cy="3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586.865 registros descartados ene-sep en todo el canal. Metodología: canal completo de ene-jun (548.368, todas las campañas) + incremental real de jul-ago-sep (38.497) de Bienvenida CP + Autogestión. </a:t>
            </a:r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Stock, Masiva Voluntarios y Microseguro sí tuvieron rechazo en jul-ago-sep</a:t>
            </a:r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pero el dashboard nuevo no lo tipifica por motivo para esas 3 campañas — por eso no suman aquí (el total de registros de esas 3 sí está contado en "Consolidado de las Bases", solo no con motivo). Categorías re-agrupadas a la misma taxonomía del 1S.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286343" y="5997029"/>
            <a:ext cx="527512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ventas. *Septiembre parcial: solo Bienvenidas CP + Autogestión + Microseguro (CP Stock y Masiva Voluntarios no tienen setiembre en la fuente todavía) — el Total ene-sep ya lo incluye, con esa salvedad.</a:t>
            </a:r>
            <a:endParaRPr lang="en-US" sz="528" dirty="0"/>
          </a:p>
        </p:txBody>
      </p:sp>
      <p:sp>
        <p:nvSpPr>
          <p:cNvPr id="6" name="Text 3"/>
          <p:cNvSpPr/>
          <p:nvPr/>
        </p:nvSpPr>
        <p:spPr>
          <a:xfrm>
            <a:off x="1009625" y="6425654"/>
            <a:ext cx="90116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la gestión no llega al 100 %? Junio (1S) cerró en 97,9 %: la base no llegó a tiempo — ingresó sobre el cierre del mes y ~8.000 registros quedaron sin tiempo de marcación.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723882" y="1245840"/>
            <a:ext cx="22973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 las ventas por campaña ene-sep · 18,2 % de conversión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6286343" y="1245840"/>
            <a:ext cx="16191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(ene-sep)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589990" y="4079825"/>
            <a:ext cx="17240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enviado/recibido anteriormente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857229" y="1493490"/>
            <a:ext cx="19962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Rendimiento por campaña (ene-sep*)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704832" y="3798540"/>
            <a:ext cx="1735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(ene-sep)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438739" y="3817590"/>
            <a:ext cx="16264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aptos por mes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20746" y="4294436"/>
            <a:ext cx="121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862377" y="5367635"/>
            <a:ext cx="12711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en mismo archivo (PDV)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704832" y="305559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Billetera Protegida </a:t>
            </a:r>
            <a:pPr algn="l" indent="0" marL="0">
              <a:buNone/>
            </a:pPr>
            <a:r>
              <a:rPr lang="en-US" sz="504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ago-oct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995364" y="4509046"/>
            <a:ext cx="11381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977064" y="4723805"/>
            <a:ext cx="1156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704832" y="288414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Rueda Seguro SBS </a:t>
            </a:r>
            <a:pPr algn="l" indent="0" marL="0">
              <a:buNone/>
            </a:pPr>
            <a:r>
              <a:rPr lang="en-US" sz="504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ago-oct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704832" y="271269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Volunt. Cancelaciones*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71486" y="209550"/>
            <a:ext cx="22703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04832" y="254124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704832" y="236979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452219" y="5153025"/>
            <a:ext cx="6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8599049" y="1693515"/>
            <a:ext cx="288781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04832" y="185544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723882" y="942975"/>
            <a:ext cx="8613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704832" y="3246090"/>
            <a:ext cx="28873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ene-sep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6286343" y="5103465"/>
            <a:ext cx="73072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ene-sep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6286343" y="4998690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 </a:t>
            </a:r>
            <a:pPr algn="l" indent="0" marL="0">
              <a:buNone/>
            </a:pPr>
            <a:r>
              <a:rPr lang="en-US" sz="456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parcial*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3882" y="1066800"/>
            <a:ext cx="62343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9.428 </a:t>
            </a:r>
            <a:pPr algn="l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960" dirty="0"/>
          </a:p>
        </p:txBody>
      </p:sp>
      <p:sp>
        <p:nvSpPr>
          <p:cNvPr id="31" name="Text 28"/>
          <p:cNvSpPr/>
          <p:nvPr/>
        </p:nvSpPr>
        <p:spPr>
          <a:xfrm>
            <a:off x="704832" y="202689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6286343" y="942975"/>
            <a:ext cx="7442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696" dirty="0"/>
          </a:p>
        </p:txBody>
      </p:sp>
      <p:sp>
        <p:nvSpPr>
          <p:cNvPr id="33" name="Text 30"/>
          <p:cNvSpPr/>
          <p:nvPr/>
        </p:nvSpPr>
        <p:spPr>
          <a:xfrm>
            <a:off x="1578738" y="4938415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672" dirty="0"/>
          </a:p>
        </p:txBody>
      </p:sp>
      <p:sp>
        <p:nvSpPr>
          <p:cNvPr id="34" name="Text 31"/>
          <p:cNvSpPr/>
          <p:nvPr/>
        </p:nvSpPr>
        <p:spPr>
          <a:xfrm>
            <a:off x="6684270" y="1693515"/>
            <a:ext cx="199889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3456338" y="1693515"/>
            <a:ext cx="177677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apta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704832" y="2198340"/>
            <a:ext cx="2887354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8804444" y="4027140"/>
            <a:ext cx="802469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704832" y="1693515"/>
            <a:ext cx="288735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3456338" y="221262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192.371</a:t>
            </a:r>
            <a:endParaRPr lang="en-US" sz="672" dirty="0"/>
          </a:p>
        </p:txBody>
      </p:sp>
      <p:sp>
        <p:nvSpPr>
          <p:cNvPr id="40" name="Text 37"/>
          <p:cNvSpPr/>
          <p:nvPr/>
        </p:nvSpPr>
        <p:spPr>
          <a:xfrm>
            <a:off x="3456338" y="238407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145.205</a:t>
            </a:r>
            <a:endParaRPr lang="en-US" sz="672" dirty="0"/>
          </a:p>
        </p:txBody>
      </p:sp>
      <p:sp>
        <p:nvSpPr>
          <p:cNvPr id="41" name="Text 38"/>
          <p:cNvSpPr/>
          <p:nvPr/>
        </p:nvSpPr>
        <p:spPr>
          <a:xfrm>
            <a:off x="3456338" y="3246090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464.539</a:t>
            </a:r>
            <a:endParaRPr lang="en-US" sz="672" dirty="0"/>
          </a:p>
        </p:txBody>
      </p:sp>
      <p:sp>
        <p:nvSpPr>
          <p:cNvPr id="42" name="Text 39"/>
          <p:cNvSpPr/>
          <p:nvPr/>
        </p:nvSpPr>
        <p:spPr>
          <a:xfrm>
            <a:off x="7502896" y="4027140"/>
            <a:ext cx="687655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8171433" y="4027140"/>
            <a:ext cx="65638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9588474" y="4027140"/>
            <a:ext cx="63308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0804726" y="4027140"/>
            <a:ext cx="6821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6979975" y="4160490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7502896" y="4160490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103.531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6979975" y="5103465"/>
            <a:ext cx="542950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464.539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7502896" y="5103465"/>
            <a:ext cx="68765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456.684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8804444" y="5103465"/>
            <a:ext cx="80246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207.102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5187831" y="1693515"/>
            <a:ext cx="1554658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3456338" y="186972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65.910</a:t>
            </a:r>
            <a:endParaRPr lang="en-US" sz="672" dirty="0"/>
          </a:p>
        </p:txBody>
      </p:sp>
      <p:sp>
        <p:nvSpPr>
          <p:cNvPr id="53" name="Text 50"/>
          <p:cNvSpPr/>
          <p:nvPr/>
        </p:nvSpPr>
        <p:spPr>
          <a:xfrm>
            <a:off x="8599049" y="186972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18,2 %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3456338" y="204117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11.264</a:t>
            </a:r>
            <a:endParaRPr lang="en-US" sz="672" dirty="0"/>
          </a:p>
        </p:txBody>
      </p:sp>
      <p:sp>
        <p:nvSpPr>
          <p:cNvPr id="55" name="Text 52"/>
          <p:cNvSpPr/>
          <p:nvPr/>
        </p:nvSpPr>
        <p:spPr>
          <a:xfrm>
            <a:off x="8599049" y="204117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21,9 %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3456338" y="255552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72" dirty="0"/>
          </a:p>
        </p:txBody>
      </p:sp>
      <p:sp>
        <p:nvSpPr>
          <p:cNvPr id="57" name="Text 54"/>
          <p:cNvSpPr/>
          <p:nvPr/>
        </p:nvSpPr>
        <p:spPr>
          <a:xfrm>
            <a:off x="3456338" y="289842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16.360</a:t>
            </a:r>
            <a:endParaRPr lang="en-US" sz="672" dirty="0"/>
          </a:p>
        </p:txBody>
      </p:sp>
      <p:sp>
        <p:nvSpPr>
          <p:cNvPr id="58" name="Text 55"/>
          <p:cNvSpPr/>
          <p:nvPr/>
        </p:nvSpPr>
        <p:spPr>
          <a:xfrm>
            <a:off x="3456338" y="306987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15.743</a:t>
            </a:r>
            <a:endParaRPr lang="en-US" sz="672" dirty="0"/>
          </a:p>
        </p:txBody>
      </p:sp>
      <p:sp>
        <p:nvSpPr>
          <p:cNvPr id="59" name="Text 56"/>
          <p:cNvSpPr/>
          <p:nvPr/>
        </p:nvSpPr>
        <p:spPr>
          <a:xfrm>
            <a:off x="5187831" y="3246090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15.258</a:t>
            </a:r>
            <a:endParaRPr lang="en-US" sz="672" dirty="0"/>
          </a:p>
        </p:txBody>
      </p:sp>
      <p:sp>
        <p:nvSpPr>
          <p:cNvPr id="60" name="Text 57"/>
          <p:cNvSpPr/>
          <p:nvPr/>
        </p:nvSpPr>
        <p:spPr>
          <a:xfrm>
            <a:off x="10203467" y="4027140"/>
            <a:ext cx="621128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8804444" y="4160490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600" dirty="0"/>
          </a:p>
        </p:txBody>
      </p:sp>
      <p:sp>
        <p:nvSpPr>
          <p:cNvPr id="62" name="Text 59"/>
          <p:cNvSpPr/>
          <p:nvPr/>
        </p:nvSpPr>
        <p:spPr>
          <a:xfrm>
            <a:off x="6979975" y="4265265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7502896" y="4265265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47.997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8804444" y="4265265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6979975" y="4370040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7502896" y="4370040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71.926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8804444" y="4370040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6979975" y="4474815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7502896" y="4474815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40.682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8804444" y="4474815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6979975" y="4579590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7502896" y="4579590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39.504</a:t>
            </a:r>
            <a:endParaRPr lang="en-US" sz="600" dirty="0"/>
          </a:p>
        </p:txBody>
      </p:sp>
      <p:sp>
        <p:nvSpPr>
          <p:cNvPr id="73" name="Text 70"/>
          <p:cNvSpPr/>
          <p:nvPr/>
        </p:nvSpPr>
        <p:spPr>
          <a:xfrm>
            <a:off x="8804444" y="4579590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6979975" y="4684365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7502896" y="4684365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61.450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8804444" y="4684365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600" dirty="0"/>
          </a:p>
        </p:txBody>
      </p:sp>
      <p:sp>
        <p:nvSpPr>
          <p:cNvPr id="77" name="Text 74"/>
          <p:cNvSpPr/>
          <p:nvPr/>
        </p:nvSpPr>
        <p:spPr>
          <a:xfrm>
            <a:off x="6979975" y="4789140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42.104</a:t>
            </a:r>
            <a:endParaRPr lang="en-US" sz="600" dirty="0"/>
          </a:p>
        </p:txBody>
      </p:sp>
      <p:sp>
        <p:nvSpPr>
          <p:cNvPr id="78" name="Text 75"/>
          <p:cNvSpPr/>
          <p:nvPr/>
        </p:nvSpPr>
        <p:spPr>
          <a:xfrm>
            <a:off x="7502896" y="4789140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42.592</a:t>
            </a:r>
            <a:endParaRPr lang="en-US" sz="600" dirty="0"/>
          </a:p>
        </p:txBody>
      </p:sp>
      <p:sp>
        <p:nvSpPr>
          <p:cNvPr id="79" name="Text 76"/>
          <p:cNvSpPr/>
          <p:nvPr/>
        </p:nvSpPr>
        <p:spPr>
          <a:xfrm>
            <a:off x="8804444" y="4789140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18.426</a:t>
            </a:r>
            <a:endParaRPr lang="en-US" sz="600" dirty="0"/>
          </a:p>
        </p:txBody>
      </p:sp>
      <p:sp>
        <p:nvSpPr>
          <p:cNvPr id="80" name="Text 77"/>
          <p:cNvSpPr/>
          <p:nvPr/>
        </p:nvSpPr>
        <p:spPr>
          <a:xfrm>
            <a:off x="6979975" y="4893915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36.800</a:t>
            </a:r>
            <a:endParaRPr lang="en-US" sz="600" dirty="0"/>
          </a:p>
        </p:txBody>
      </p:sp>
      <p:sp>
        <p:nvSpPr>
          <p:cNvPr id="81" name="Text 78"/>
          <p:cNvSpPr/>
          <p:nvPr/>
        </p:nvSpPr>
        <p:spPr>
          <a:xfrm>
            <a:off x="7502896" y="4893915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36.493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8804444" y="4893915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24.140</a:t>
            </a:r>
            <a:endParaRPr lang="en-US" sz="600" dirty="0"/>
          </a:p>
        </p:txBody>
      </p:sp>
      <p:sp>
        <p:nvSpPr>
          <p:cNvPr id="83" name="Text 80"/>
          <p:cNvSpPr/>
          <p:nvPr/>
        </p:nvSpPr>
        <p:spPr>
          <a:xfrm>
            <a:off x="6979975" y="4998690"/>
            <a:ext cx="54295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12.523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7502896" y="4998690"/>
            <a:ext cx="68765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12.509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10203467" y="5103465"/>
            <a:ext cx="621128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20.954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6286343" y="1066800"/>
            <a:ext cx="40336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21,9 %</a:t>
            </a:r>
            <a:endParaRPr lang="en-US" sz="960" dirty="0"/>
          </a:p>
        </p:txBody>
      </p:sp>
      <p:sp>
        <p:nvSpPr>
          <p:cNvPr id="87" name="Text 84"/>
          <p:cNvSpPr/>
          <p:nvPr/>
        </p:nvSpPr>
        <p:spPr>
          <a:xfrm>
            <a:off x="5187831" y="186972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9.428</a:t>
            </a:r>
            <a:endParaRPr lang="en-US" sz="672" dirty="0"/>
          </a:p>
        </p:txBody>
      </p:sp>
      <p:sp>
        <p:nvSpPr>
          <p:cNvPr id="88" name="Text 85"/>
          <p:cNvSpPr/>
          <p:nvPr/>
        </p:nvSpPr>
        <p:spPr>
          <a:xfrm>
            <a:off x="5187831" y="204117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1.706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5187831" y="221262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3.512</a:t>
            </a:r>
            <a:endParaRPr lang="en-US" sz="672" dirty="0"/>
          </a:p>
        </p:txBody>
      </p:sp>
      <p:sp>
        <p:nvSpPr>
          <p:cNvPr id="90" name="Text 87"/>
          <p:cNvSpPr/>
          <p:nvPr/>
        </p:nvSpPr>
        <p:spPr>
          <a:xfrm>
            <a:off x="8599049" y="221262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600" dirty="0"/>
          </a:p>
        </p:txBody>
      </p:sp>
      <p:sp>
        <p:nvSpPr>
          <p:cNvPr id="91" name="Text 88"/>
          <p:cNvSpPr/>
          <p:nvPr/>
        </p:nvSpPr>
        <p:spPr>
          <a:xfrm>
            <a:off x="8599049" y="238407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600" dirty="0"/>
          </a:p>
        </p:txBody>
      </p:sp>
      <p:sp>
        <p:nvSpPr>
          <p:cNvPr id="92" name="Text 89"/>
          <p:cNvSpPr/>
          <p:nvPr/>
        </p:nvSpPr>
        <p:spPr>
          <a:xfrm>
            <a:off x="8599049" y="255552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00" dirty="0"/>
          </a:p>
        </p:txBody>
      </p:sp>
      <p:sp>
        <p:nvSpPr>
          <p:cNvPr id="93" name="Text 90"/>
          <p:cNvSpPr/>
          <p:nvPr/>
        </p:nvSpPr>
        <p:spPr>
          <a:xfrm>
            <a:off x="3456338" y="2726978"/>
            <a:ext cx="177677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72" dirty="0"/>
          </a:p>
        </p:txBody>
      </p:sp>
      <p:sp>
        <p:nvSpPr>
          <p:cNvPr id="94" name="Text 91"/>
          <p:cNvSpPr/>
          <p:nvPr/>
        </p:nvSpPr>
        <p:spPr>
          <a:xfrm>
            <a:off x="8599049" y="272697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00" dirty="0"/>
          </a:p>
        </p:txBody>
      </p:sp>
      <p:sp>
        <p:nvSpPr>
          <p:cNvPr id="95" name="Text 92"/>
          <p:cNvSpPr/>
          <p:nvPr/>
        </p:nvSpPr>
        <p:spPr>
          <a:xfrm>
            <a:off x="8599049" y="289842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600" dirty="0"/>
          </a:p>
        </p:txBody>
      </p:sp>
      <p:sp>
        <p:nvSpPr>
          <p:cNvPr id="96" name="Text 93"/>
          <p:cNvSpPr/>
          <p:nvPr/>
        </p:nvSpPr>
        <p:spPr>
          <a:xfrm>
            <a:off x="8599049" y="3069878"/>
            <a:ext cx="288781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600" dirty="0"/>
          </a:p>
        </p:txBody>
      </p:sp>
      <p:sp>
        <p:nvSpPr>
          <p:cNvPr id="97" name="Text 94"/>
          <p:cNvSpPr/>
          <p:nvPr/>
        </p:nvSpPr>
        <p:spPr>
          <a:xfrm>
            <a:off x="8599049" y="3246090"/>
            <a:ext cx="2887814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672" dirty="0"/>
          </a:p>
        </p:txBody>
      </p:sp>
      <p:sp>
        <p:nvSpPr>
          <p:cNvPr id="98" name="Text 95"/>
          <p:cNvSpPr/>
          <p:nvPr/>
        </p:nvSpPr>
        <p:spPr>
          <a:xfrm>
            <a:off x="6979975" y="4027140"/>
            <a:ext cx="54295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10203467" y="4160490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00" dirty="0"/>
          </a:p>
        </p:txBody>
      </p:sp>
      <p:sp>
        <p:nvSpPr>
          <p:cNvPr id="100" name="Text 97"/>
          <p:cNvSpPr/>
          <p:nvPr/>
        </p:nvSpPr>
        <p:spPr>
          <a:xfrm>
            <a:off x="10203467" y="4265265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00" dirty="0"/>
          </a:p>
        </p:txBody>
      </p:sp>
      <p:sp>
        <p:nvSpPr>
          <p:cNvPr id="101" name="Text 98"/>
          <p:cNvSpPr/>
          <p:nvPr/>
        </p:nvSpPr>
        <p:spPr>
          <a:xfrm>
            <a:off x="10203467" y="4370040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00" dirty="0"/>
          </a:p>
        </p:txBody>
      </p:sp>
      <p:sp>
        <p:nvSpPr>
          <p:cNvPr id="102" name="Text 99"/>
          <p:cNvSpPr/>
          <p:nvPr/>
        </p:nvSpPr>
        <p:spPr>
          <a:xfrm>
            <a:off x="10203467" y="4474815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00" dirty="0"/>
          </a:p>
        </p:txBody>
      </p:sp>
      <p:sp>
        <p:nvSpPr>
          <p:cNvPr id="103" name="Text 100"/>
          <p:cNvSpPr/>
          <p:nvPr/>
        </p:nvSpPr>
        <p:spPr>
          <a:xfrm>
            <a:off x="10203467" y="4579590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00" dirty="0"/>
          </a:p>
        </p:txBody>
      </p:sp>
      <p:sp>
        <p:nvSpPr>
          <p:cNvPr id="104" name="Text 101"/>
          <p:cNvSpPr/>
          <p:nvPr/>
        </p:nvSpPr>
        <p:spPr>
          <a:xfrm>
            <a:off x="10203467" y="4684365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00" dirty="0"/>
          </a:p>
        </p:txBody>
      </p:sp>
      <p:sp>
        <p:nvSpPr>
          <p:cNvPr id="105" name="Text 102"/>
          <p:cNvSpPr/>
          <p:nvPr/>
        </p:nvSpPr>
        <p:spPr>
          <a:xfrm>
            <a:off x="10203467" y="4789140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2.775</a:t>
            </a:r>
            <a:endParaRPr lang="en-US" sz="600" dirty="0"/>
          </a:p>
        </p:txBody>
      </p:sp>
      <p:sp>
        <p:nvSpPr>
          <p:cNvPr id="106" name="Text 103"/>
          <p:cNvSpPr/>
          <p:nvPr/>
        </p:nvSpPr>
        <p:spPr>
          <a:xfrm>
            <a:off x="10203467" y="4893915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2.131</a:t>
            </a:r>
            <a:endParaRPr lang="en-US" sz="600" dirty="0"/>
          </a:p>
        </p:txBody>
      </p:sp>
      <p:sp>
        <p:nvSpPr>
          <p:cNvPr id="107" name="Text 104"/>
          <p:cNvSpPr/>
          <p:nvPr/>
        </p:nvSpPr>
        <p:spPr>
          <a:xfrm>
            <a:off x="8804444" y="4998690"/>
            <a:ext cx="80246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9.698</a:t>
            </a:r>
            <a:endParaRPr lang="en-US" sz="600" dirty="0"/>
          </a:p>
        </p:txBody>
      </p:sp>
      <p:sp>
        <p:nvSpPr>
          <p:cNvPr id="108" name="Text 105"/>
          <p:cNvSpPr/>
          <p:nvPr/>
        </p:nvSpPr>
        <p:spPr>
          <a:xfrm>
            <a:off x="10203467" y="4998690"/>
            <a:ext cx="62112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2.131</a:t>
            </a:r>
            <a:endParaRPr lang="en-US" sz="600" dirty="0"/>
          </a:p>
        </p:txBody>
      </p:sp>
      <p:sp>
        <p:nvSpPr>
          <p:cNvPr id="109" name="Text 106"/>
          <p:cNvSpPr/>
          <p:nvPr/>
        </p:nvSpPr>
        <p:spPr>
          <a:xfrm>
            <a:off x="5634343" y="407982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46.8%</a:t>
            </a:r>
            <a:endParaRPr lang="en-US" sz="672" dirty="0"/>
          </a:p>
        </p:txBody>
      </p:sp>
      <p:sp>
        <p:nvSpPr>
          <p:cNvPr id="110" name="Text 107"/>
          <p:cNvSpPr/>
          <p:nvPr/>
        </p:nvSpPr>
        <p:spPr>
          <a:xfrm>
            <a:off x="5639075" y="42944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30.3%</a:t>
            </a:r>
            <a:endParaRPr lang="en-US" sz="672" dirty="0"/>
          </a:p>
        </p:txBody>
      </p:sp>
      <p:sp>
        <p:nvSpPr>
          <p:cNvPr id="111" name="Text 108"/>
          <p:cNvSpPr/>
          <p:nvPr/>
        </p:nvSpPr>
        <p:spPr>
          <a:xfrm>
            <a:off x="1889197" y="558239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672" dirty="0"/>
          </a:p>
        </p:txBody>
      </p:sp>
      <p:sp>
        <p:nvSpPr>
          <p:cNvPr id="112" name="Text 109"/>
          <p:cNvSpPr/>
          <p:nvPr/>
        </p:nvSpPr>
        <p:spPr>
          <a:xfrm>
            <a:off x="6684270" y="186972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600" dirty="0"/>
          </a:p>
        </p:txBody>
      </p:sp>
      <p:sp>
        <p:nvSpPr>
          <p:cNvPr id="113" name="Text 110"/>
          <p:cNvSpPr/>
          <p:nvPr/>
        </p:nvSpPr>
        <p:spPr>
          <a:xfrm>
            <a:off x="6684270" y="204117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69 %</a:t>
            </a:r>
            <a:endParaRPr lang="en-US" sz="600" dirty="0"/>
          </a:p>
        </p:txBody>
      </p:sp>
      <p:sp>
        <p:nvSpPr>
          <p:cNvPr id="114" name="Text 111"/>
          <p:cNvSpPr/>
          <p:nvPr/>
        </p:nvSpPr>
        <p:spPr>
          <a:xfrm>
            <a:off x="6684270" y="221262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600" dirty="0"/>
          </a:p>
        </p:txBody>
      </p:sp>
      <p:sp>
        <p:nvSpPr>
          <p:cNvPr id="115" name="Text 112"/>
          <p:cNvSpPr/>
          <p:nvPr/>
        </p:nvSpPr>
        <p:spPr>
          <a:xfrm>
            <a:off x="6684270" y="238407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23 %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6684270" y="255552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600" dirty="0"/>
          </a:p>
        </p:txBody>
      </p:sp>
      <p:sp>
        <p:nvSpPr>
          <p:cNvPr id="117" name="Text 114"/>
          <p:cNvSpPr/>
          <p:nvPr/>
        </p:nvSpPr>
        <p:spPr>
          <a:xfrm>
            <a:off x="6684270" y="272697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53 %</a:t>
            </a:r>
            <a:endParaRPr lang="en-US" sz="600" dirty="0"/>
          </a:p>
        </p:txBody>
      </p:sp>
      <p:sp>
        <p:nvSpPr>
          <p:cNvPr id="118" name="Text 115"/>
          <p:cNvSpPr/>
          <p:nvPr/>
        </p:nvSpPr>
        <p:spPr>
          <a:xfrm>
            <a:off x="6684270" y="289842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48 %</a:t>
            </a:r>
            <a:endParaRPr lang="en-US" sz="600" dirty="0"/>
          </a:p>
        </p:txBody>
      </p:sp>
      <p:sp>
        <p:nvSpPr>
          <p:cNvPr id="119" name="Text 116"/>
          <p:cNvSpPr/>
          <p:nvPr/>
        </p:nvSpPr>
        <p:spPr>
          <a:xfrm>
            <a:off x="6684270" y="3069878"/>
            <a:ext cx="199889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48 %</a:t>
            </a:r>
            <a:endParaRPr lang="en-US" sz="600" dirty="0"/>
          </a:p>
        </p:txBody>
      </p:sp>
      <p:sp>
        <p:nvSpPr>
          <p:cNvPr id="120" name="Text 117"/>
          <p:cNvSpPr/>
          <p:nvPr/>
        </p:nvSpPr>
        <p:spPr>
          <a:xfrm>
            <a:off x="6684270" y="3246090"/>
            <a:ext cx="1998890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672" dirty="0"/>
          </a:p>
        </p:txBody>
      </p:sp>
      <p:sp>
        <p:nvSpPr>
          <p:cNvPr id="121" name="Text 118"/>
          <p:cNvSpPr/>
          <p:nvPr/>
        </p:nvSpPr>
        <p:spPr>
          <a:xfrm>
            <a:off x="8171433" y="4170015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528" dirty="0"/>
          </a:p>
        </p:txBody>
      </p:sp>
      <p:sp>
        <p:nvSpPr>
          <p:cNvPr id="122" name="Text 119"/>
          <p:cNvSpPr/>
          <p:nvPr/>
        </p:nvSpPr>
        <p:spPr>
          <a:xfrm>
            <a:off x="8171433" y="4484340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528" dirty="0"/>
          </a:p>
        </p:txBody>
      </p:sp>
      <p:sp>
        <p:nvSpPr>
          <p:cNvPr id="123" name="Text 120"/>
          <p:cNvSpPr/>
          <p:nvPr/>
        </p:nvSpPr>
        <p:spPr>
          <a:xfrm>
            <a:off x="8171433" y="4589115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528" dirty="0"/>
          </a:p>
        </p:txBody>
      </p:sp>
      <p:sp>
        <p:nvSpPr>
          <p:cNvPr id="124" name="Text 121"/>
          <p:cNvSpPr/>
          <p:nvPr/>
        </p:nvSpPr>
        <p:spPr>
          <a:xfrm>
            <a:off x="8171433" y="4798665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101%</a:t>
            </a:r>
            <a:endParaRPr lang="en-US" sz="528" dirty="0"/>
          </a:p>
        </p:txBody>
      </p:sp>
      <p:sp>
        <p:nvSpPr>
          <p:cNvPr id="125" name="Text 122"/>
          <p:cNvSpPr/>
          <p:nvPr/>
        </p:nvSpPr>
        <p:spPr>
          <a:xfrm>
            <a:off x="8171433" y="5008215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528" dirty="0"/>
          </a:p>
        </p:txBody>
      </p:sp>
      <p:sp>
        <p:nvSpPr>
          <p:cNvPr id="126" name="Text 123"/>
          <p:cNvSpPr/>
          <p:nvPr/>
        </p:nvSpPr>
        <p:spPr>
          <a:xfrm>
            <a:off x="5694920" y="450904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5.3%</a:t>
            </a:r>
            <a:endParaRPr lang="en-US" sz="672" dirty="0"/>
          </a:p>
        </p:txBody>
      </p:sp>
      <p:sp>
        <p:nvSpPr>
          <p:cNvPr id="127" name="Text 124"/>
          <p:cNvSpPr/>
          <p:nvPr/>
        </p:nvSpPr>
        <p:spPr>
          <a:xfrm>
            <a:off x="5696024" y="47238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3.7%</a:t>
            </a:r>
            <a:endParaRPr lang="en-US" sz="672" dirty="0"/>
          </a:p>
        </p:txBody>
      </p:sp>
      <p:sp>
        <p:nvSpPr>
          <p:cNvPr id="128" name="Text 125"/>
          <p:cNvSpPr/>
          <p:nvPr/>
        </p:nvSpPr>
        <p:spPr>
          <a:xfrm>
            <a:off x="5691292" y="493841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2.9%</a:t>
            </a:r>
            <a:endParaRPr lang="en-US" sz="672" dirty="0"/>
          </a:p>
        </p:txBody>
      </p:sp>
      <p:sp>
        <p:nvSpPr>
          <p:cNvPr id="129" name="Text 126"/>
          <p:cNvSpPr/>
          <p:nvPr/>
        </p:nvSpPr>
        <p:spPr>
          <a:xfrm>
            <a:off x="5689872" y="515302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2.8%</a:t>
            </a:r>
            <a:endParaRPr lang="en-US" sz="672" dirty="0"/>
          </a:p>
        </p:txBody>
      </p:sp>
      <p:sp>
        <p:nvSpPr>
          <p:cNvPr id="130" name="Text 127"/>
          <p:cNvSpPr/>
          <p:nvPr/>
        </p:nvSpPr>
        <p:spPr>
          <a:xfrm>
            <a:off x="5685297" y="536763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0.8%</a:t>
            </a:r>
            <a:endParaRPr lang="en-US" sz="672" dirty="0"/>
          </a:p>
        </p:txBody>
      </p:sp>
      <p:sp>
        <p:nvSpPr>
          <p:cNvPr id="131" name="Text 128"/>
          <p:cNvSpPr/>
          <p:nvPr/>
        </p:nvSpPr>
        <p:spPr>
          <a:xfrm>
            <a:off x="5698075" y="558239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7.4%</a:t>
            </a:r>
            <a:endParaRPr lang="en-US" sz="672" dirty="0"/>
          </a:p>
        </p:txBody>
      </p:sp>
      <p:sp>
        <p:nvSpPr>
          <p:cNvPr id="132" name="Text 129"/>
          <p:cNvSpPr/>
          <p:nvPr/>
        </p:nvSpPr>
        <p:spPr>
          <a:xfrm>
            <a:off x="5187831" y="238407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529</a:t>
            </a:r>
            <a:endParaRPr lang="en-US" sz="672" dirty="0"/>
          </a:p>
        </p:txBody>
      </p:sp>
      <p:sp>
        <p:nvSpPr>
          <p:cNvPr id="133" name="Text 130"/>
          <p:cNvSpPr/>
          <p:nvPr/>
        </p:nvSpPr>
        <p:spPr>
          <a:xfrm>
            <a:off x="5187831" y="289842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672" dirty="0"/>
          </a:p>
        </p:txBody>
      </p:sp>
      <p:sp>
        <p:nvSpPr>
          <p:cNvPr id="134" name="Text 131"/>
          <p:cNvSpPr/>
          <p:nvPr/>
        </p:nvSpPr>
        <p:spPr>
          <a:xfrm>
            <a:off x="6286343" y="4027140"/>
            <a:ext cx="730729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35" name="Text 132"/>
          <p:cNvSpPr/>
          <p:nvPr/>
        </p:nvSpPr>
        <p:spPr>
          <a:xfrm>
            <a:off x="6286343" y="4160490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136" name="Text 133"/>
          <p:cNvSpPr/>
          <p:nvPr/>
        </p:nvSpPr>
        <p:spPr>
          <a:xfrm>
            <a:off x="9588474" y="4170015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528" dirty="0"/>
          </a:p>
        </p:txBody>
      </p:sp>
      <p:sp>
        <p:nvSpPr>
          <p:cNvPr id="137" name="Text 134"/>
          <p:cNvSpPr/>
          <p:nvPr/>
        </p:nvSpPr>
        <p:spPr>
          <a:xfrm>
            <a:off x="10804726" y="4170015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528" dirty="0"/>
          </a:p>
        </p:txBody>
      </p:sp>
      <p:sp>
        <p:nvSpPr>
          <p:cNvPr id="138" name="Text 135"/>
          <p:cNvSpPr/>
          <p:nvPr/>
        </p:nvSpPr>
        <p:spPr>
          <a:xfrm>
            <a:off x="6286343" y="4265265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139" name="Text 136"/>
          <p:cNvSpPr/>
          <p:nvPr/>
        </p:nvSpPr>
        <p:spPr>
          <a:xfrm>
            <a:off x="8171433" y="4274790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528" dirty="0"/>
          </a:p>
        </p:txBody>
      </p:sp>
      <p:sp>
        <p:nvSpPr>
          <p:cNvPr id="140" name="Text 137"/>
          <p:cNvSpPr/>
          <p:nvPr/>
        </p:nvSpPr>
        <p:spPr>
          <a:xfrm>
            <a:off x="9588474" y="4274790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44%</a:t>
            </a:r>
            <a:endParaRPr lang="en-US" sz="528" dirty="0"/>
          </a:p>
        </p:txBody>
      </p:sp>
      <p:sp>
        <p:nvSpPr>
          <p:cNvPr id="141" name="Text 138"/>
          <p:cNvSpPr/>
          <p:nvPr/>
        </p:nvSpPr>
        <p:spPr>
          <a:xfrm>
            <a:off x="10804726" y="4274790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528" dirty="0"/>
          </a:p>
        </p:txBody>
      </p:sp>
      <p:sp>
        <p:nvSpPr>
          <p:cNvPr id="142" name="Text 139"/>
          <p:cNvSpPr/>
          <p:nvPr/>
        </p:nvSpPr>
        <p:spPr>
          <a:xfrm>
            <a:off x="6286343" y="4370040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143" name="Text 140"/>
          <p:cNvSpPr/>
          <p:nvPr/>
        </p:nvSpPr>
        <p:spPr>
          <a:xfrm>
            <a:off x="8171433" y="4379565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96%</a:t>
            </a:r>
            <a:endParaRPr lang="en-US" sz="528" dirty="0"/>
          </a:p>
        </p:txBody>
      </p:sp>
      <p:sp>
        <p:nvSpPr>
          <p:cNvPr id="144" name="Text 141"/>
          <p:cNvSpPr/>
          <p:nvPr/>
        </p:nvSpPr>
        <p:spPr>
          <a:xfrm>
            <a:off x="9588474" y="4379565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528" dirty="0"/>
          </a:p>
        </p:txBody>
      </p:sp>
      <p:sp>
        <p:nvSpPr>
          <p:cNvPr id="145" name="Text 142"/>
          <p:cNvSpPr/>
          <p:nvPr/>
        </p:nvSpPr>
        <p:spPr>
          <a:xfrm>
            <a:off x="6286343" y="4474815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146" name="Text 143"/>
          <p:cNvSpPr/>
          <p:nvPr/>
        </p:nvSpPr>
        <p:spPr>
          <a:xfrm>
            <a:off x="9588474" y="4484340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528" dirty="0"/>
          </a:p>
        </p:txBody>
      </p:sp>
      <p:sp>
        <p:nvSpPr>
          <p:cNvPr id="147" name="Text 144"/>
          <p:cNvSpPr/>
          <p:nvPr/>
        </p:nvSpPr>
        <p:spPr>
          <a:xfrm>
            <a:off x="10804726" y="4484340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528" dirty="0"/>
          </a:p>
        </p:txBody>
      </p:sp>
      <p:sp>
        <p:nvSpPr>
          <p:cNvPr id="148" name="Text 145"/>
          <p:cNvSpPr/>
          <p:nvPr/>
        </p:nvSpPr>
        <p:spPr>
          <a:xfrm>
            <a:off x="6286343" y="4579590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149" name="Text 146"/>
          <p:cNvSpPr/>
          <p:nvPr/>
        </p:nvSpPr>
        <p:spPr>
          <a:xfrm>
            <a:off x="9588474" y="4589115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65%</a:t>
            </a:r>
            <a:endParaRPr lang="en-US" sz="528" dirty="0"/>
          </a:p>
        </p:txBody>
      </p:sp>
      <p:sp>
        <p:nvSpPr>
          <p:cNvPr id="150" name="Text 147"/>
          <p:cNvSpPr/>
          <p:nvPr/>
        </p:nvSpPr>
        <p:spPr>
          <a:xfrm>
            <a:off x="6286343" y="4684365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8171433" y="4693890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93%</a:t>
            </a:r>
            <a:endParaRPr lang="en-US" sz="528" dirty="0"/>
          </a:p>
        </p:txBody>
      </p:sp>
      <p:sp>
        <p:nvSpPr>
          <p:cNvPr id="152" name="Text 149"/>
          <p:cNvSpPr/>
          <p:nvPr/>
        </p:nvSpPr>
        <p:spPr>
          <a:xfrm>
            <a:off x="9588474" y="4693890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46%</a:t>
            </a:r>
            <a:endParaRPr lang="en-US" sz="528" dirty="0"/>
          </a:p>
        </p:txBody>
      </p:sp>
      <p:sp>
        <p:nvSpPr>
          <p:cNvPr id="153" name="Text 150"/>
          <p:cNvSpPr/>
          <p:nvPr/>
        </p:nvSpPr>
        <p:spPr>
          <a:xfrm>
            <a:off x="6286343" y="4789140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600" dirty="0"/>
          </a:p>
        </p:txBody>
      </p:sp>
      <p:sp>
        <p:nvSpPr>
          <p:cNvPr id="154" name="Text 151"/>
          <p:cNvSpPr/>
          <p:nvPr/>
        </p:nvSpPr>
        <p:spPr>
          <a:xfrm>
            <a:off x="9588474" y="4798665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43%</a:t>
            </a:r>
            <a:endParaRPr lang="en-US" sz="528" dirty="0"/>
          </a:p>
        </p:txBody>
      </p:sp>
      <p:sp>
        <p:nvSpPr>
          <p:cNvPr id="155" name="Text 152"/>
          <p:cNvSpPr/>
          <p:nvPr/>
        </p:nvSpPr>
        <p:spPr>
          <a:xfrm>
            <a:off x="10804726" y="4798665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15%</a:t>
            </a:r>
            <a:endParaRPr lang="en-US" sz="528" dirty="0"/>
          </a:p>
        </p:txBody>
      </p:sp>
      <p:sp>
        <p:nvSpPr>
          <p:cNvPr id="156" name="Text 153"/>
          <p:cNvSpPr/>
          <p:nvPr/>
        </p:nvSpPr>
        <p:spPr>
          <a:xfrm>
            <a:off x="6286343" y="4893915"/>
            <a:ext cx="73072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600" dirty="0"/>
          </a:p>
        </p:txBody>
      </p:sp>
      <p:sp>
        <p:nvSpPr>
          <p:cNvPr id="157" name="Text 154"/>
          <p:cNvSpPr/>
          <p:nvPr/>
        </p:nvSpPr>
        <p:spPr>
          <a:xfrm>
            <a:off x="8171433" y="4903440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528" dirty="0"/>
          </a:p>
        </p:txBody>
      </p:sp>
      <p:sp>
        <p:nvSpPr>
          <p:cNvPr id="158" name="Text 155"/>
          <p:cNvSpPr/>
          <p:nvPr/>
        </p:nvSpPr>
        <p:spPr>
          <a:xfrm>
            <a:off x="9588474" y="4903440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66%</a:t>
            </a:r>
            <a:endParaRPr lang="en-US" sz="528" dirty="0"/>
          </a:p>
        </p:txBody>
      </p:sp>
      <p:sp>
        <p:nvSpPr>
          <p:cNvPr id="159" name="Text 156"/>
          <p:cNvSpPr/>
          <p:nvPr/>
        </p:nvSpPr>
        <p:spPr>
          <a:xfrm>
            <a:off x="9588474" y="5008215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78%</a:t>
            </a:r>
            <a:endParaRPr lang="en-US" sz="528" dirty="0"/>
          </a:p>
        </p:txBody>
      </p:sp>
      <p:sp>
        <p:nvSpPr>
          <p:cNvPr id="160" name="Text 157"/>
          <p:cNvSpPr/>
          <p:nvPr/>
        </p:nvSpPr>
        <p:spPr>
          <a:xfrm>
            <a:off x="10804726" y="5008215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528" dirty="0"/>
          </a:p>
        </p:txBody>
      </p:sp>
      <p:sp>
        <p:nvSpPr>
          <p:cNvPr id="161" name="Text 158"/>
          <p:cNvSpPr/>
          <p:nvPr/>
        </p:nvSpPr>
        <p:spPr>
          <a:xfrm>
            <a:off x="8171433" y="5103465"/>
            <a:ext cx="6563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98%</a:t>
            </a:r>
            <a:endParaRPr lang="en-US" sz="528" dirty="0"/>
          </a:p>
        </p:txBody>
      </p:sp>
      <p:sp>
        <p:nvSpPr>
          <p:cNvPr id="162" name="Text 159"/>
          <p:cNvSpPr/>
          <p:nvPr/>
        </p:nvSpPr>
        <p:spPr>
          <a:xfrm>
            <a:off x="9588474" y="5103465"/>
            <a:ext cx="6330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528" dirty="0"/>
          </a:p>
        </p:txBody>
      </p:sp>
      <p:sp>
        <p:nvSpPr>
          <p:cNvPr id="163" name="Text 160"/>
          <p:cNvSpPr/>
          <p:nvPr/>
        </p:nvSpPr>
        <p:spPr>
          <a:xfrm>
            <a:off x="10804726" y="5103465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528" dirty="0"/>
          </a:p>
        </p:txBody>
      </p:sp>
      <p:sp>
        <p:nvSpPr>
          <p:cNvPr id="164" name="Text 161"/>
          <p:cNvSpPr/>
          <p:nvPr/>
        </p:nvSpPr>
        <p:spPr>
          <a:xfrm>
            <a:off x="5187831" y="255552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72" dirty="0"/>
          </a:p>
        </p:txBody>
      </p:sp>
      <p:sp>
        <p:nvSpPr>
          <p:cNvPr id="165" name="Text 162"/>
          <p:cNvSpPr/>
          <p:nvPr/>
        </p:nvSpPr>
        <p:spPr>
          <a:xfrm>
            <a:off x="5187831" y="306987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672" dirty="0"/>
          </a:p>
        </p:txBody>
      </p:sp>
      <p:sp>
        <p:nvSpPr>
          <p:cNvPr id="166" name="Text 163"/>
          <p:cNvSpPr/>
          <p:nvPr/>
        </p:nvSpPr>
        <p:spPr>
          <a:xfrm>
            <a:off x="10804726" y="4379565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</a:t>
            </a:r>
            <a:endParaRPr lang="en-US" sz="528" dirty="0"/>
          </a:p>
        </p:txBody>
      </p:sp>
      <p:sp>
        <p:nvSpPr>
          <p:cNvPr id="167" name="Text 164"/>
          <p:cNvSpPr/>
          <p:nvPr/>
        </p:nvSpPr>
        <p:spPr>
          <a:xfrm>
            <a:off x="10804726" y="4589115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528" dirty="0"/>
          </a:p>
        </p:txBody>
      </p:sp>
      <p:sp>
        <p:nvSpPr>
          <p:cNvPr id="168" name="Text 165"/>
          <p:cNvSpPr/>
          <p:nvPr/>
        </p:nvSpPr>
        <p:spPr>
          <a:xfrm>
            <a:off x="10804726" y="4693890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28" dirty="0"/>
          </a:p>
        </p:txBody>
      </p:sp>
      <p:sp>
        <p:nvSpPr>
          <p:cNvPr id="169" name="Text 166"/>
          <p:cNvSpPr/>
          <p:nvPr/>
        </p:nvSpPr>
        <p:spPr>
          <a:xfrm>
            <a:off x="10804726" y="4903440"/>
            <a:ext cx="6821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2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528" dirty="0"/>
          </a:p>
        </p:txBody>
      </p:sp>
      <p:sp>
        <p:nvSpPr>
          <p:cNvPr id="170" name="Text 167"/>
          <p:cNvSpPr/>
          <p:nvPr/>
        </p:nvSpPr>
        <p:spPr>
          <a:xfrm>
            <a:off x="5187831" y="2726978"/>
            <a:ext cx="1554658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67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773" y="5680621"/>
            <a:ext cx="4712097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 lidera el equipo con 255 pólizas en el semestre — el núcleo de asesores dedicados sostiene la conversión más alta del portafolio.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942951" y="6482804"/>
            <a:ext cx="41419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estrategia de cabinas dedicadas logró una tasa de crecimiento de (+553%)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9760377" y="5585520"/>
            <a:ext cx="17455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61,2 % de la base total · 17.790 registros descartados</a:t>
            </a:r>
            <a:endParaRPr lang="en-US" sz="540" dirty="0"/>
          </a:p>
        </p:txBody>
      </p:sp>
      <p:sp>
        <p:nvSpPr>
          <p:cNvPr id="6" name="Text 3"/>
          <p:cNvSpPr/>
          <p:nvPr/>
        </p:nvSpPr>
        <p:spPr>
          <a:xfrm>
            <a:off x="6257769" y="3619500"/>
            <a:ext cx="25087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rechazos)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73102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23882" y="1272480"/>
            <a:ext cx="1636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809605" y="3891855"/>
            <a:ext cx="19895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Autogestión por asesor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(ene-jun)</a:t>
            </a:r>
            <a:endParaRPr lang="en-US" sz="768" dirty="0"/>
          </a:p>
        </p:txBody>
      </p:sp>
      <p:sp>
        <p:nvSpPr>
          <p:cNvPr id="10" name="Text 7"/>
          <p:cNvSpPr/>
          <p:nvPr/>
        </p:nvSpPr>
        <p:spPr>
          <a:xfrm>
            <a:off x="6173608" y="4160937"/>
            <a:ext cx="1182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9067573" y="962025"/>
            <a:ext cx="1831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6198527" y="4635847"/>
            <a:ext cx="11545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6381590" y="1548705"/>
            <a:ext cx="17018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mensual de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286343" y="1272480"/>
            <a:ext cx="10861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17.790 registros descartados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9067573" y="1272480"/>
            <a:ext cx="98389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2.7 veces mejor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505112" y="1272480"/>
            <a:ext cx="966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21,9 % sobre contactados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381590" y="5737920"/>
            <a:ext cx="14666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 cambió en la gestión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519556" y="3923556"/>
            <a:ext cx="833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685783" y="4911030"/>
            <a:ext cx="1416238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</a:t>
            </a:r>
            <a:pPr algn="l" indent="0" marL="0">
              <a:buNone/>
            </a:pPr>
            <a:r>
              <a:rPr lang="en-US" sz="540" b="1" dirty="0">
                <a:solidFill>
                  <a:srgbClr val="0400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4ª</a:t>
            </a:r>
            <a:endParaRPr lang="en-US" sz="696" dirty="0"/>
          </a:p>
        </p:txBody>
      </p:sp>
      <p:sp>
        <p:nvSpPr>
          <p:cNvPr id="20" name="Text 17"/>
          <p:cNvSpPr/>
          <p:nvPr/>
        </p:nvSpPr>
        <p:spPr>
          <a:xfrm>
            <a:off x="723882" y="962025"/>
            <a:ext cx="11142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(Ene-Sep)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6646075" y="5110609"/>
            <a:ext cx="7070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9062317" y="6137970"/>
            <a:ext cx="9957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96" dirty="0"/>
          </a:p>
        </p:txBody>
      </p:sp>
      <p:sp>
        <p:nvSpPr>
          <p:cNvPr id="23" name="Text 20"/>
          <p:cNvSpPr/>
          <p:nvPr/>
        </p:nvSpPr>
        <p:spPr>
          <a:xfrm>
            <a:off x="685783" y="4530030"/>
            <a:ext cx="1416238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696" dirty="0"/>
          </a:p>
        </p:txBody>
      </p:sp>
      <p:sp>
        <p:nvSpPr>
          <p:cNvPr id="24" name="Text 21"/>
          <p:cNvSpPr/>
          <p:nvPr/>
        </p:nvSpPr>
        <p:spPr>
          <a:xfrm>
            <a:off x="838179" y="1577280"/>
            <a:ext cx="9671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Histórico mensual</a:t>
            </a:r>
            <a:endParaRPr lang="en-US" sz="792" dirty="0"/>
          </a:p>
        </p:txBody>
      </p:sp>
      <p:sp>
        <p:nvSpPr>
          <p:cNvPr id="25" name="Text 22"/>
          <p:cNvSpPr/>
          <p:nvPr/>
        </p:nvSpPr>
        <p:spPr>
          <a:xfrm>
            <a:off x="6679361" y="4398466"/>
            <a:ext cx="6737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683778" y="4873228"/>
            <a:ext cx="6693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685783" y="5109716"/>
            <a:ext cx="14162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3505112" y="962025"/>
            <a:ext cx="9460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(Ene-Sep)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6286343" y="962025"/>
            <a:ext cx="10653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696" dirty="0"/>
          </a:p>
        </p:txBody>
      </p:sp>
      <p:sp>
        <p:nvSpPr>
          <p:cNvPr id="30" name="Text 27"/>
          <p:cNvSpPr/>
          <p:nvPr/>
        </p:nvSpPr>
        <p:spPr>
          <a:xfrm>
            <a:off x="7826951" y="6137970"/>
            <a:ext cx="7529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685783" y="4339530"/>
            <a:ext cx="1416238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6798307" y="5348139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685783" y="4720530"/>
            <a:ext cx="1416238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6563513" y="6137970"/>
            <a:ext cx="5660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10640004" y="6137970"/>
            <a:ext cx="55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4337178" y="1777305"/>
            <a:ext cx="756635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5068609" y="1777305"/>
            <a:ext cx="86531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347528" y="1777305"/>
            <a:ext cx="70267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032886" y="1777305"/>
            <a:ext cx="594609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2611752" y="1777305"/>
            <a:ext cx="54049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660527" y="6052245"/>
            <a:ext cx="3721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Ene–Feb</a:t>
            </a:r>
            <a:endParaRPr lang="en-US" sz="624" dirty="0"/>
          </a:p>
        </p:txBody>
      </p:sp>
      <p:sp>
        <p:nvSpPr>
          <p:cNvPr id="42" name="Text 39"/>
          <p:cNvSpPr/>
          <p:nvPr/>
        </p:nvSpPr>
        <p:spPr>
          <a:xfrm>
            <a:off x="9371041" y="6052245"/>
            <a:ext cx="3782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Abr–May</a:t>
            </a:r>
            <a:endParaRPr lang="en-US" sz="624" dirty="0"/>
          </a:p>
        </p:txBody>
      </p:sp>
      <p:sp>
        <p:nvSpPr>
          <p:cNvPr id="43" name="Text 40"/>
          <p:cNvSpPr/>
          <p:nvPr/>
        </p:nvSpPr>
        <p:spPr>
          <a:xfrm>
            <a:off x="3710649" y="1777305"/>
            <a:ext cx="648566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2611752" y="19630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648" dirty="0"/>
          </a:p>
        </p:txBody>
      </p:sp>
      <p:sp>
        <p:nvSpPr>
          <p:cNvPr id="45" name="Text 42"/>
          <p:cNvSpPr/>
          <p:nvPr/>
        </p:nvSpPr>
        <p:spPr>
          <a:xfrm>
            <a:off x="4337178" y="19630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648" dirty="0"/>
          </a:p>
        </p:txBody>
      </p:sp>
      <p:sp>
        <p:nvSpPr>
          <p:cNvPr id="46" name="Text 43"/>
          <p:cNvSpPr/>
          <p:nvPr/>
        </p:nvSpPr>
        <p:spPr>
          <a:xfrm>
            <a:off x="5068609" y="19487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2611752" y="21535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648" dirty="0"/>
          </a:p>
        </p:txBody>
      </p:sp>
      <p:sp>
        <p:nvSpPr>
          <p:cNvPr id="48" name="Text 45"/>
          <p:cNvSpPr/>
          <p:nvPr/>
        </p:nvSpPr>
        <p:spPr>
          <a:xfrm>
            <a:off x="4337178" y="21535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648" dirty="0"/>
          </a:p>
        </p:txBody>
      </p:sp>
      <p:sp>
        <p:nvSpPr>
          <p:cNvPr id="49" name="Text 46"/>
          <p:cNvSpPr/>
          <p:nvPr/>
        </p:nvSpPr>
        <p:spPr>
          <a:xfrm>
            <a:off x="5068609" y="21392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2611752" y="23440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648" dirty="0"/>
          </a:p>
        </p:txBody>
      </p:sp>
      <p:sp>
        <p:nvSpPr>
          <p:cNvPr id="51" name="Text 48"/>
          <p:cNvSpPr/>
          <p:nvPr/>
        </p:nvSpPr>
        <p:spPr>
          <a:xfrm>
            <a:off x="4337178" y="23440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76,3 %</a:t>
            </a:r>
            <a:endParaRPr lang="en-US" sz="648" dirty="0"/>
          </a:p>
        </p:txBody>
      </p:sp>
      <p:sp>
        <p:nvSpPr>
          <p:cNvPr id="52" name="Text 49"/>
          <p:cNvSpPr/>
          <p:nvPr/>
        </p:nvSpPr>
        <p:spPr>
          <a:xfrm>
            <a:off x="5068609" y="23297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2611752" y="25345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648" dirty="0"/>
          </a:p>
        </p:txBody>
      </p:sp>
      <p:sp>
        <p:nvSpPr>
          <p:cNvPr id="54" name="Text 51"/>
          <p:cNvSpPr/>
          <p:nvPr/>
        </p:nvSpPr>
        <p:spPr>
          <a:xfrm>
            <a:off x="4337178" y="25345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648" dirty="0"/>
          </a:p>
        </p:txBody>
      </p:sp>
      <p:sp>
        <p:nvSpPr>
          <p:cNvPr id="55" name="Text 52"/>
          <p:cNvSpPr/>
          <p:nvPr/>
        </p:nvSpPr>
        <p:spPr>
          <a:xfrm>
            <a:off x="5068609" y="25202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20,4 %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2611752" y="27250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648" dirty="0"/>
          </a:p>
        </p:txBody>
      </p:sp>
      <p:sp>
        <p:nvSpPr>
          <p:cNvPr id="57" name="Text 54"/>
          <p:cNvSpPr/>
          <p:nvPr/>
        </p:nvSpPr>
        <p:spPr>
          <a:xfrm>
            <a:off x="4337178" y="27250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648" dirty="0"/>
          </a:p>
        </p:txBody>
      </p:sp>
      <p:sp>
        <p:nvSpPr>
          <p:cNvPr id="58" name="Text 55"/>
          <p:cNvSpPr/>
          <p:nvPr/>
        </p:nvSpPr>
        <p:spPr>
          <a:xfrm>
            <a:off x="5068609" y="27107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2611752" y="29155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648" dirty="0"/>
          </a:p>
        </p:txBody>
      </p:sp>
      <p:sp>
        <p:nvSpPr>
          <p:cNvPr id="60" name="Text 57"/>
          <p:cNvSpPr/>
          <p:nvPr/>
        </p:nvSpPr>
        <p:spPr>
          <a:xfrm>
            <a:off x="4337178" y="29155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648" dirty="0"/>
          </a:p>
        </p:txBody>
      </p:sp>
      <p:sp>
        <p:nvSpPr>
          <p:cNvPr id="61" name="Text 58"/>
          <p:cNvSpPr/>
          <p:nvPr/>
        </p:nvSpPr>
        <p:spPr>
          <a:xfrm>
            <a:off x="5068609" y="29012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27,6 %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2611752" y="31060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63,2 %</a:t>
            </a:r>
            <a:endParaRPr lang="en-US" sz="648" dirty="0"/>
          </a:p>
        </p:txBody>
      </p:sp>
      <p:sp>
        <p:nvSpPr>
          <p:cNvPr id="63" name="Text 60"/>
          <p:cNvSpPr/>
          <p:nvPr/>
        </p:nvSpPr>
        <p:spPr>
          <a:xfrm>
            <a:off x="4337178" y="31060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72,4 %</a:t>
            </a:r>
            <a:endParaRPr lang="en-US" sz="648" dirty="0"/>
          </a:p>
        </p:txBody>
      </p:sp>
      <p:sp>
        <p:nvSpPr>
          <p:cNvPr id="64" name="Text 61"/>
          <p:cNvSpPr/>
          <p:nvPr/>
        </p:nvSpPr>
        <p:spPr>
          <a:xfrm>
            <a:off x="5068609" y="30917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24,6 %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2611752" y="32965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648" dirty="0"/>
          </a:p>
        </p:txBody>
      </p:sp>
      <p:sp>
        <p:nvSpPr>
          <p:cNvPr id="66" name="Text 63"/>
          <p:cNvSpPr/>
          <p:nvPr/>
        </p:nvSpPr>
        <p:spPr>
          <a:xfrm>
            <a:off x="4337178" y="32965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54,4 %</a:t>
            </a:r>
            <a:endParaRPr lang="en-US" sz="648" dirty="0"/>
          </a:p>
        </p:txBody>
      </p:sp>
      <p:sp>
        <p:nvSpPr>
          <p:cNvPr id="67" name="Text 64"/>
          <p:cNvSpPr/>
          <p:nvPr/>
        </p:nvSpPr>
        <p:spPr>
          <a:xfrm>
            <a:off x="5068609" y="32822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19,8 %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2611752" y="34870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28,9 %</a:t>
            </a:r>
            <a:endParaRPr lang="en-US" sz="648" dirty="0"/>
          </a:p>
        </p:txBody>
      </p:sp>
      <p:sp>
        <p:nvSpPr>
          <p:cNvPr id="69" name="Text 66"/>
          <p:cNvSpPr/>
          <p:nvPr/>
        </p:nvSpPr>
        <p:spPr>
          <a:xfrm>
            <a:off x="4337178" y="34870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73,1 %</a:t>
            </a:r>
            <a:endParaRPr lang="en-US" sz="648" dirty="0"/>
          </a:p>
        </p:txBody>
      </p:sp>
      <p:sp>
        <p:nvSpPr>
          <p:cNvPr id="70" name="Text 67"/>
          <p:cNvSpPr/>
          <p:nvPr/>
        </p:nvSpPr>
        <p:spPr>
          <a:xfrm>
            <a:off x="5068609" y="34727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1347528" y="3677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29.054</a:t>
            </a:r>
            <a:endParaRPr lang="en-US" sz="648" dirty="0"/>
          </a:p>
        </p:txBody>
      </p:sp>
      <p:sp>
        <p:nvSpPr>
          <p:cNvPr id="72" name="Text 69"/>
          <p:cNvSpPr/>
          <p:nvPr/>
        </p:nvSpPr>
        <p:spPr>
          <a:xfrm>
            <a:off x="2032886" y="3677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17.790</a:t>
            </a:r>
            <a:endParaRPr lang="en-US" sz="648" dirty="0"/>
          </a:p>
        </p:txBody>
      </p:sp>
      <p:sp>
        <p:nvSpPr>
          <p:cNvPr id="73" name="Text 70"/>
          <p:cNvSpPr/>
          <p:nvPr/>
        </p:nvSpPr>
        <p:spPr>
          <a:xfrm>
            <a:off x="2611752" y="3677543"/>
            <a:ext cx="54049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61,2 %</a:t>
            </a:r>
            <a:endParaRPr lang="en-US" sz="648" dirty="0"/>
          </a:p>
        </p:txBody>
      </p:sp>
      <p:sp>
        <p:nvSpPr>
          <p:cNvPr id="74" name="Text 71"/>
          <p:cNvSpPr/>
          <p:nvPr/>
        </p:nvSpPr>
        <p:spPr>
          <a:xfrm>
            <a:off x="3134931" y="3677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11.264</a:t>
            </a:r>
            <a:endParaRPr lang="en-US" sz="648" dirty="0"/>
          </a:p>
        </p:txBody>
      </p:sp>
      <p:sp>
        <p:nvSpPr>
          <p:cNvPr id="75" name="Text 72"/>
          <p:cNvSpPr/>
          <p:nvPr/>
        </p:nvSpPr>
        <p:spPr>
          <a:xfrm>
            <a:off x="4337178" y="3677543"/>
            <a:ext cx="756635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69,0 %</a:t>
            </a:r>
            <a:endParaRPr lang="en-US" sz="648" dirty="0"/>
          </a:p>
        </p:txBody>
      </p:sp>
      <p:sp>
        <p:nvSpPr>
          <p:cNvPr id="76" name="Text 73"/>
          <p:cNvSpPr/>
          <p:nvPr/>
        </p:nvSpPr>
        <p:spPr>
          <a:xfrm>
            <a:off x="5068609" y="3663255"/>
            <a:ext cx="865317" cy="1238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21,9 %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685783" y="4120455"/>
            <a:ext cx="141623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723882" y="1085850"/>
            <a:ext cx="4519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29.054</a:t>
            </a:r>
            <a:endParaRPr lang="en-US" sz="1020" dirty="0"/>
          </a:p>
        </p:txBody>
      </p:sp>
      <p:sp>
        <p:nvSpPr>
          <p:cNvPr id="79" name="Text 76"/>
          <p:cNvSpPr/>
          <p:nvPr/>
        </p:nvSpPr>
        <p:spPr>
          <a:xfrm>
            <a:off x="6286343" y="1085850"/>
            <a:ext cx="43002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61,2 %</a:t>
            </a:r>
            <a:endParaRPr lang="en-US" sz="1020" dirty="0"/>
          </a:p>
        </p:txBody>
      </p:sp>
      <p:sp>
        <p:nvSpPr>
          <p:cNvPr id="80" name="Text 77"/>
          <p:cNvSpPr/>
          <p:nvPr/>
        </p:nvSpPr>
        <p:spPr>
          <a:xfrm>
            <a:off x="3134931" y="1777305"/>
            <a:ext cx="594609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1347528" y="2344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1.864</a:t>
            </a:r>
            <a:endParaRPr lang="en-US" sz="648" dirty="0"/>
          </a:p>
        </p:txBody>
      </p:sp>
      <p:sp>
        <p:nvSpPr>
          <p:cNvPr id="82" name="Text 79"/>
          <p:cNvSpPr/>
          <p:nvPr/>
        </p:nvSpPr>
        <p:spPr>
          <a:xfrm>
            <a:off x="2032886" y="2344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648" dirty="0"/>
          </a:p>
        </p:txBody>
      </p:sp>
      <p:sp>
        <p:nvSpPr>
          <p:cNvPr id="83" name="Text 80"/>
          <p:cNvSpPr/>
          <p:nvPr/>
        </p:nvSpPr>
        <p:spPr>
          <a:xfrm>
            <a:off x="1347528" y="2534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648" dirty="0"/>
          </a:p>
        </p:txBody>
      </p:sp>
      <p:sp>
        <p:nvSpPr>
          <p:cNvPr id="84" name="Text 81"/>
          <p:cNvSpPr/>
          <p:nvPr/>
        </p:nvSpPr>
        <p:spPr>
          <a:xfrm>
            <a:off x="2032886" y="2534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648" dirty="0"/>
          </a:p>
        </p:txBody>
      </p:sp>
      <p:sp>
        <p:nvSpPr>
          <p:cNvPr id="85" name="Text 82"/>
          <p:cNvSpPr/>
          <p:nvPr/>
        </p:nvSpPr>
        <p:spPr>
          <a:xfrm>
            <a:off x="1347528" y="2725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648" dirty="0"/>
          </a:p>
        </p:txBody>
      </p:sp>
      <p:sp>
        <p:nvSpPr>
          <p:cNvPr id="86" name="Text 83"/>
          <p:cNvSpPr/>
          <p:nvPr/>
        </p:nvSpPr>
        <p:spPr>
          <a:xfrm>
            <a:off x="2032886" y="2725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648" dirty="0"/>
          </a:p>
        </p:txBody>
      </p:sp>
      <p:sp>
        <p:nvSpPr>
          <p:cNvPr id="87" name="Text 84"/>
          <p:cNvSpPr/>
          <p:nvPr/>
        </p:nvSpPr>
        <p:spPr>
          <a:xfrm>
            <a:off x="1347528" y="2915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648" dirty="0"/>
          </a:p>
        </p:txBody>
      </p:sp>
      <p:sp>
        <p:nvSpPr>
          <p:cNvPr id="88" name="Text 85"/>
          <p:cNvSpPr/>
          <p:nvPr/>
        </p:nvSpPr>
        <p:spPr>
          <a:xfrm>
            <a:off x="2032886" y="2915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648" dirty="0"/>
          </a:p>
        </p:txBody>
      </p:sp>
      <p:sp>
        <p:nvSpPr>
          <p:cNvPr id="89" name="Text 86"/>
          <p:cNvSpPr/>
          <p:nvPr/>
        </p:nvSpPr>
        <p:spPr>
          <a:xfrm>
            <a:off x="3134931" y="2915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1.521</a:t>
            </a:r>
            <a:endParaRPr lang="en-US" sz="648" dirty="0"/>
          </a:p>
        </p:txBody>
      </p:sp>
      <p:sp>
        <p:nvSpPr>
          <p:cNvPr id="90" name="Text 87"/>
          <p:cNvSpPr/>
          <p:nvPr/>
        </p:nvSpPr>
        <p:spPr>
          <a:xfrm>
            <a:off x="1347528" y="3106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5.412</a:t>
            </a:r>
            <a:endParaRPr lang="en-US" sz="648" dirty="0"/>
          </a:p>
        </p:txBody>
      </p:sp>
      <p:sp>
        <p:nvSpPr>
          <p:cNvPr id="91" name="Text 88"/>
          <p:cNvSpPr/>
          <p:nvPr/>
        </p:nvSpPr>
        <p:spPr>
          <a:xfrm>
            <a:off x="2032886" y="3106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3.422</a:t>
            </a:r>
            <a:endParaRPr lang="en-US" sz="648" dirty="0"/>
          </a:p>
        </p:txBody>
      </p:sp>
      <p:sp>
        <p:nvSpPr>
          <p:cNvPr id="92" name="Text 89"/>
          <p:cNvSpPr/>
          <p:nvPr/>
        </p:nvSpPr>
        <p:spPr>
          <a:xfrm>
            <a:off x="3134931" y="3106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1.990</a:t>
            </a:r>
            <a:endParaRPr lang="en-US" sz="648" dirty="0"/>
          </a:p>
        </p:txBody>
      </p:sp>
      <p:sp>
        <p:nvSpPr>
          <p:cNvPr id="93" name="Text 90"/>
          <p:cNvSpPr/>
          <p:nvPr/>
        </p:nvSpPr>
        <p:spPr>
          <a:xfrm>
            <a:off x="1347528" y="3296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7.827</a:t>
            </a:r>
            <a:endParaRPr lang="en-US" sz="648" dirty="0"/>
          </a:p>
        </p:txBody>
      </p:sp>
      <p:sp>
        <p:nvSpPr>
          <p:cNvPr id="94" name="Text 91"/>
          <p:cNvSpPr/>
          <p:nvPr/>
        </p:nvSpPr>
        <p:spPr>
          <a:xfrm>
            <a:off x="2032886" y="3296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5.716</a:t>
            </a:r>
            <a:endParaRPr lang="en-US" sz="648" dirty="0"/>
          </a:p>
        </p:txBody>
      </p:sp>
      <p:sp>
        <p:nvSpPr>
          <p:cNvPr id="95" name="Text 92"/>
          <p:cNvSpPr/>
          <p:nvPr/>
        </p:nvSpPr>
        <p:spPr>
          <a:xfrm>
            <a:off x="3134931" y="3296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2.111</a:t>
            </a:r>
            <a:endParaRPr lang="en-US" sz="648" dirty="0"/>
          </a:p>
        </p:txBody>
      </p:sp>
      <p:sp>
        <p:nvSpPr>
          <p:cNvPr id="96" name="Text 93"/>
          <p:cNvSpPr/>
          <p:nvPr/>
        </p:nvSpPr>
        <p:spPr>
          <a:xfrm>
            <a:off x="1347528" y="3487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4.130</a:t>
            </a:r>
            <a:endParaRPr lang="en-US" sz="648" dirty="0"/>
          </a:p>
        </p:txBody>
      </p:sp>
      <p:sp>
        <p:nvSpPr>
          <p:cNvPr id="97" name="Text 94"/>
          <p:cNvSpPr/>
          <p:nvPr/>
        </p:nvSpPr>
        <p:spPr>
          <a:xfrm>
            <a:off x="2032886" y="3487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1.192</a:t>
            </a:r>
            <a:endParaRPr lang="en-US" sz="648" dirty="0"/>
          </a:p>
        </p:txBody>
      </p:sp>
      <p:sp>
        <p:nvSpPr>
          <p:cNvPr id="98" name="Text 95"/>
          <p:cNvSpPr/>
          <p:nvPr/>
        </p:nvSpPr>
        <p:spPr>
          <a:xfrm>
            <a:off x="3134931" y="3487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2.938</a:t>
            </a:r>
            <a:endParaRPr lang="en-US" sz="648" dirty="0"/>
          </a:p>
        </p:txBody>
      </p:sp>
      <p:sp>
        <p:nvSpPr>
          <p:cNvPr id="99" name="Text 96"/>
          <p:cNvSpPr/>
          <p:nvPr/>
        </p:nvSpPr>
        <p:spPr>
          <a:xfrm>
            <a:off x="685783" y="3677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72" dirty="0"/>
          </a:p>
        </p:txBody>
      </p:sp>
      <p:sp>
        <p:nvSpPr>
          <p:cNvPr id="100" name="Text 97"/>
          <p:cNvSpPr/>
          <p:nvPr/>
        </p:nvSpPr>
        <p:spPr>
          <a:xfrm>
            <a:off x="3710649" y="36775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1.706</a:t>
            </a:r>
            <a:endParaRPr lang="en-US" sz="648" dirty="0"/>
          </a:p>
        </p:txBody>
      </p:sp>
      <p:sp>
        <p:nvSpPr>
          <p:cNvPr id="101" name="Text 98"/>
          <p:cNvSpPr/>
          <p:nvPr/>
        </p:nvSpPr>
        <p:spPr>
          <a:xfrm>
            <a:off x="5291032" y="4139505"/>
            <a:ext cx="642895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72" dirty="0"/>
          </a:p>
        </p:txBody>
      </p:sp>
      <p:sp>
        <p:nvSpPr>
          <p:cNvPr id="102" name="Text 99"/>
          <p:cNvSpPr/>
          <p:nvPr/>
        </p:nvSpPr>
        <p:spPr>
          <a:xfrm>
            <a:off x="3505112" y="1085850"/>
            <a:ext cx="36676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1.706</a:t>
            </a:r>
            <a:endParaRPr lang="en-US" sz="1020" dirty="0"/>
          </a:p>
        </p:txBody>
      </p:sp>
      <p:sp>
        <p:nvSpPr>
          <p:cNvPr id="103" name="Text 100"/>
          <p:cNvSpPr/>
          <p:nvPr/>
        </p:nvSpPr>
        <p:spPr>
          <a:xfrm>
            <a:off x="7623828" y="28067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+111%</a:t>
            </a:r>
            <a:endParaRPr lang="en-US" sz="624" dirty="0"/>
          </a:p>
        </p:txBody>
      </p:sp>
      <p:sp>
        <p:nvSpPr>
          <p:cNvPr id="104" name="Text 101"/>
          <p:cNvSpPr/>
          <p:nvPr/>
        </p:nvSpPr>
        <p:spPr>
          <a:xfrm>
            <a:off x="10501199" y="21676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+-37%</a:t>
            </a:r>
            <a:endParaRPr lang="en-US" sz="624" dirty="0"/>
          </a:p>
        </p:txBody>
      </p:sp>
      <p:sp>
        <p:nvSpPr>
          <p:cNvPr id="105" name="Text 102"/>
          <p:cNvSpPr/>
          <p:nvPr/>
        </p:nvSpPr>
        <p:spPr>
          <a:xfrm>
            <a:off x="11275130" y="39235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576" dirty="0"/>
          </a:p>
        </p:txBody>
      </p:sp>
      <p:sp>
        <p:nvSpPr>
          <p:cNvPr id="106" name="Text 103"/>
          <p:cNvSpPr/>
          <p:nvPr/>
        </p:nvSpPr>
        <p:spPr>
          <a:xfrm>
            <a:off x="11282860" y="41609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576" dirty="0"/>
          </a:p>
        </p:txBody>
      </p:sp>
      <p:sp>
        <p:nvSpPr>
          <p:cNvPr id="107" name="Text 104"/>
          <p:cNvSpPr/>
          <p:nvPr/>
        </p:nvSpPr>
        <p:spPr>
          <a:xfrm>
            <a:off x="906757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2.7×</a:t>
            </a:r>
            <a:endParaRPr lang="en-US" sz="1020" dirty="0"/>
          </a:p>
        </p:txBody>
      </p:sp>
      <p:sp>
        <p:nvSpPr>
          <p:cNvPr id="108" name="Text 105"/>
          <p:cNvSpPr/>
          <p:nvPr/>
        </p:nvSpPr>
        <p:spPr>
          <a:xfrm>
            <a:off x="8216595" y="271804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+21%</a:t>
            </a:r>
            <a:endParaRPr lang="en-US" sz="624" dirty="0"/>
          </a:p>
        </p:txBody>
      </p:sp>
      <p:sp>
        <p:nvSpPr>
          <p:cNvPr id="109" name="Text 106"/>
          <p:cNvSpPr/>
          <p:nvPr/>
        </p:nvSpPr>
        <p:spPr>
          <a:xfrm>
            <a:off x="8786295" y="220310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+90%</a:t>
            </a:r>
            <a:endParaRPr lang="en-US" sz="624" dirty="0"/>
          </a:p>
        </p:txBody>
      </p:sp>
      <p:sp>
        <p:nvSpPr>
          <p:cNvPr id="110" name="Text 107"/>
          <p:cNvSpPr/>
          <p:nvPr/>
        </p:nvSpPr>
        <p:spPr>
          <a:xfrm>
            <a:off x="9365520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+32%</a:t>
            </a:r>
            <a:endParaRPr lang="en-US" sz="624" dirty="0"/>
          </a:p>
        </p:txBody>
      </p:sp>
      <p:sp>
        <p:nvSpPr>
          <p:cNvPr id="111" name="Text 108"/>
          <p:cNvSpPr/>
          <p:nvPr/>
        </p:nvSpPr>
        <p:spPr>
          <a:xfrm>
            <a:off x="9940726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+24%</a:t>
            </a:r>
            <a:endParaRPr lang="en-US" sz="624" dirty="0"/>
          </a:p>
        </p:txBody>
      </p:sp>
      <p:sp>
        <p:nvSpPr>
          <p:cNvPr id="112" name="Text 109"/>
          <p:cNvSpPr/>
          <p:nvPr/>
        </p:nvSpPr>
        <p:spPr>
          <a:xfrm>
            <a:off x="11092776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+45%</a:t>
            </a:r>
            <a:endParaRPr lang="en-US" sz="624" dirty="0"/>
          </a:p>
        </p:txBody>
      </p:sp>
      <p:sp>
        <p:nvSpPr>
          <p:cNvPr id="113" name="Text 110"/>
          <p:cNvSpPr/>
          <p:nvPr/>
        </p:nvSpPr>
        <p:spPr>
          <a:xfrm>
            <a:off x="11318512" y="439846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11318354" y="463584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11317881" y="48732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11332552" y="51106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11321667" y="534813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576" dirty="0"/>
          </a:p>
        </p:txBody>
      </p:sp>
      <p:sp>
        <p:nvSpPr>
          <p:cNvPr id="118" name="Text 115"/>
          <p:cNvSpPr/>
          <p:nvPr/>
        </p:nvSpPr>
        <p:spPr>
          <a:xfrm>
            <a:off x="685783" y="1777305"/>
            <a:ext cx="70267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19" name="Text 116"/>
          <p:cNvSpPr/>
          <p:nvPr/>
        </p:nvSpPr>
        <p:spPr>
          <a:xfrm>
            <a:off x="685783" y="1963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20" name="Text 117"/>
          <p:cNvSpPr/>
          <p:nvPr/>
        </p:nvSpPr>
        <p:spPr>
          <a:xfrm>
            <a:off x="1347528" y="1963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648" dirty="0"/>
          </a:p>
        </p:txBody>
      </p:sp>
      <p:sp>
        <p:nvSpPr>
          <p:cNvPr id="121" name="Text 118"/>
          <p:cNvSpPr/>
          <p:nvPr/>
        </p:nvSpPr>
        <p:spPr>
          <a:xfrm>
            <a:off x="2032886" y="1963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648" dirty="0"/>
          </a:p>
        </p:txBody>
      </p:sp>
      <p:sp>
        <p:nvSpPr>
          <p:cNvPr id="122" name="Text 119"/>
          <p:cNvSpPr/>
          <p:nvPr/>
        </p:nvSpPr>
        <p:spPr>
          <a:xfrm>
            <a:off x="3134931" y="1963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</a:t>
            </a:r>
            <a:endParaRPr lang="en-US" sz="648" dirty="0"/>
          </a:p>
        </p:txBody>
      </p:sp>
      <p:sp>
        <p:nvSpPr>
          <p:cNvPr id="123" name="Text 120"/>
          <p:cNvSpPr/>
          <p:nvPr/>
        </p:nvSpPr>
        <p:spPr>
          <a:xfrm>
            <a:off x="685783" y="2153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1347528" y="2153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648" dirty="0"/>
          </a:p>
        </p:txBody>
      </p:sp>
      <p:sp>
        <p:nvSpPr>
          <p:cNvPr id="125" name="Text 122"/>
          <p:cNvSpPr/>
          <p:nvPr/>
        </p:nvSpPr>
        <p:spPr>
          <a:xfrm>
            <a:off x="2032886" y="2153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648" dirty="0"/>
          </a:p>
        </p:txBody>
      </p:sp>
      <p:sp>
        <p:nvSpPr>
          <p:cNvPr id="126" name="Text 123"/>
          <p:cNvSpPr/>
          <p:nvPr/>
        </p:nvSpPr>
        <p:spPr>
          <a:xfrm>
            <a:off x="3134931" y="2153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648" dirty="0"/>
          </a:p>
        </p:txBody>
      </p:sp>
      <p:sp>
        <p:nvSpPr>
          <p:cNvPr id="127" name="Text 124"/>
          <p:cNvSpPr/>
          <p:nvPr/>
        </p:nvSpPr>
        <p:spPr>
          <a:xfrm>
            <a:off x="685783" y="2344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28" name="Text 125"/>
          <p:cNvSpPr/>
          <p:nvPr/>
        </p:nvSpPr>
        <p:spPr>
          <a:xfrm>
            <a:off x="3134931" y="2344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675</a:t>
            </a:r>
            <a:endParaRPr lang="en-US" sz="648" dirty="0"/>
          </a:p>
        </p:txBody>
      </p:sp>
      <p:sp>
        <p:nvSpPr>
          <p:cNvPr id="129" name="Text 126"/>
          <p:cNvSpPr/>
          <p:nvPr/>
        </p:nvSpPr>
        <p:spPr>
          <a:xfrm>
            <a:off x="685783" y="2534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30" name="Text 127"/>
          <p:cNvSpPr/>
          <p:nvPr/>
        </p:nvSpPr>
        <p:spPr>
          <a:xfrm>
            <a:off x="3134931" y="25345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813</a:t>
            </a:r>
            <a:endParaRPr lang="en-US" sz="648" dirty="0"/>
          </a:p>
        </p:txBody>
      </p:sp>
      <p:sp>
        <p:nvSpPr>
          <p:cNvPr id="131" name="Text 128"/>
          <p:cNvSpPr/>
          <p:nvPr/>
        </p:nvSpPr>
        <p:spPr>
          <a:xfrm>
            <a:off x="3710649" y="25345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648" dirty="0"/>
          </a:p>
        </p:txBody>
      </p:sp>
      <p:sp>
        <p:nvSpPr>
          <p:cNvPr id="132" name="Text 129"/>
          <p:cNvSpPr/>
          <p:nvPr/>
        </p:nvSpPr>
        <p:spPr>
          <a:xfrm>
            <a:off x="685783" y="2725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33" name="Text 130"/>
          <p:cNvSpPr/>
          <p:nvPr/>
        </p:nvSpPr>
        <p:spPr>
          <a:xfrm>
            <a:off x="3134931" y="2725043"/>
            <a:ext cx="594609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872</a:t>
            </a:r>
            <a:endParaRPr lang="en-US" sz="648" dirty="0"/>
          </a:p>
        </p:txBody>
      </p:sp>
      <p:sp>
        <p:nvSpPr>
          <p:cNvPr id="134" name="Text 131"/>
          <p:cNvSpPr/>
          <p:nvPr/>
        </p:nvSpPr>
        <p:spPr>
          <a:xfrm>
            <a:off x="3710649" y="27250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648" dirty="0"/>
          </a:p>
        </p:txBody>
      </p:sp>
      <p:sp>
        <p:nvSpPr>
          <p:cNvPr id="135" name="Text 132"/>
          <p:cNvSpPr/>
          <p:nvPr/>
        </p:nvSpPr>
        <p:spPr>
          <a:xfrm>
            <a:off x="685783" y="2915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36" name="Text 133"/>
          <p:cNvSpPr/>
          <p:nvPr/>
        </p:nvSpPr>
        <p:spPr>
          <a:xfrm>
            <a:off x="3710649" y="29155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648" dirty="0"/>
          </a:p>
        </p:txBody>
      </p:sp>
      <p:sp>
        <p:nvSpPr>
          <p:cNvPr id="137" name="Text 134"/>
          <p:cNvSpPr/>
          <p:nvPr/>
        </p:nvSpPr>
        <p:spPr>
          <a:xfrm>
            <a:off x="685783" y="3106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672" dirty="0"/>
          </a:p>
        </p:txBody>
      </p:sp>
      <p:sp>
        <p:nvSpPr>
          <p:cNvPr id="138" name="Text 135"/>
          <p:cNvSpPr/>
          <p:nvPr/>
        </p:nvSpPr>
        <p:spPr>
          <a:xfrm>
            <a:off x="3710649" y="31060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355</a:t>
            </a:r>
            <a:endParaRPr lang="en-US" sz="648" dirty="0"/>
          </a:p>
        </p:txBody>
      </p:sp>
      <p:sp>
        <p:nvSpPr>
          <p:cNvPr id="139" name="Text 136"/>
          <p:cNvSpPr/>
          <p:nvPr/>
        </p:nvSpPr>
        <p:spPr>
          <a:xfrm>
            <a:off x="685783" y="32965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672" dirty="0"/>
          </a:p>
        </p:txBody>
      </p:sp>
      <p:sp>
        <p:nvSpPr>
          <p:cNvPr id="140" name="Text 137"/>
          <p:cNvSpPr/>
          <p:nvPr/>
        </p:nvSpPr>
        <p:spPr>
          <a:xfrm>
            <a:off x="3710649" y="32965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224</a:t>
            </a:r>
            <a:endParaRPr lang="en-US" sz="648" dirty="0"/>
          </a:p>
        </p:txBody>
      </p:sp>
      <p:sp>
        <p:nvSpPr>
          <p:cNvPr id="141" name="Text 138"/>
          <p:cNvSpPr/>
          <p:nvPr/>
        </p:nvSpPr>
        <p:spPr>
          <a:xfrm>
            <a:off x="685783" y="3487043"/>
            <a:ext cx="70267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672" dirty="0"/>
          </a:p>
        </p:txBody>
      </p:sp>
      <p:sp>
        <p:nvSpPr>
          <p:cNvPr id="142" name="Text 139"/>
          <p:cNvSpPr/>
          <p:nvPr/>
        </p:nvSpPr>
        <p:spPr>
          <a:xfrm>
            <a:off x="3710649" y="34870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648" dirty="0"/>
          </a:p>
        </p:txBody>
      </p:sp>
      <p:sp>
        <p:nvSpPr>
          <p:cNvPr id="143" name="Text 140"/>
          <p:cNvSpPr/>
          <p:nvPr/>
        </p:nvSpPr>
        <p:spPr>
          <a:xfrm>
            <a:off x="2044498" y="4139505"/>
            <a:ext cx="558739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44" name="Text 141"/>
          <p:cNvSpPr/>
          <p:nvPr/>
        </p:nvSpPr>
        <p:spPr>
          <a:xfrm>
            <a:off x="2587052" y="4139505"/>
            <a:ext cx="555673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45" name="Text 142"/>
          <p:cNvSpPr/>
          <p:nvPr/>
        </p:nvSpPr>
        <p:spPr>
          <a:xfrm>
            <a:off x="3126384" y="4139505"/>
            <a:ext cx="5610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46" name="Text 143"/>
          <p:cNvSpPr/>
          <p:nvPr/>
        </p:nvSpPr>
        <p:spPr>
          <a:xfrm>
            <a:off x="3671532" y="4139505"/>
            <a:ext cx="54555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47" name="Text 144"/>
          <p:cNvSpPr/>
          <p:nvPr/>
        </p:nvSpPr>
        <p:spPr>
          <a:xfrm>
            <a:off x="4200247" y="4139505"/>
            <a:ext cx="57820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48" name="Text 145"/>
          <p:cNvSpPr/>
          <p:nvPr/>
        </p:nvSpPr>
        <p:spPr>
          <a:xfrm>
            <a:off x="4762515" y="4139505"/>
            <a:ext cx="54724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49" name="Text 146"/>
          <p:cNvSpPr/>
          <p:nvPr/>
        </p:nvSpPr>
        <p:spPr>
          <a:xfrm>
            <a:off x="4200247" y="4344293"/>
            <a:ext cx="57820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72" dirty="0"/>
          </a:p>
        </p:txBody>
      </p:sp>
      <p:sp>
        <p:nvSpPr>
          <p:cNvPr id="150" name="Text 147"/>
          <p:cNvSpPr/>
          <p:nvPr/>
        </p:nvSpPr>
        <p:spPr>
          <a:xfrm>
            <a:off x="5291032" y="4339530"/>
            <a:ext cx="642895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696" dirty="0"/>
          </a:p>
        </p:txBody>
      </p:sp>
      <p:sp>
        <p:nvSpPr>
          <p:cNvPr id="151" name="Text 148"/>
          <p:cNvSpPr/>
          <p:nvPr/>
        </p:nvSpPr>
        <p:spPr>
          <a:xfrm>
            <a:off x="5291032" y="4530030"/>
            <a:ext cx="642895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696" dirty="0"/>
          </a:p>
        </p:txBody>
      </p:sp>
      <p:sp>
        <p:nvSpPr>
          <p:cNvPr id="152" name="Text 149"/>
          <p:cNvSpPr/>
          <p:nvPr/>
        </p:nvSpPr>
        <p:spPr>
          <a:xfrm>
            <a:off x="5291032" y="4720530"/>
            <a:ext cx="642895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53" name="Text 150"/>
          <p:cNvSpPr/>
          <p:nvPr/>
        </p:nvSpPr>
        <p:spPr>
          <a:xfrm>
            <a:off x="4200247" y="5109716"/>
            <a:ext cx="57820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672" dirty="0"/>
          </a:p>
        </p:txBody>
      </p:sp>
      <p:sp>
        <p:nvSpPr>
          <p:cNvPr id="154" name="Text 151"/>
          <p:cNvSpPr/>
          <p:nvPr/>
        </p:nvSpPr>
        <p:spPr>
          <a:xfrm>
            <a:off x="4762515" y="5109716"/>
            <a:ext cx="54724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672" dirty="0"/>
          </a:p>
        </p:txBody>
      </p:sp>
      <p:sp>
        <p:nvSpPr>
          <p:cNvPr id="155" name="Text 152"/>
          <p:cNvSpPr/>
          <p:nvPr/>
        </p:nvSpPr>
        <p:spPr>
          <a:xfrm>
            <a:off x="5291032" y="5104954"/>
            <a:ext cx="642895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696" dirty="0"/>
          </a:p>
        </p:txBody>
      </p:sp>
      <p:sp>
        <p:nvSpPr>
          <p:cNvPr id="156" name="Text 153"/>
          <p:cNvSpPr/>
          <p:nvPr/>
        </p:nvSpPr>
        <p:spPr>
          <a:xfrm>
            <a:off x="6499311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57" name="Text 154"/>
          <p:cNvSpPr/>
          <p:nvPr/>
        </p:nvSpPr>
        <p:spPr>
          <a:xfrm>
            <a:off x="7084786" y="305544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624" dirty="0"/>
          </a:p>
        </p:txBody>
      </p:sp>
      <p:sp>
        <p:nvSpPr>
          <p:cNvPr id="158" name="Text 155"/>
          <p:cNvSpPr/>
          <p:nvPr/>
        </p:nvSpPr>
        <p:spPr>
          <a:xfrm>
            <a:off x="707600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59" name="Text 156"/>
          <p:cNvSpPr/>
          <p:nvPr/>
        </p:nvSpPr>
        <p:spPr>
          <a:xfrm>
            <a:off x="7649872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8230734" y="26044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744" dirty="0"/>
          </a:p>
        </p:txBody>
      </p:sp>
      <p:sp>
        <p:nvSpPr>
          <p:cNvPr id="161" name="Text 158"/>
          <p:cNvSpPr/>
          <p:nvPr/>
        </p:nvSpPr>
        <p:spPr>
          <a:xfrm>
            <a:off x="8231180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62" name="Text 159"/>
          <p:cNvSpPr/>
          <p:nvPr/>
        </p:nvSpPr>
        <p:spPr>
          <a:xfrm>
            <a:off x="8801178" y="208954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44" dirty="0"/>
          </a:p>
        </p:txBody>
      </p:sp>
      <p:sp>
        <p:nvSpPr>
          <p:cNvPr id="163" name="Text 160"/>
          <p:cNvSpPr/>
          <p:nvPr/>
        </p:nvSpPr>
        <p:spPr>
          <a:xfrm>
            <a:off x="8795076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64" name="Text 161"/>
          <p:cNvSpPr/>
          <p:nvPr/>
        </p:nvSpPr>
        <p:spPr>
          <a:xfrm>
            <a:off x="9374152" y="1739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744" dirty="0"/>
          </a:p>
        </p:txBody>
      </p:sp>
      <p:sp>
        <p:nvSpPr>
          <p:cNvPr id="165" name="Text 162"/>
          <p:cNvSpPr/>
          <p:nvPr/>
        </p:nvSpPr>
        <p:spPr>
          <a:xfrm>
            <a:off x="9382188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66" name="Text 163"/>
          <p:cNvSpPr/>
          <p:nvPr/>
        </p:nvSpPr>
        <p:spPr>
          <a:xfrm>
            <a:off x="9953674" y="1739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355</a:t>
            </a:r>
            <a:endParaRPr lang="en-US" sz="744" dirty="0"/>
          </a:p>
        </p:txBody>
      </p:sp>
      <p:sp>
        <p:nvSpPr>
          <p:cNvPr id="167" name="Text 164"/>
          <p:cNvSpPr/>
          <p:nvPr/>
        </p:nvSpPr>
        <p:spPr>
          <a:xfrm>
            <a:off x="9970491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696" dirty="0"/>
          </a:p>
        </p:txBody>
      </p:sp>
      <p:sp>
        <p:nvSpPr>
          <p:cNvPr id="168" name="Text 165"/>
          <p:cNvSpPr/>
          <p:nvPr/>
        </p:nvSpPr>
        <p:spPr>
          <a:xfrm>
            <a:off x="10526797" y="205412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224</a:t>
            </a:r>
            <a:endParaRPr lang="en-US" sz="744" dirty="0"/>
          </a:p>
        </p:txBody>
      </p:sp>
      <p:sp>
        <p:nvSpPr>
          <p:cNvPr id="169" name="Text 166"/>
          <p:cNvSpPr/>
          <p:nvPr/>
        </p:nvSpPr>
        <p:spPr>
          <a:xfrm>
            <a:off x="10525160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11103045" y="1739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744" dirty="0"/>
          </a:p>
        </p:txBody>
      </p:sp>
      <p:sp>
        <p:nvSpPr>
          <p:cNvPr id="171" name="Text 168"/>
          <p:cNvSpPr/>
          <p:nvPr/>
        </p:nvSpPr>
        <p:spPr>
          <a:xfrm>
            <a:off x="1110304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696" dirty="0"/>
          </a:p>
        </p:txBody>
      </p:sp>
      <p:sp>
        <p:nvSpPr>
          <p:cNvPr id="172" name="Text 169"/>
          <p:cNvSpPr/>
          <p:nvPr/>
        </p:nvSpPr>
        <p:spPr>
          <a:xfrm>
            <a:off x="811690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73" name="Text 170"/>
          <p:cNvSpPr/>
          <p:nvPr/>
        </p:nvSpPr>
        <p:spPr>
          <a:xfrm>
            <a:off x="1083545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74" name="Text 171"/>
          <p:cNvSpPr/>
          <p:nvPr/>
        </p:nvSpPr>
        <p:spPr>
          <a:xfrm>
            <a:off x="3710649" y="19630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648" dirty="0"/>
          </a:p>
        </p:txBody>
      </p:sp>
      <p:sp>
        <p:nvSpPr>
          <p:cNvPr id="175" name="Text 172"/>
          <p:cNvSpPr/>
          <p:nvPr/>
        </p:nvSpPr>
        <p:spPr>
          <a:xfrm>
            <a:off x="3710649" y="21535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48" dirty="0"/>
          </a:p>
        </p:txBody>
      </p:sp>
      <p:sp>
        <p:nvSpPr>
          <p:cNvPr id="176" name="Text 173"/>
          <p:cNvSpPr/>
          <p:nvPr/>
        </p:nvSpPr>
        <p:spPr>
          <a:xfrm>
            <a:off x="3710649" y="2344043"/>
            <a:ext cx="648566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48" dirty="0"/>
          </a:p>
        </p:txBody>
      </p:sp>
      <p:sp>
        <p:nvSpPr>
          <p:cNvPr id="177" name="Text 174"/>
          <p:cNvSpPr/>
          <p:nvPr/>
        </p:nvSpPr>
        <p:spPr>
          <a:xfrm>
            <a:off x="3126384" y="4344293"/>
            <a:ext cx="5610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  <p:sp>
        <p:nvSpPr>
          <p:cNvPr id="178" name="Text 175"/>
          <p:cNvSpPr/>
          <p:nvPr/>
        </p:nvSpPr>
        <p:spPr>
          <a:xfrm>
            <a:off x="3671532" y="4344293"/>
            <a:ext cx="54555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672" dirty="0"/>
          </a:p>
        </p:txBody>
      </p:sp>
      <p:sp>
        <p:nvSpPr>
          <p:cNvPr id="179" name="Text 176"/>
          <p:cNvSpPr/>
          <p:nvPr/>
        </p:nvSpPr>
        <p:spPr>
          <a:xfrm>
            <a:off x="4762515" y="4344293"/>
            <a:ext cx="54724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672" dirty="0"/>
          </a:p>
        </p:txBody>
      </p:sp>
      <p:sp>
        <p:nvSpPr>
          <p:cNvPr id="180" name="Text 177"/>
          <p:cNvSpPr/>
          <p:nvPr/>
        </p:nvSpPr>
        <p:spPr>
          <a:xfrm>
            <a:off x="3671532" y="4534793"/>
            <a:ext cx="54555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81" name="Text 178"/>
          <p:cNvSpPr/>
          <p:nvPr/>
        </p:nvSpPr>
        <p:spPr>
          <a:xfrm>
            <a:off x="4200247" y="4534793"/>
            <a:ext cx="57820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672" dirty="0"/>
          </a:p>
        </p:txBody>
      </p:sp>
      <p:sp>
        <p:nvSpPr>
          <p:cNvPr id="182" name="Text 179"/>
          <p:cNvSpPr/>
          <p:nvPr/>
        </p:nvSpPr>
        <p:spPr>
          <a:xfrm>
            <a:off x="4762515" y="4534793"/>
            <a:ext cx="54724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672" dirty="0"/>
          </a:p>
        </p:txBody>
      </p:sp>
      <p:sp>
        <p:nvSpPr>
          <p:cNvPr id="183" name="Text 180"/>
          <p:cNvSpPr/>
          <p:nvPr/>
        </p:nvSpPr>
        <p:spPr>
          <a:xfrm>
            <a:off x="3671532" y="4725293"/>
            <a:ext cx="54555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84" name="Text 181"/>
          <p:cNvSpPr/>
          <p:nvPr/>
        </p:nvSpPr>
        <p:spPr>
          <a:xfrm>
            <a:off x="4200247" y="4725293"/>
            <a:ext cx="578207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72" dirty="0"/>
          </a:p>
        </p:txBody>
      </p:sp>
      <p:sp>
        <p:nvSpPr>
          <p:cNvPr id="185" name="Text 182"/>
          <p:cNvSpPr/>
          <p:nvPr/>
        </p:nvSpPr>
        <p:spPr>
          <a:xfrm>
            <a:off x="4762515" y="4725293"/>
            <a:ext cx="54724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672" dirty="0"/>
          </a:p>
        </p:txBody>
      </p:sp>
      <p:sp>
        <p:nvSpPr>
          <p:cNvPr id="186" name="Text 183"/>
          <p:cNvSpPr/>
          <p:nvPr/>
        </p:nvSpPr>
        <p:spPr>
          <a:xfrm>
            <a:off x="4762515" y="4917430"/>
            <a:ext cx="547242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87" name="Text 184"/>
          <p:cNvSpPr/>
          <p:nvPr/>
        </p:nvSpPr>
        <p:spPr>
          <a:xfrm>
            <a:off x="5291032" y="4912668"/>
            <a:ext cx="642895" cy="10477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696" dirty="0"/>
          </a:p>
        </p:txBody>
      </p:sp>
      <p:sp>
        <p:nvSpPr>
          <p:cNvPr id="188" name="Text 185"/>
          <p:cNvSpPr/>
          <p:nvPr/>
        </p:nvSpPr>
        <p:spPr>
          <a:xfrm>
            <a:off x="2044498" y="5109716"/>
            <a:ext cx="558739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89" name="Text 186"/>
          <p:cNvSpPr/>
          <p:nvPr/>
        </p:nvSpPr>
        <p:spPr>
          <a:xfrm>
            <a:off x="2587052" y="5109716"/>
            <a:ext cx="555673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72" dirty="0"/>
          </a:p>
        </p:txBody>
      </p:sp>
      <p:sp>
        <p:nvSpPr>
          <p:cNvPr id="190" name="Text 187"/>
          <p:cNvSpPr/>
          <p:nvPr/>
        </p:nvSpPr>
        <p:spPr>
          <a:xfrm>
            <a:off x="3126384" y="5109716"/>
            <a:ext cx="5610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91" name="Text 188"/>
          <p:cNvSpPr/>
          <p:nvPr/>
        </p:nvSpPr>
        <p:spPr>
          <a:xfrm>
            <a:off x="3671532" y="5109716"/>
            <a:ext cx="54555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72" dirty="0"/>
          </a:p>
        </p:txBody>
      </p:sp>
      <p:sp>
        <p:nvSpPr>
          <p:cNvPr id="192" name="Text 189"/>
          <p:cNvSpPr/>
          <p:nvPr/>
        </p:nvSpPr>
        <p:spPr>
          <a:xfrm>
            <a:off x="6524611" y="29595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44" dirty="0"/>
          </a:p>
        </p:txBody>
      </p:sp>
      <p:sp>
        <p:nvSpPr>
          <p:cNvPr id="193" name="Text 190"/>
          <p:cNvSpPr/>
          <p:nvPr/>
        </p:nvSpPr>
        <p:spPr>
          <a:xfrm>
            <a:off x="7100859" y="294188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44" dirty="0"/>
          </a:p>
        </p:txBody>
      </p:sp>
      <p:sp>
        <p:nvSpPr>
          <p:cNvPr id="194" name="Text 191"/>
          <p:cNvSpPr/>
          <p:nvPr/>
        </p:nvSpPr>
        <p:spPr>
          <a:xfrm>
            <a:off x="7676065" y="269319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744" dirty="0"/>
          </a:p>
        </p:txBody>
      </p:sp>
      <p:sp>
        <p:nvSpPr>
          <p:cNvPr id="195" name="Text 192"/>
          <p:cNvSpPr/>
          <p:nvPr/>
        </p:nvSpPr>
        <p:spPr>
          <a:xfrm>
            <a:off x="2044498" y="4344293"/>
            <a:ext cx="558739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672" dirty="0"/>
          </a:p>
        </p:txBody>
      </p:sp>
      <p:sp>
        <p:nvSpPr>
          <p:cNvPr id="196" name="Text 193"/>
          <p:cNvSpPr/>
          <p:nvPr/>
        </p:nvSpPr>
        <p:spPr>
          <a:xfrm>
            <a:off x="2587052" y="4344293"/>
            <a:ext cx="555673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72" dirty="0"/>
          </a:p>
        </p:txBody>
      </p:sp>
      <p:sp>
        <p:nvSpPr>
          <p:cNvPr id="197" name="Text 194"/>
          <p:cNvSpPr/>
          <p:nvPr/>
        </p:nvSpPr>
        <p:spPr>
          <a:xfrm>
            <a:off x="2044498" y="4534793"/>
            <a:ext cx="558739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672" dirty="0"/>
          </a:p>
        </p:txBody>
      </p:sp>
      <p:sp>
        <p:nvSpPr>
          <p:cNvPr id="198" name="Text 195"/>
          <p:cNvSpPr/>
          <p:nvPr/>
        </p:nvSpPr>
        <p:spPr>
          <a:xfrm>
            <a:off x="2587052" y="4534793"/>
            <a:ext cx="555673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72" dirty="0"/>
          </a:p>
        </p:txBody>
      </p:sp>
      <p:sp>
        <p:nvSpPr>
          <p:cNvPr id="199" name="Text 196"/>
          <p:cNvSpPr/>
          <p:nvPr/>
        </p:nvSpPr>
        <p:spPr>
          <a:xfrm>
            <a:off x="3126384" y="4534793"/>
            <a:ext cx="5610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72" dirty="0"/>
          </a:p>
        </p:txBody>
      </p:sp>
      <p:sp>
        <p:nvSpPr>
          <p:cNvPr id="200" name="Text 197"/>
          <p:cNvSpPr/>
          <p:nvPr/>
        </p:nvSpPr>
        <p:spPr>
          <a:xfrm>
            <a:off x="2044498" y="4725293"/>
            <a:ext cx="558739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672" dirty="0"/>
          </a:p>
        </p:txBody>
      </p:sp>
      <p:sp>
        <p:nvSpPr>
          <p:cNvPr id="201" name="Text 198"/>
          <p:cNvSpPr/>
          <p:nvPr/>
        </p:nvSpPr>
        <p:spPr>
          <a:xfrm>
            <a:off x="2587052" y="4725293"/>
            <a:ext cx="555673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72" dirty="0"/>
          </a:p>
        </p:txBody>
      </p:sp>
      <p:sp>
        <p:nvSpPr>
          <p:cNvPr id="202" name="Text 199"/>
          <p:cNvSpPr/>
          <p:nvPr/>
        </p:nvSpPr>
        <p:spPr>
          <a:xfrm>
            <a:off x="3126384" y="4725293"/>
            <a:ext cx="5610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72" dirty="0"/>
          </a:p>
        </p:txBody>
      </p:sp>
      <p:sp>
        <p:nvSpPr>
          <p:cNvPr id="203" name="Text 200"/>
          <p:cNvSpPr/>
          <p:nvPr/>
        </p:nvSpPr>
        <p:spPr>
          <a:xfrm>
            <a:off x="2044498" y="4917430"/>
            <a:ext cx="558739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72" dirty="0"/>
          </a:p>
        </p:txBody>
      </p:sp>
      <p:sp>
        <p:nvSpPr>
          <p:cNvPr id="204" name="Text 201"/>
          <p:cNvSpPr/>
          <p:nvPr/>
        </p:nvSpPr>
        <p:spPr>
          <a:xfrm>
            <a:off x="2587052" y="4917430"/>
            <a:ext cx="555673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672" dirty="0"/>
          </a:p>
        </p:txBody>
      </p:sp>
      <p:sp>
        <p:nvSpPr>
          <p:cNvPr id="205" name="Text 202"/>
          <p:cNvSpPr/>
          <p:nvPr/>
        </p:nvSpPr>
        <p:spPr>
          <a:xfrm>
            <a:off x="3126384" y="4917430"/>
            <a:ext cx="561038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672" dirty="0"/>
          </a:p>
        </p:txBody>
      </p:sp>
      <p:sp>
        <p:nvSpPr>
          <p:cNvPr id="206" name="Text 203"/>
          <p:cNvSpPr/>
          <p:nvPr/>
        </p:nvSpPr>
        <p:spPr>
          <a:xfrm>
            <a:off x="3671532" y="4917430"/>
            <a:ext cx="545556" cy="952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72" dirty="0"/>
          </a:p>
        </p:txBody>
      </p:sp>
      <p:sp>
        <p:nvSpPr>
          <p:cNvPr id="207" name="Text 204"/>
          <p:cNvSpPr/>
          <p:nvPr/>
        </p:nvSpPr>
        <p:spPr>
          <a:xfrm>
            <a:off x="7463990" y="6015038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960" dirty="0"/>
          </a:p>
        </p:txBody>
      </p:sp>
      <p:sp>
        <p:nvSpPr>
          <p:cNvPr id="208" name="Text 205"/>
          <p:cNvSpPr/>
          <p:nvPr/>
        </p:nvSpPr>
        <p:spPr>
          <a:xfrm>
            <a:off x="8820822" y="6015038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960" dirty="0"/>
          </a:p>
        </p:txBody>
      </p:sp>
      <p:sp>
        <p:nvSpPr>
          <p:cNvPr id="209" name="Text 206"/>
          <p:cNvSpPr/>
          <p:nvPr/>
        </p:nvSpPr>
        <p:spPr>
          <a:xfrm>
            <a:off x="10177655" y="6015038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288" y="5125194"/>
            <a:ext cx="36753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Jul-ago-sep: conteo real de Bienvenida CP + Autogestión combinadas (fuente del dashboard operativo no las separa).</a:t>
            </a:r>
            <a:endParaRPr lang="en-US" sz="504" dirty="0"/>
          </a:p>
        </p:txBody>
      </p:sp>
      <p:sp>
        <p:nvSpPr>
          <p:cNvPr id="4" name="Text 1"/>
          <p:cNvSpPr/>
          <p:nvPr/>
        </p:nvSpPr>
        <p:spPr>
          <a:xfrm>
            <a:off x="685783" y="6540103"/>
            <a:ext cx="542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de ventas del canal: 10.231 pólizas Ene-Sep, con Venta Exitosa como el principal destino de los leads aptos.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393656"/>
            <a:ext cx="47332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 (78,8 % Ene-Sep), con una conversión alta y estable mes a mes.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21402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 (Ene-Sep)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18199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 (Ene-Sep)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92380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372066" y="282966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0964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480" dirty="0"/>
          </a:p>
        </p:txBody>
      </p:sp>
      <p:sp>
        <p:nvSpPr>
          <p:cNvPr id="12" name="Text 9"/>
          <p:cNvSpPr/>
          <p:nvPr/>
        </p:nvSpPr>
        <p:spPr>
          <a:xfrm>
            <a:off x="4374991" y="1200894"/>
            <a:ext cx="1487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de ventas del canal (Ene-Sep)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468704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04812" y="428699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504812" y="402029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504812" y="442034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3344019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3344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6267293" y="34868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480" dirty="0"/>
          </a:p>
        </p:txBody>
      </p:sp>
      <p:sp>
        <p:nvSpPr>
          <p:cNvPr id="22" name="Text 19"/>
          <p:cNvSpPr/>
          <p:nvPr/>
        </p:nvSpPr>
        <p:spPr>
          <a:xfrm>
            <a:off x="6267293" y="36392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480" dirty="0"/>
          </a:p>
        </p:txBody>
      </p:sp>
      <p:sp>
        <p:nvSpPr>
          <p:cNvPr id="23" name="Text 20"/>
          <p:cNvSpPr/>
          <p:nvPr/>
        </p:nvSpPr>
        <p:spPr>
          <a:xfrm>
            <a:off x="6267293" y="37154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480" dirty="0"/>
          </a:p>
        </p:txBody>
      </p:sp>
      <p:sp>
        <p:nvSpPr>
          <p:cNvPr id="24" name="Text 21"/>
          <p:cNvSpPr/>
          <p:nvPr/>
        </p:nvSpPr>
        <p:spPr>
          <a:xfrm>
            <a:off x="6267293" y="35630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504812" y="455369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504812" y="375359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6267293" y="39440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9" name="Text 26"/>
          <p:cNvSpPr/>
          <p:nvPr/>
        </p:nvSpPr>
        <p:spPr>
          <a:xfrm>
            <a:off x="504812" y="482039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267293" y="37916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504812" y="415364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504812" y="388694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1820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35" name="Text 32"/>
          <p:cNvSpPr/>
          <p:nvPr/>
        </p:nvSpPr>
        <p:spPr>
          <a:xfrm>
            <a:off x="6267293" y="34106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36" name="Text 33"/>
          <p:cNvSpPr/>
          <p:nvPr/>
        </p:nvSpPr>
        <p:spPr>
          <a:xfrm>
            <a:off x="6267293" y="41726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480" dirty="0"/>
          </a:p>
        </p:txBody>
      </p:sp>
      <p:sp>
        <p:nvSpPr>
          <p:cNvPr id="37" name="Text 34"/>
          <p:cNvSpPr/>
          <p:nvPr/>
        </p:nvSpPr>
        <p:spPr>
          <a:xfrm>
            <a:off x="6267293" y="42488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38" name="Text 35"/>
          <p:cNvSpPr/>
          <p:nvPr/>
        </p:nvSpPr>
        <p:spPr>
          <a:xfrm>
            <a:off x="4374991" y="809625"/>
            <a:ext cx="858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39" name="Text 36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267293" y="32582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41" name="Text 38"/>
          <p:cNvSpPr/>
          <p:nvPr/>
        </p:nvSpPr>
        <p:spPr>
          <a:xfrm>
            <a:off x="6267293" y="3048744"/>
            <a:ext cx="1674837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6267293" y="38678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43" name="Text 40"/>
          <p:cNvSpPr/>
          <p:nvPr/>
        </p:nvSpPr>
        <p:spPr>
          <a:xfrm>
            <a:off x="6267293" y="40202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480" dirty="0"/>
          </a:p>
        </p:txBody>
      </p:sp>
      <p:sp>
        <p:nvSpPr>
          <p:cNvPr id="44" name="Text 41"/>
          <p:cNvSpPr/>
          <p:nvPr/>
        </p:nvSpPr>
        <p:spPr>
          <a:xfrm>
            <a:off x="2951194" y="1715244"/>
            <a:ext cx="156845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95288" y="3029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Septiembre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6257769" y="2591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Septiembre</a:t>
            </a:r>
            <a:endParaRPr lang="en-US" sz="552" dirty="0"/>
          </a:p>
        </p:txBody>
      </p:sp>
      <p:sp>
        <p:nvSpPr>
          <p:cNvPr id="48" name="Text 45"/>
          <p:cNvSpPr/>
          <p:nvPr/>
        </p:nvSpPr>
        <p:spPr>
          <a:xfrm>
            <a:off x="1540477" y="1715244"/>
            <a:ext cx="145640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4477220" y="1715244"/>
            <a:ext cx="145670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495288" y="20295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1540477" y="31725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164.343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5365356" y="495374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108.763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1540477" y="1886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4477220" y="1886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40477" y="20295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51194" y="20295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477220" y="20295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21724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21.419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51194" y="21724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477220" y="21724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40477" y="231531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51194" y="231531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477220" y="231531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40477" y="24581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2951194" y="24581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4477220" y="24581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1540477" y="26010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51194" y="26010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6010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1540477" y="27439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16.497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477220" y="27439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55,5 %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495288" y="28868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1540477" y="288681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22.108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2951194" y="288681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15.942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4477220" y="288681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72,1 %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1540477" y="3029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11.044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4477220" y="3029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27,8 %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2951194" y="31725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98.433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4477220" y="31725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504812" y="3582144"/>
            <a:ext cx="16748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5365356" y="375359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54.436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5365356" y="388694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21.105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5365356" y="428699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10.383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2481229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2842426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13.485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3203622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10.793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3564819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3926016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4287213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12.582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4648410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21.658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23,8 %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8294831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239394" y="1924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21,7 %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294831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10239394" y="2020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8294831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239394" y="2115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8294831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10239394" y="2210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294831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10239394" y="2305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8294831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10239394" y="2401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18,5 %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6257769" y="2496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8294831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239394" y="2496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16,9 %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294831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77,7 %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10239394" y="2591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10,1 %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7316013" y="2686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65.910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8294831" y="2686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78,8 %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9273649" y="2686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10.231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239394" y="2686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19,7 %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7882513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480" dirty="0"/>
          </a:p>
        </p:txBody>
      </p:sp>
      <p:sp>
        <p:nvSpPr>
          <p:cNvPr id="117" name="Text 114"/>
          <p:cNvSpPr/>
          <p:nvPr/>
        </p:nvSpPr>
        <p:spPr>
          <a:xfrm>
            <a:off x="8243710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480" dirty="0"/>
          </a:p>
        </p:txBody>
      </p:sp>
      <p:sp>
        <p:nvSpPr>
          <p:cNvPr id="118" name="Text 115"/>
          <p:cNvSpPr/>
          <p:nvPr/>
        </p:nvSpPr>
        <p:spPr>
          <a:xfrm>
            <a:off x="8604907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480" dirty="0"/>
          </a:p>
        </p:txBody>
      </p:sp>
      <p:sp>
        <p:nvSpPr>
          <p:cNvPr id="119" name="Text 116"/>
          <p:cNvSpPr/>
          <p:nvPr/>
        </p:nvSpPr>
        <p:spPr>
          <a:xfrm>
            <a:off x="8966103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480" dirty="0"/>
          </a:p>
        </p:txBody>
      </p:sp>
      <p:sp>
        <p:nvSpPr>
          <p:cNvPr id="120" name="Text 117"/>
          <p:cNvSpPr/>
          <p:nvPr/>
        </p:nvSpPr>
        <p:spPr>
          <a:xfrm>
            <a:off x="9327300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480" dirty="0"/>
          </a:p>
        </p:txBody>
      </p:sp>
      <p:sp>
        <p:nvSpPr>
          <p:cNvPr id="121" name="Text 118"/>
          <p:cNvSpPr/>
          <p:nvPr/>
        </p:nvSpPr>
        <p:spPr>
          <a:xfrm>
            <a:off x="9688497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480" dirty="0"/>
          </a:p>
        </p:txBody>
      </p:sp>
      <p:sp>
        <p:nvSpPr>
          <p:cNvPr id="122" name="Text 119"/>
          <p:cNvSpPr/>
          <p:nvPr/>
        </p:nvSpPr>
        <p:spPr>
          <a:xfrm>
            <a:off x="10049694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480" dirty="0"/>
          </a:p>
        </p:txBody>
      </p:sp>
      <p:sp>
        <p:nvSpPr>
          <p:cNvPr id="123" name="Text 120"/>
          <p:cNvSpPr/>
          <p:nvPr/>
        </p:nvSpPr>
        <p:spPr>
          <a:xfrm>
            <a:off x="10410891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76,1 %</a:t>
            </a:r>
            <a:endParaRPr lang="en-US" sz="480" dirty="0"/>
          </a:p>
        </p:txBody>
      </p:sp>
      <p:sp>
        <p:nvSpPr>
          <p:cNvPr id="124" name="Text 121"/>
          <p:cNvSpPr/>
          <p:nvPr/>
        </p:nvSpPr>
        <p:spPr>
          <a:xfrm>
            <a:off x="10772087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77,7 %</a:t>
            </a:r>
            <a:endParaRPr lang="en-US" sz="480" dirty="0"/>
          </a:p>
        </p:txBody>
      </p:sp>
      <p:sp>
        <p:nvSpPr>
          <p:cNvPr id="125" name="Text 122"/>
          <p:cNvSpPr/>
          <p:nvPr/>
        </p:nvSpPr>
        <p:spPr>
          <a:xfrm>
            <a:off x="11127837" y="31820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480" dirty="0"/>
          </a:p>
        </p:txBody>
      </p:sp>
      <p:sp>
        <p:nvSpPr>
          <p:cNvPr id="126" name="Text 123"/>
          <p:cNvSpPr/>
          <p:nvPr/>
        </p:nvSpPr>
        <p:spPr>
          <a:xfrm>
            <a:off x="7882513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480" dirty="0"/>
          </a:p>
        </p:txBody>
      </p:sp>
      <p:sp>
        <p:nvSpPr>
          <p:cNvPr id="127" name="Text 124"/>
          <p:cNvSpPr/>
          <p:nvPr/>
        </p:nvSpPr>
        <p:spPr>
          <a:xfrm>
            <a:off x="8243710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480" dirty="0"/>
          </a:p>
        </p:txBody>
      </p:sp>
      <p:sp>
        <p:nvSpPr>
          <p:cNvPr id="128" name="Text 125"/>
          <p:cNvSpPr/>
          <p:nvPr/>
        </p:nvSpPr>
        <p:spPr>
          <a:xfrm>
            <a:off x="8604907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480" dirty="0"/>
          </a:p>
        </p:txBody>
      </p:sp>
      <p:sp>
        <p:nvSpPr>
          <p:cNvPr id="129" name="Text 126"/>
          <p:cNvSpPr/>
          <p:nvPr/>
        </p:nvSpPr>
        <p:spPr>
          <a:xfrm>
            <a:off x="8966103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14,2 %</a:t>
            </a:r>
            <a:endParaRPr lang="en-US" sz="480" dirty="0"/>
          </a:p>
        </p:txBody>
      </p:sp>
      <p:sp>
        <p:nvSpPr>
          <p:cNvPr id="130" name="Text 127"/>
          <p:cNvSpPr/>
          <p:nvPr/>
        </p:nvSpPr>
        <p:spPr>
          <a:xfrm>
            <a:off x="9327300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480" dirty="0"/>
          </a:p>
        </p:txBody>
      </p:sp>
      <p:sp>
        <p:nvSpPr>
          <p:cNvPr id="131" name="Text 128"/>
          <p:cNvSpPr/>
          <p:nvPr/>
        </p:nvSpPr>
        <p:spPr>
          <a:xfrm>
            <a:off x="9688497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480" dirty="0"/>
          </a:p>
        </p:txBody>
      </p:sp>
      <p:sp>
        <p:nvSpPr>
          <p:cNvPr id="132" name="Text 129"/>
          <p:cNvSpPr/>
          <p:nvPr/>
        </p:nvSpPr>
        <p:spPr>
          <a:xfrm>
            <a:off x="10049694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480" dirty="0"/>
          </a:p>
        </p:txBody>
      </p:sp>
      <p:sp>
        <p:nvSpPr>
          <p:cNvPr id="133" name="Text 130"/>
          <p:cNvSpPr/>
          <p:nvPr/>
        </p:nvSpPr>
        <p:spPr>
          <a:xfrm>
            <a:off x="10410891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12,8 %</a:t>
            </a:r>
            <a:endParaRPr lang="en-US" sz="480" dirty="0"/>
          </a:p>
        </p:txBody>
      </p:sp>
      <p:sp>
        <p:nvSpPr>
          <p:cNvPr id="134" name="Text 131"/>
          <p:cNvSpPr/>
          <p:nvPr/>
        </p:nvSpPr>
        <p:spPr>
          <a:xfrm>
            <a:off x="11127837" y="32582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480" dirty="0"/>
          </a:p>
        </p:txBody>
      </p:sp>
      <p:sp>
        <p:nvSpPr>
          <p:cNvPr id="135" name="Text 132"/>
          <p:cNvSpPr/>
          <p:nvPr/>
        </p:nvSpPr>
        <p:spPr>
          <a:xfrm>
            <a:off x="7882513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480" dirty="0"/>
          </a:p>
        </p:txBody>
      </p:sp>
      <p:sp>
        <p:nvSpPr>
          <p:cNvPr id="136" name="Text 133"/>
          <p:cNvSpPr/>
          <p:nvPr/>
        </p:nvSpPr>
        <p:spPr>
          <a:xfrm>
            <a:off x="8243710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480" dirty="0"/>
          </a:p>
        </p:txBody>
      </p:sp>
      <p:sp>
        <p:nvSpPr>
          <p:cNvPr id="137" name="Text 134"/>
          <p:cNvSpPr/>
          <p:nvPr/>
        </p:nvSpPr>
        <p:spPr>
          <a:xfrm>
            <a:off x="8604907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30,4 %</a:t>
            </a:r>
            <a:endParaRPr lang="en-US" sz="480" dirty="0"/>
          </a:p>
        </p:txBody>
      </p:sp>
      <p:sp>
        <p:nvSpPr>
          <p:cNvPr id="138" name="Text 135"/>
          <p:cNvSpPr/>
          <p:nvPr/>
        </p:nvSpPr>
        <p:spPr>
          <a:xfrm>
            <a:off x="8966103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29,3 %</a:t>
            </a:r>
            <a:endParaRPr lang="en-US" sz="480" dirty="0"/>
          </a:p>
        </p:txBody>
      </p:sp>
      <p:sp>
        <p:nvSpPr>
          <p:cNvPr id="139" name="Text 136"/>
          <p:cNvSpPr/>
          <p:nvPr/>
        </p:nvSpPr>
        <p:spPr>
          <a:xfrm>
            <a:off x="9327300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31,9 %</a:t>
            </a:r>
            <a:endParaRPr lang="en-US" sz="480" dirty="0"/>
          </a:p>
        </p:txBody>
      </p:sp>
      <p:sp>
        <p:nvSpPr>
          <p:cNvPr id="140" name="Text 137"/>
          <p:cNvSpPr/>
          <p:nvPr/>
        </p:nvSpPr>
        <p:spPr>
          <a:xfrm>
            <a:off x="9688497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30,2 %</a:t>
            </a:r>
            <a:endParaRPr lang="en-US" sz="480" dirty="0"/>
          </a:p>
        </p:txBody>
      </p:sp>
      <p:sp>
        <p:nvSpPr>
          <p:cNvPr id="141" name="Text 138"/>
          <p:cNvSpPr/>
          <p:nvPr/>
        </p:nvSpPr>
        <p:spPr>
          <a:xfrm>
            <a:off x="10049694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31,4 %</a:t>
            </a:r>
            <a:endParaRPr lang="en-US" sz="480" dirty="0"/>
          </a:p>
        </p:txBody>
      </p:sp>
      <p:sp>
        <p:nvSpPr>
          <p:cNvPr id="142" name="Text 139"/>
          <p:cNvSpPr/>
          <p:nvPr/>
        </p:nvSpPr>
        <p:spPr>
          <a:xfrm>
            <a:off x="10410891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29,5 %</a:t>
            </a:r>
            <a:endParaRPr lang="en-US" sz="480" dirty="0"/>
          </a:p>
        </p:txBody>
      </p:sp>
      <p:sp>
        <p:nvSpPr>
          <p:cNvPr id="143" name="Text 140"/>
          <p:cNvSpPr/>
          <p:nvPr/>
        </p:nvSpPr>
        <p:spPr>
          <a:xfrm>
            <a:off x="10772087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30,1 %</a:t>
            </a:r>
            <a:endParaRPr lang="en-US" sz="480" dirty="0"/>
          </a:p>
        </p:txBody>
      </p:sp>
      <p:sp>
        <p:nvSpPr>
          <p:cNvPr id="144" name="Text 141"/>
          <p:cNvSpPr/>
          <p:nvPr/>
        </p:nvSpPr>
        <p:spPr>
          <a:xfrm>
            <a:off x="11127837" y="33344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30,6 %</a:t>
            </a:r>
            <a:endParaRPr lang="en-US" sz="480" dirty="0"/>
          </a:p>
        </p:txBody>
      </p:sp>
      <p:sp>
        <p:nvSpPr>
          <p:cNvPr id="145" name="Text 142"/>
          <p:cNvSpPr/>
          <p:nvPr/>
        </p:nvSpPr>
        <p:spPr>
          <a:xfrm>
            <a:off x="7882513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10,3 %</a:t>
            </a:r>
            <a:endParaRPr lang="en-US" sz="480" dirty="0"/>
          </a:p>
        </p:txBody>
      </p:sp>
      <p:sp>
        <p:nvSpPr>
          <p:cNvPr id="146" name="Text 143"/>
          <p:cNvSpPr/>
          <p:nvPr/>
        </p:nvSpPr>
        <p:spPr>
          <a:xfrm>
            <a:off x="8243710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480" dirty="0"/>
          </a:p>
        </p:txBody>
      </p:sp>
      <p:sp>
        <p:nvSpPr>
          <p:cNvPr id="147" name="Text 144"/>
          <p:cNvSpPr/>
          <p:nvPr/>
        </p:nvSpPr>
        <p:spPr>
          <a:xfrm>
            <a:off x="9327300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10,4 %</a:t>
            </a:r>
            <a:endParaRPr lang="en-US" sz="480" dirty="0"/>
          </a:p>
        </p:txBody>
      </p:sp>
      <p:sp>
        <p:nvSpPr>
          <p:cNvPr id="148" name="Text 145"/>
          <p:cNvSpPr/>
          <p:nvPr/>
        </p:nvSpPr>
        <p:spPr>
          <a:xfrm>
            <a:off x="10049694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10,2 %</a:t>
            </a:r>
            <a:endParaRPr lang="en-US" sz="480" dirty="0"/>
          </a:p>
        </p:txBody>
      </p:sp>
      <p:sp>
        <p:nvSpPr>
          <p:cNvPr id="149" name="Text 146"/>
          <p:cNvSpPr/>
          <p:nvPr/>
        </p:nvSpPr>
        <p:spPr>
          <a:xfrm>
            <a:off x="11127837" y="34106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480" dirty="0"/>
          </a:p>
        </p:txBody>
      </p:sp>
      <p:sp>
        <p:nvSpPr>
          <p:cNvPr id="150" name="Text 147"/>
          <p:cNvSpPr/>
          <p:nvPr/>
        </p:nvSpPr>
        <p:spPr>
          <a:xfrm>
            <a:off x="7882513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18,5 %</a:t>
            </a:r>
            <a:endParaRPr lang="en-US" sz="480" dirty="0"/>
          </a:p>
        </p:txBody>
      </p:sp>
      <p:sp>
        <p:nvSpPr>
          <p:cNvPr id="151" name="Text 148"/>
          <p:cNvSpPr/>
          <p:nvPr/>
        </p:nvSpPr>
        <p:spPr>
          <a:xfrm>
            <a:off x="8243710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480" dirty="0"/>
          </a:p>
        </p:txBody>
      </p:sp>
      <p:sp>
        <p:nvSpPr>
          <p:cNvPr id="152" name="Text 149"/>
          <p:cNvSpPr/>
          <p:nvPr/>
        </p:nvSpPr>
        <p:spPr>
          <a:xfrm>
            <a:off x="8604907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480" dirty="0"/>
          </a:p>
        </p:txBody>
      </p:sp>
      <p:sp>
        <p:nvSpPr>
          <p:cNvPr id="153" name="Text 150"/>
          <p:cNvSpPr/>
          <p:nvPr/>
        </p:nvSpPr>
        <p:spPr>
          <a:xfrm>
            <a:off x="8966103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24,4 %</a:t>
            </a:r>
            <a:endParaRPr lang="en-US" sz="480" dirty="0"/>
          </a:p>
        </p:txBody>
      </p:sp>
      <p:sp>
        <p:nvSpPr>
          <p:cNvPr id="154" name="Text 151"/>
          <p:cNvSpPr/>
          <p:nvPr/>
        </p:nvSpPr>
        <p:spPr>
          <a:xfrm>
            <a:off x="9327300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480" dirty="0"/>
          </a:p>
        </p:txBody>
      </p:sp>
      <p:sp>
        <p:nvSpPr>
          <p:cNvPr id="155" name="Text 152"/>
          <p:cNvSpPr/>
          <p:nvPr/>
        </p:nvSpPr>
        <p:spPr>
          <a:xfrm>
            <a:off x="9688497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480" dirty="0"/>
          </a:p>
        </p:txBody>
      </p:sp>
      <p:sp>
        <p:nvSpPr>
          <p:cNvPr id="156" name="Text 153"/>
          <p:cNvSpPr/>
          <p:nvPr/>
        </p:nvSpPr>
        <p:spPr>
          <a:xfrm>
            <a:off x="10049694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18,9 %</a:t>
            </a:r>
            <a:endParaRPr lang="en-US" sz="480" dirty="0"/>
          </a:p>
        </p:txBody>
      </p:sp>
      <p:sp>
        <p:nvSpPr>
          <p:cNvPr id="157" name="Text 154"/>
          <p:cNvSpPr/>
          <p:nvPr/>
        </p:nvSpPr>
        <p:spPr>
          <a:xfrm>
            <a:off x="10410891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23,9 %</a:t>
            </a:r>
            <a:endParaRPr lang="en-US" sz="480" dirty="0"/>
          </a:p>
        </p:txBody>
      </p:sp>
      <p:sp>
        <p:nvSpPr>
          <p:cNvPr id="158" name="Text 155"/>
          <p:cNvSpPr/>
          <p:nvPr/>
        </p:nvSpPr>
        <p:spPr>
          <a:xfrm>
            <a:off x="10772087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22,3 %</a:t>
            </a:r>
            <a:endParaRPr lang="en-US" sz="480" dirty="0"/>
          </a:p>
        </p:txBody>
      </p:sp>
      <p:sp>
        <p:nvSpPr>
          <p:cNvPr id="159" name="Text 156"/>
          <p:cNvSpPr/>
          <p:nvPr/>
        </p:nvSpPr>
        <p:spPr>
          <a:xfrm>
            <a:off x="11127837" y="38678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21,0 %</a:t>
            </a:r>
            <a:endParaRPr lang="en-US" sz="480" dirty="0"/>
          </a:p>
        </p:txBody>
      </p:sp>
      <p:sp>
        <p:nvSpPr>
          <p:cNvPr id="160" name="Text 157"/>
          <p:cNvSpPr/>
          <p:nvPr/>
        </p:nvSpPr>
        <p:spPr>
          <a:xfrm>
            <a:off x="7882513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480" dirty="0"/>
          </a:p>
        </p:txBody>
      </p:sp>
      <p:sp>
        <p:nvSpPr>
          <p:cNvPr id="161" name="Text 158"/>
          <p:cNvSpPr/>
          <p:nvPr/>
        </p:nvSpPr>
        <p:spPr>
          <a:xfrm>
            <a:off x="8243710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13,7 %</a:t>
            </a:r>
            <a:endParaRPr lang="en-US" sz="480" dirty="0"/>
          </a:p>
        </p:txBody>
      </p:sp>
      <p:sp>
        <p:nvSpPr>
          <p:cNvPr id="162" name="Text 159"/>
          <p:cNvSpPr/>
          <p:nvPr/>
        </p:nvSpPr>
        <p:spPr>
          <a:xfrm>
            <a:off x="8604907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14,1 %</a:t>
            </a:r>
            <a:endParaRPr lang="en-US" sz="480" dirty="0"/>
          </a:p>
        </p:txBody>
      </p:sp>
      <p:sp>
        <p:nvSpPr>
          <p:cNvPr id="163" name="Text 160"/>
          <p:cNvSpPr/>
          <p:nvPr/>
        </p:nvSpPr>
        <p:spPr>
          <a:xfrm>
            <a:off x="8966103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480" dirty="0"/>
          </a:p>
        </p:txBody>
      </p:sp>
      <p:sp>
        <p:nvSpPr>
          <p:cNvPr id="164" name="Text 161"/>
          <p:cNvSpPr/>
          <p:nvPr/>
        </p:nvSpPr>
        <p:spPr>
          <a:xfrm>
            <a:off x="9327300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480" dirty="0"/>
          </a:p>
        </p:txBody>
      </p:sp>
      <p:sp>
        <p:nvSpPr>
          <p:cNvPr id="165" name="Text 162"/>
          <p:cNvSpPr/>
          <p:nvPr/>
        </p:nvSpPr>
        <p:spPr>
          <a:xfrm>
            <a:off x="9688497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14,5 %</a:t>
            </a:r>
            <a:endParaRPr lang="en-US" sz="480" dirty="0"/>
          </a:p>
        </p:txBody>
      </p:sp>
      <p:sp>
        <p:nvSpPr>
          <p:cNvPr id="166" name="Text 163"/>
          <p:cNvSpPr/>
          <p:nvPr/>
        </p:nvSpPr>
        <p:spPr>
          <a:xfrm>
            <a:off x="10049694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12,4 %</a:t>
            </a:r>
            <a:endParaRPr lang="en-US" sz="480" dirty="0"/>
          </a:p>
        </p:txBody>
      </p:sp>
      <p:sp>
        <p:nvSpPr>
          <p:cNvPr id="167" name="Text 164"/>
          <p:cNvSpPr/>
          <p:nvPr/>
        </p:nvSpPr>
        <p:spPr>
          <a:xfrm>
            <a:off x="10410891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480" dirty="0"/>
          </a:p>
        </p:txBody>
      </p:sp>
      <p:sp>
        <p:nvSpPr>
          <p:cNvPr id="168" name="Text 165"/>
          <p:cNvSpPr/>
          <p:nvPr/>
        </p:nvSpPr>
        <p:spPr>
          <a:xfrm>
            <a:off x="10772087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14,6 %</a:t>
            </a:r>
            <a:endParaRPr lang="en-US" sz="480" dirty="0"/>
          </a:p>
        </p:txBody>
      </p:sp>
      <p:sp>
        <p:nvSpPr>
          <p:cNvPr id="169" name="Text 166"/>
          <p:cNvSpPr/>
          <p:nvPr/>
        </p:nvSpPr>
        <p:spPr>
          <a:xfrm>
            <a:off x="11127837" y="39440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480" dirty="0"/>
          </a:p>
        </p:txBody>
      </p:sp>
      <p:sp>
        <p:nvSpPr>
          <p:cNvPr id="170" name="Text 167"/>
          <p:cNvSpPr/>
          <p:nvPr/>
        </p:nvSpPr>
        <p:spPr>
          <a:xfrm>
            <a:off x="533387" y="952500"/>
            <a:ext cx="58068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78,8 %</a:t>
            </a:r>
            <a:endParaRPr lang="en-US" sz="1380" dirty="0"/>
          </a:p>
        </p:txBody>
      </p:sp>
      <p:sp>
        <p:nvSpPr>
          <p:cNvPr id="171" name="Text 168"/>
          <p:cNvSpPr/>
          <p:nvPr/>
        </p:nvSpPr>
        <p:spPr>
          <a:xfrm>
            <a:off x="4374991" y="952500"/>
            <a:ext cx="56616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10.231</a:t>
            </a:r>
            <a:endParaRPr lang="en-US" sz="1380" dirty="0"/>
          </a:p>
        </p:txBody>
      </p:sp>
      <p:sp>
        <p:nvSpPr>
          <p:cNvPr id="172" name="Text 169"/>
          <p:cNvSpPr/>
          <p:nvPr/>
        </p:nvSpPr>
        <p:spPr>
          <a:xfrm>
            <a:off x="8216595" y="952500"/>
            <a:ext cx="55386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19,7 %</a:t>
            </a:r>
            <a:endParaRPr lang="en-US" sz="1380" dirty="0"/>
          </a:p>
        </p:txBody>
      </p:sp>
      <p:sp>
        <p:nvSpPr>
          <p:cNvPr id="173" name="Text 170"/>
          <p:cNvSpPr/>
          <p:nvPr/>
        </p:nvSpPr>
        <p:spPr>
          <a:xfrm>
            <a:off x="495288" y="1886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74" name="Text 171"/>
          <p:cNvSpPr/>
          <p:nvPr/>
        </p:nvSpPr>
        <p:spPr>
          <a:xfrm>
            <a:off x="2951194" y="1886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636" dirty="0"/>
          </a:p>
        </p:txBody>
      </p:sp>
      <p:sp>
        <p:nvSpPr>
          <p:cNvPr id="175" name="Text 172"/>
          <p:cNvSpPr/>
          <p:nvPr/>
        </p:nvSpPr>
        <p:spPr>
          <a:xfrm>
            <a:off x="495288" y="21724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76" name="Text 173"/>
          <p:cNvSpPr/>
          <p:nvPr/>
        </p:nvSpPr>
        <p:spPr>
          <a:xfrm>
            <a:off x="495288" y="23153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77" name="Text 174"/>
          <p:cNvSpPr/>
          <p:nvPr/>
        </p:nvSpPr>
        <p:spPr>
          <a:xfrm>
            <a:off x="495288" y="26010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78" name="Text 175"/>
          <p:cNvSpPr/>
          <p:nvPr/>
        </p:nvSpPr>
        <p:spPr>
          <a:xfrm>
            <a:off x="495288" y="27439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636" dirty="0"/>
          </a:p>
        </p:txBody>
      </p:sp>
      <p:sp>
        <p:nvSpPr>
          <p:cNvPr id="179" name="Text 176"/>
          <p:cNvSpPr/>
          <p:nvPr/>
        </p:nvSpPr>
        <p:spPr>
          <a:xfrm>
            <a:off x="2951194" y="27439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9.160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2951194" y="3029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3.065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495288" y="31725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82" name="Text 179"/>
          <p:cNvSpPr/>
          <p:nvPr/>
        </p:nvSpPr>
        <p:spPr>
          <a:xfrm>
            <a:off x="5365356" y="3582144"/>
            <a:ext cx="559045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83" name="Text 180"/>
          <p:cNvSpPr/>
          <p:nvPr/>
        </p:nvSpPr>
        <p:spPr>
          <a:xfrm>
            <a:off x="2120032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576" dirty="0"/>
          </a:p>
        </p:txBody>
      </p:sp>
      <p:sp>
        <p:nvSpPr>
          <p:cNvPr id="184" name="Text 181"/>
          <p:cNvSpPr/>
          <p:nvPr/>
        </p:nvSpPr>
        <p:spPr>
          <a:xfrm>
            <a:off x="2481229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576" dirty="0"/>
          </a:p>
        </p:txBody>
      </p:sp>
      <p:sp>
        <p:nvSpPr>
          <p:cNvPr id="185" name="Text 182"/>
          <p:cNvSpPr/>
          <p:nvPr/>
        </p:nvSpPr>
        <p:spPr>
          <a:xfrm>
            <a:off x="2842426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576" dirty="0"/>
          </a:p>
        </p:txBody>
      </p:sp>
      <p:sp>
        <p:nvSpPr>
          <p:cNvPr id="186" name="Text 183"/>
          <p:cNvSpPr/>
          <p:nvPr/>
        </p:nvSpPr>
        <p:spPr>
          <a:xfrm>
            <a:off x="3203622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576" dirty="0"/>
          </a:p>
        </p:txBody>
      </p:sp>
      <p:sp>
        <p:nvSpPr>
          <p:cNvPr id="187" name="Text 184"/>
          <p:cNvSpPr/>
          <p:nvPr/>
        </p:nvSpPr>
        <p:spPr>
          <a:xfrm>
            <a:off x="3564819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576" dirty="0"/>
          </a:p>
        </p:txBody>
      </p:sp>
      <p:sp>
        <p:nvSpPr>
          <p:cNvPr id="188" name="Text 185"/>
          <p:cNvSpPr/>
          <p:nvPr/>
        </p:nvSpPr>
        <p:spPr>
          <a:xfrm>
            <a:off x="3926016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576" dirty="0"/>
          </a:p>
        </p:txBody>
      </p:sp>
      <p:sp>
        <p:nvSpPr>
          <p:cNvPr id="189" name="Text 186"/>
          <p:cNvSpPr/>
          <p:nvPr/>
        </p:nvSpPr>
        <p:spPr>
          <a:xfrm>
            <a:off x="4287213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7.726</a:t>
            </a:r>
            <a:endParaRPr lang="en-US" sz="576" dirty="0"/>
          </a:p>
        </p:txBody>
      </p:sp>
      <p:sp>
        <p:nvSpPr>
          <p:cNvPr id="190" name="Text 187"/>
          <p:cNvSpPr/>
          <p:nvPr/>
        </p:nvSpPr>
        <p:spPr>
          <a:xfrm>
            <a:off x="4648410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576" dirty="0"/>
          </a:p>
        </p:txBody>
      </p:sp>
      <p:sp>
        <p:nvSpPr>
          <p:cNvPr id="191" name="Text 188"/>
          <p:cNvSpPr/>
          <p:nvPr/>
        </p:nvSpPr>
        <p:spPr>
          <a:xfrm>
            <a:off x="5009607" y="37535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1.555</a:t>
            </a:r>
            <a:endParaRPr lang="en-US" sz="576" dirty="0"/>
          </a:p>
        </p:txBody>
      </p:sp>
      <p:sp>
        <p:nvSpPr>
          <p:cNvPr id="192" name="Text 189"/>
          <p:cNvSpPr/>
          <p:nvPr/>
        </p:nvSpPr>
        <p:spPr>
          <a:xfrm>
            <a:off x="2120032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576" dirty="0"/>
          </a:p>
        </p:txBody>
      </p:sp>
      <p:sp>
        <p:nvSpPr>
          <p:cNvPr id="193" name="Text 190"/>
          <p:cNvSpPr/>
          <p:nvPr/>
        </p:nvSpPr>
        <p:spPr>
          <a:xfrm>
            <a:off x="2481229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576" dirty="0"/>
          </a:p>
        </p:txBody>
      </p:sp>
      <p:sp>
        <p:nvSpPr>
          <p:cNvPr id="194" name="Text 191"/>
          <p:cNvSpPr/>
          <p:nvPr/>
        </p:nvSpPr>
        <p:spPr>
          <a:xfrm>
            <a:off x="2842426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576" dirty="0"/>
          </a:p>
        </p:txBody>
      </p:sp>
      <p:sp>
        <p:nvSpPr>
          <p:cNvPr id="195" name="Text 192"/>
          <p:cNvSpPr/>
          <p:nvPr/>
        </p:nvSpPr>
        <p:spPr>
          <a:xfrm>
            <a:off x="3203622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576" dirty="0"/>
          </a:p>
        </p:txBody>
      </p:sp>
      <p:sp>
        <p:nvSpPr>
          <p:cNvPr id="196" name="Text 193"/>
          <p:cNvSpPr/>
          <p:nvPr/>
        </p:nvSpPr>
        <p:spPr>
          <a:xfrm>
            <a:off x="3564819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576" dirty="0"/>
          </a:p>
        </p:txBody>
      </p:sp>
      <p:sp>
        <p:nvSpPr>
          <p:cNvPr id="197" name="Text 194"/>
          <p:cNvSpPr/>
          <p:nvPr/>
        </p:nvSpPr>
        <p:spPr>
          <a:xfrm>
            <a:off x="3926016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576" dirty="0"/>
          </a:p>
        </p:txBody>
      </p:sp>
      <p:sp>
        <p:nvSpPr>
          <p:cNvPr id="198" name="Text 195"/>
          <p:cNvSpPr/>
          <p:nvPr/>
        </p:nvSpPr>
        <p:spPr>
          <a:xfrm>
            <a:off x="4287213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2.215</a:t>
            </a:r>
            <a:endParaRPr lang="en-US" sz="576" dirty="0"/>
          </a:p>
        </p:txBody>
      </p:sp>
      <p:sp>
        <p:nvSpPr>
          <p:cNvPr id="199" name="Text 196"/>
          <p:cNvSpPr/>
          <p:nvPr/>
        </p:nvSpPr>
        <p:spPr>
          <a:xfrm>
            <a:off x="4648410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4.872</a:t>
            </a:r>
            <a:endParaRPr lang="en-US" sz="576" dirty="0"/>
          </a:p>
        </p:txBody>
      </p:sp>
      <p:sp>
        <p:nvSpPr>
          <p:cNvPr id="200" name="Text 197"/>
          <p:cNvSpPr/>
          <p:nvPr/>
        </p:nvSpPr>
        <p:spPr>
          <a:xfrm>
            <a:off x="5009607" y="38869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1.258</a:t>
            </a:r>
            <a:endParaRPr lang="en-US" sz="576" dirty="0"/>
          </a:p>
        </p:txBody>
      </p:sp>
      <p:sp>
        <p:nvSpPr>
          <p:cNvPr id="201" name="Text 198"/>
          <p:cNvSpPr/>
          <p:nvPr/>
        </p:nvSpPr>
        <p:spPr>
          <a:xfrm>
            <a:off x="2481229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576" dirty="0"/>
          </a:p>
        </p:txBody>
      </p:sp>
      <p:sp>
        <p:nvSpPr>
          <p:cNvPr id="202" name="Text 199"/>
          <p:cNvSpPr/>
          <p:nvPr/>
        </p:nvSpPr>
        <p:spPr>
          <a:xfrm>
            <a:off x="2842426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576" dirty="0"/>
          </a:p>
        </p:txBody>
      </p:sp>
      <p:sp>
        <p:nvSpPr>
          <p:cNvPr id="203" name="Text 200"/>
          <p:cNvSpPr/>
          <p:nvPr/>
        </p:nvSpPr>
        <p:spPr>
          <a:xfrm>
            <a:off x="3203622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576" dirty="0"/>
          </a:p>
        </p:txBody>
      </p:sp>
      <p:sp>
        <p:nvSpPr>
          <p:cNvPr id="204" name="Text 201"/>
          <p:cNvSpPr/>
          <p:nvPr/>
        </p:nvSpPr>
        <p:spPr>
          <a:xfrm>
            <a:off x="3564819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576" dirty="0"/>
          </a:p>
        </p:txBody>
      </p:sp>
      <p:sp>
        <p:nvSpPr>
          <p:cNvPr id="205" name="Text 202"/>
          <p:cNvSpPr/>
          <p:nvPr/>
        </p:nvSpPr>
        <p:spPr>
          <a:xfrm>
            <a:off x="3926016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576" dirty="0"/>
          </a:p>
        </p:txBody>
      </p:sp>
      <p:sp>
        <p:nvSpPr>
          <p:cNvPr id="206" name="Text 203"/>
          <p:cNvSpPr/>
          <p:nvPr/>
        </p:nvSpPr>
        <p:spPr>
          <a:xfrm>
            <a:off x="5365356" y="402029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576" dirty="0"/>
          </a:p>
        </p:txBody>
      </p:sp>
      <p:sp>
        <p:nvSpPr>
          <p:cNvPr id="207" name="Text 204"/>
          <p:cNvSpPr/>
          <p:nvPr/>
        </p:nvSpPr>
        <p:spPr>
          <a:xfrm>
            <a:off x="2842426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576" dirty="0"/>
          </a:p>
        </p:txBody>
      </p:sp>
      <p:sp>
        <p:nvSpPr>
          <p:cNvPr id="208" name="Text 205"/>
          <p:cNvSpPr/>
          <p:nvPr/>
        </p:nvSpPr>
        <p:spPr>
          <a:xfrm>
            <a:off x="3564819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576" dirty="0"/>
          </a:p>
        </p:txBody>
      </p:sp>
      <p:sp>
        <p:nvSpPr>
          <p:cNvPr id="209" name="Text 206"/>
          <p:cNvSpPr/>
          <p:nvPr/>
        </p:nvSpPr>
        <p:spPr>
          <a:xfrm>
            <a:off x="3926016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576" dirty="0"/>
          </a:p>
        </p:txBody>
      </p:sp>
      <p:sp>
        <p:nvSpPr>
          <p:cNvPr id="210" name="Text 207"/>
          <p:cNvSpPr/>
          <p:nvPr/>
        </p:nvSpPr>
        <p:spPr>
          <a:xfrm>
            <a:off x="5365356" y="415364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576" dirty="0"/>
          </a:p>
        </p:txBody>
      </p:sp>
      <p:sp>
        <p:nvSpPr>
          <p:cNvPr id="211" name="Text 208"/>
          <p:cNvSpPr/>
          <p:nvPr/>
        </p:nvSpPr>
        <p:spPr>
          <a:xfrm>
            <a:off x="4287213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1.463</a:t>
            </a:r>
            <a:endParaRPr lang="en-US" sz="576" dirty="0"/>
          </a:p>
        </p:txBody>
      </p:sp>
      <p:sp>
        <p:nvSpPr>
          <p:cNvPr id="212" name="Text 209"/>
          <p:cNvSpPr/>
          <p:nvPr/>
        </p:nvSpPr>
        <p:spPr>
          <a:xfrm>
            <a:off x="4648410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3.932</a:t>
            </a:r>
            <a:endParaRPr lang="en-US" sz="576" dirty="0"/>
          </a:p>
        </p:txBody>
      </p:sp>
      <p:sp>
        <p:nvSpPr>
          <p:cNvPr id="213" name="Text 210"/>
          <p:cNvSpPr/>
          <p:nvPr/>
        </p:nvSpPr>
        <p:spPr>
          <a:xfrm>
            <a:off x="5365356" y="442034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576" dirty="0"/>
          </a:p>
        </p:txBody>
      </p:sp>
      <p:sp>
        <p:nvSpPr>
          <p:cNvPr id="214" name="Text 211"/>
          <p:cNvSpPr/>
          <p:nvPr/>
        </p:nvSpPr>
        <p:spPr>
          <a:xfrm>
            <a:off x="5365356" y="455369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1.625</a:t>
            </a:r>
            <a:endParaRPr lang="en-US" sz="576" dirty="0"/>
          </a:p>
        </p:txBody>
      </p:sp>
      <p:sp>
        <p:nvSpPr>
          <p:cNvPr id="215" name="Text 212"/>
          <p:cNvSpPr/>
          <p:nvPr/>
        </p:nvSpPr>
        <p:spPr>
          <a:xfrm>
            <a:off x="4648410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3.088</a:t>
            </a:r>
            <a:endParaRPr lang="en-US" sz="576" dirty="0"/>
          </a:p>
        </p:txBody>
      </p:sp>
      <p:sp>
        <p:nvSpPr>
          <p:cNvPr id="216" name="Text 213"/>
          <p:cNvSpPr/>
          <p:nvPr/>
        </p:nvSpPr>
        <p:spPr>
          <a:xfrm>
            <a:off x="5009607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1.005</a:t>
            </a:r>
            <a:endParaRPr lang="en-US" sz="576" dirty="0"/>
          </a:p>
        </p:txBody>
      </p:sp>
      <p:sp>
        <p:nvSpPr>
          <p:cNvPr id="217" name="Text 214"/>
          <p:cNvSpPr/>
          <p:nvPr/>
        </p:nvSpPr>
        <p:spPr>
          <a:xfrm>
            <a:off x="5365356" y="482039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5.655</a:t>
            </a:r>
            <a:endParaRPr lang="en-US" sz="576" dirty="0"/>
          </a:p>
        </p:txBody>
      </p:sp>
      <p:sp>
        <p:nvSpPr>
          <p:cNvPr id="218" name="Text 215"/>
          <p:cNvSpPr/>
          <p:nvPr/>
        </p:nvSpPr>
        <p:spPr>
          <a:xfrm>
            <a:off x="504812" y="4953744"/>
            <a:ext cx="16748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219" name="Text 216"/>
          <p:cNvSpPr/>
          <p:nvPr/>
        </p:nvSpPr>
        <p:spPr>
          <a:xfrm>
            <a:off x="2120032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576" dirty="0"/>
          </a:p>
        </p:txBody>
      </p:sp>
      <p:sp>
        <p:nvSpPr>
          <p:cNvPr id="220" name="Text 217"/>
          <p:cNvSpPr/>
          <p:nvPr/>
        </p:nvSpPr>
        <p:spPr>
          <a:xfrm>
            <a:off x="5009607" y="49537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4.257</a:t>
            </a:r>
            <a:endParaRPr lang="en-US" sz="576" dirty="0"/>
          </a:p>
        </p:txBody>
      </p:sp>
      <p:sp>
        <p:nvSpPr>
          <p:cNvPr id="221" name="Text 218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222" name="Text 219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6.287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1.251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7316013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8.439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9273649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1.480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7316013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7.933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9273649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1.265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7316013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8.304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9273649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1.180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7316013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6.901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9273649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1.286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6257769" y="2305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7316013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6.564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9273649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1.253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6257769" y="2401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7316013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7.337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9273649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1.100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7316013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6.166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7316013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7.979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6257769" y="2686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11127837" y="3048744"/>
            <a:ext cx="559045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245" name="Text 242"/>
          <p:cNvSpPr/>
          <p:nvPr/>
        </p:nvSpPr>
        <p:spPr>
          <a:xfrm>
            <a:off x="10772087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480" dirty="0"/>
          </a:p>
        </p:txBody>
      </p:sp>
      <p:sp>
        <p:nvSpPr>
          <p:cNvPr id="246" name="Text 243"/>
          <p:cNvSpPr/>
          <p:nvPr/>
        </p:nvSpPr>
        <p:spPr>
          <a:xfrm>
            <a:off x="8604907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480" dirty="0"/>
          </a:p>
        </p:txBody>
      </p:sp>
      <p:sp>
        <p:nvSpPr>
          <p:cNvPr id="247" name="Text 244"/>
          <p:cNvSpPr/>
          <p:nvPr/>
        </p:nvSpPr>
        <p:spPr>
          <a:xfrm>
            <a:off x="8966103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9,5 %</a:t>
            </a:r>
            <a:endParaRPr lang="en-US" sz="480" dirty="0"/>
          </a:p>
        </p:txBody>
      </p:sp>
      <p:sp>
        <p:nvSpPr>
          <p:cNvPr id="248" name="Text 245"/>
          <p:cNvSpPr/>
          <p:nvPr/>
        </p:nvSpPr>
        <p:spPr>
          <a:xfrm>
            <a:off x="9688497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480" dirty="0"/>
          </a:p>
        </p:txBody>
      </p:sp>
      <p:sp>
        <p:nvSpPr>
          <p:cNvPr id="249" name="Text 246"/>
          <p:cNvSpPr/>
          <p:nvPr/>
        </p:nvSpPr>
        <p:spPr>
          <a:xfrm>
            <a:off x="10410891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9,6 %</a:t>
            </a:r>
            <a:endParaRPr lang="en-US" sz="480" dirty="0"/>
          </a:p>
        </p:txBody>
      </p:sp>
      <p:sp>
        <p:nvSpPr>
          <p:cNvPr id="250" name="Text 247"/>
          <p:cNvSpPr/>
          <p:nvPr/>
        </p:nvSpPr>
        <p:spPr>
          <a:xfrm>
            <a:off x="10772087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480" dirty="0"/>
          </a:p>
        </p:txBody>
      </p:sp>
      <p:sp>
        <p:nvSpPr>
          <p:cNvPr id="251" name="Text 248"/>
          <p:cNvSpPr/>
          <p:nvPr/>
        </p:nvSpPr>
        <p:spPr>
          <a:xfrm>
            <a:off x="7882513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480" dirty="0"/>
          </a:p>
        </p:txBody>
      </p:sp>
      <p:sp>
        <p:nvSpPr>
          <p:cNvPr id="252" name="Text 249"/>
          <p:cNvSpPr/>
          <p:nvPr/>
        </p:nvSpPr>
        <p:spPr>
          <a:xfrm>
            <a:off x="8243710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480" dirty="0"/>
          </a:p>
        </p:txBody>
      </p:sp>
      <p:sp>
        <p:nvSpPr>
          <p:cNvPr id="253" name="Text 250"/>
          <p:cNvSpPr/>
          <p:nvPr/>
        </p:nvSpPr>
        <p:spPr>
          <a:xfrm>
            <a:off x="8604907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480" dirty="0"/>
          </a:p>
        </p:txBody>
      </p:sp>
      <p:sp>
        <p:nvSpPr>
          <p:cNvPr id="254" name="Text 251"/>
          <p:cNvSpPr/>
          <p:nvPr/>
        </p:nvSpPr>
        <p:spPr>
          <a:xfrm>
            <a:off x="8966103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480" dirty="0"/>
          </a:p>
        </p:txBody>
      </p:sp>
      <p:sp>
        <p:nvSpPr>
          <p:cNvPr id="255" name="Text 252"/>
          <p:cNvSpPr/>
          <p:nvPr/>
        </p:nvSpPr>
        <p:spPr>
          <a:xfrm>
            <a:off x="9327300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480" dirty="0"/>
          </a:p>
        </p:txBody>
      </p:sp>
      <p:sp>
        <p:nvSpPr>
          <p:cNvPr id="256" name="Text 253"/>
          <p:cNvSpPr/>
          <p:nvPr/>
        </p:nvSpPr>
        <p:spPr>
          <a:xfrm>
            <a:off x="9688497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480" dirty="0"/>
          </a:p>
        </p:txBody>
      </p:sp>
      <p:sp>
        <p:nvSpPr>
          <p:cNvPr id="257" name="Text 254"/>
          <p:cNvSpPr/>
          <p:nvPr/>
        </p:nvSpPr>
        <p:spPr>
          <a:xfrm>
            <a:off x="10049694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6,2 %</a:t>
            </a:r>
            <a:endParaRPr lang="en-US" sz="480" dirty="0"/>
          </a:p>
        </p:txBody>
      </p:sp>
      <p:sp>
        <p:nvSpPr>
          <p:cNvPr id="258" name="Text 255"/>
          <p:cNvSpPr/>
          <p:nvPr/>
        </p:nvSpPr>
        <p:spPr>
          <a:xfrm>
            <a:off x="10410891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480" dirty="0"/>
          </a:p>
        </p:txBody>
      </p:sp>
      <p:sp>
        <p:nvSpPr>
          <p:cNvPr id="259" name="Text 256"/>
          <p:cNvSpPr/>
          <p:nvPr/>
        </p:nvSpPr>
        <p:spPr>
          <a:xfrm>
            <a:off x="10772087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480" dirty="0"/>
          </a:p>
        </p:txBody>
      </p:sp>
      <p:sp>
        <p:nvSpPr>
          <p:cNvPr id="260" name="Text 257"/>
          <p:cNvSpPr/>
          <p:nvPr/>
        </p:nvSpPr>
        <p:spPr>
          <a:xfrm>
            <a:off x="11127837" y="34868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480" dirty="0"/>
          </a:p>
        </p:txBody>
      </p:sp>
      <p:sp>
        <p:nvSpPr>
          <p:cNvPr id="261" name="Text 258"/>
          <p:cNvSpPr/>
          <p:nvPr/>
        </p:nvSpPr>
        <p:spPr>
          <a:xfrm>
            <a:off x="7882513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262" name="Text 259"/>
          <p:cNvSpPr/>
          <p:nvPr/>
        </p:nvSpPr>
        <p:spPr>
          <a:xfrm>
            <a:off x="8243710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263" name="Text 260"/>
          <p:cNvSpPr/>
          <p:nvPr/>
        </p:nvSpPr>
        <p:spPr>
          <a:xfrm>
            <a:off x="8604907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264" name="Text 261"/>
          <p:cNvSpPr/>
          <p:nvPr/>
        </p:nvSpPr>
        <p:spPr>
          <a:xfrm>
            <a:off x="8966103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265" name="Text 262"/>
          <p:cNvSpPr/>
          <p:nvPr/>
        </p:nvSpPr>
        <p:spPr>
          <a:xfrm>
            <a:off x="9327300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480" dirty="0"/>
          </a:p>
        </p:txBody>
      </p:sp>
      <p:sp>
        <p:nvSpPr>
          <p:cNvPr id="266" name="Text 263"/>
          <p:cNvSpPr/>
          <p:nvPr/>
        </p:nvSpPr>
        <p:spPr>
          <a:xfrm>
            <a:off x="9688497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267" name="Text 264"/>
          <p:cNvSpPr/>
          <p:nvPr/>
        </p:nvSpPr>
        <p:spPr>
          <a:xfrm>
            <a:off x="10049694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268" name="Text 265"/>
          <p:cNvSpPr/>
          <p:nvPr/>
        </p:nvSpPr>
        <p:spPr>
          <a:xfrm>
            <a:off x="10410891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269" name="Text 266"/>
          <p:cNvSpPr/>
          <p:nvPr/>
        </p:nvSpPr>
        <p:spPr>
          <a:xfrm>
            <a:off x="10772087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270" name="Text 267"/>
          <p:cNvSpPr/>
          <p:nvPr/>
        </p:nvSpPr>
        <p:spPr>
          <a:xfrm>
            <a:off x="11127837" y="35630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271" name="Text 268"/>
          <p:cNvSpPr/>
          <p:nvPr/>
        </p:nvSpPr>
        <p:spPr>
          <a:xfrm>
            <a:off x="7882513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480" dirty="0"/>
          </a:p>
        </p:txBody>
      </p:sp>
      <p:sp>
        <p:nvSpPr>
          <p:cNvPr id="272" name="Text 269"/>
          <p:cNvSpPr/>
          <p:nvPr/>
        </p:nvSpPr>
        <p:spPr>
          <a:xfrm>
            <a:off x="8243710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73" name="Text 270"/>
          <p:cNvSpPr/>
          <p:nvPr/>
        </p:nvSpPr>
        <p:spPr>
          <a:xfrm>
            <a:off x="8604907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74" name="Text 271"/>
          <p:cNvSpPr/>
          <p:nvPr/>
        </p:nvSpPr>
        <p:spPr>
          <a:xfrm>
            <a:off x="8966103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480" dirty="0"/>
          </a:p>
        </p:txBody>
      </p:sp>
      <p:sp>
        <p:nvSpPr>
          <p:cNvPr id="275" name="Text 272"/>
          <p:cNvSpPr/>
          <p:nvPr/>
        </p:nvSpPr>
        <p:spPr>
          <a:xfrm>
            <a:off x="9327300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276" name="Text 273"/>
          <p:cNvSpPr/>
          <p:nvPr/>
        </p:nvSpPr>
        <p:spPr>
          <a:xfrm>
            <a:off x="9688497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77" name="Text 274"/>
          <p:cNvSpPr/>
          <p:nvPr/>
        </p:nvSpPr>
        <p:spPr>
          <a:xfrm>
            <a:off x="10049694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480" dirty="0"/>
          </a:p>
        </p:txBody>
      </p:sp>
      <p:sp>
        <p:nvSpPr>
          <p:cNvPr id="278" name="Text 275"/>
          <p:cNvSpPr/>
          <p:nvPr/>
        </p:nvSpPr>
        <p:spPr>
          <a:xfrm>
            <a:off x="10410891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480" dirty="0"/>
          </a:p>
        </p:txBody>
      </p:sp>
      <p:sp>
        <p:nvSpPr>
          <p:cNvPr id="279" name="Text 276"/>
          <p:cNvSpPr/>
          <p:nvPr/>
        </p:nvSpPr>
        <p:spPr>
          <a:xfrm>
            <a:off x="10772087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80" name="Text 277"/>
          <p:cNvSpPr/>
          <p:nvPr/>
        </p:nvSpPr>
        <p:spPr>
          <a:xfrm>
            <a:off x="11127837" y="36392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81" name="Text 278"/>
          <p:cNvSpPr/>
          <p:nvPr/>
        </p:nvSpPr>
        <p:spPr>
          <a:xfrm>
            <a:off x="7882513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282" name="Text 279"/>
          <p:cNvSpPr/>
          <p:nvPr/>
        </p:nvSpPr>
        <p:spPr>
          <a:xfrm>
            <a:off x="8243710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83" name="Text 280"/>
          <p:cNvSpPr/>
          <p:nvPr/>
        </p:nvSpPr>
        <p:spPr>
          <a:xfrm>
            <a:off x="8604907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84" name="Text 281"/>
          <p:cNvSpPr/>
          <p:nvPr/>
        </p:nvSpPr>
        <p:spPr>
          <a:xfrm>
            <a:off x="8966103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480" dirty="0"/>
          </a:p>
        </p:txBody>
      </p:sp>
      <p:sp>
        <p:nvSpPr>
          <p:cNvPr id="285" name="Text 282"/>
          <p:cNvSpPr/>
          <p:nvPr/>
        </p:nvSpPr>
        <p:spPr>
          <a:xfrm>
            <a:off x="9327300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286" name="Text 283"/>
          <p:cNvSpPr/>
          <p:nvPr/>
        </p:nvSpPr>
        <p:spPr>
          <a:xfrm>
            <a:off x="9688497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87" name="Text 284"/>
          <p:cNvSpPr/>
          <p:nvPr/>
        </p:nvSpPr>
        <p:spPr>
          <a:xfrm>
            <a:off x="10049694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288" name="Text 285"/>
          <p:cNvSpPr/>
          <p:nvPr/>
        </p:nvSpPr>
        <p:spPr>
          <a:xfrm>
            <a:off x="10410891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480" dirty="0"/>
          </a:p>
        </p:txBody>
      </p:sp>
      <p:sp>
        <p:nvSpPr>
          <p:cNvPr id="289" name="Text 286"/>
          <p:cNvSpPr/>
          <p:nvPr/>
        </p:nvSpPr>
        <p:spPr>
          <a:xfrm>
            <a:off x="10772087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90" name="Text 287"/>
          <p:cNvSpPr/>
          <p:nvPr/>
        </p:nvSpPr>
        <p:spPr>
          <a:xfrm>
            <a:off x="11127837" y="37154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91" name="Text 288"/>
          <p:cNvSpPr/>
          <p:nvPr/>
        </p:nvSpPr>
        <p:spPr>
          <a:xfrm>
            <a:off x="7882513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292" name="Text 289"/>
          <p:cNvSpPr/>
          <p:nvPr/>
        </p:nvSpPr>
        <p:spPr>
          <a:xfrm>
            <a:off x="8243710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293" name="Text 290"/>
          <p:cNvSpPr/>
          <p:nvPr/>
        </p:nvSpPr>
        <p:spPr>
          <a:xfrm>
            <a:off x="8604907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294" name="Text 291"/>
          <p:cNvSpPr/>
          <p:nvPr/>
        </p:nvSpPr>
        <p:spPr>
          <a:xfrm>
            <a:off x="8966103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480" dirty="0"/>
          </a:p>
        </p:txBody>
      </p:sp>
      <p:sp>
        <p:nvSpPr>
          <p:cNvPr id="295" name="Text 292"/>
          <p:cNvSpPr/>
          <p:nvPr/>
        </p:nvSpPr>
        <p:spPr>
          <a:xfrm>
            <a:off x="9327300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296" name="Text 293"/>
          <p:cNvSpPr/>
          <p:nvPr/>
        </p:nvSpPr>
        <p:spPr>
          <a:xfrm>
            <a:off x="9688497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297" name="Text 294"/>
          <p:cNvSpPr/>
          <p:nvPr/>
        </p:nvSpPr>
        <p:spPr>
          <a:xfrm>
            <a:off x="10049694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298" name="Text 295"/>
          <p:cNvSpPr/>
          <p:nvPr/>
        </p:nvSpPr>
        <p:spPr>
          <a:xfrm>
            <a:off x="10410891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480" dirty="0"/>
          </a:p>
        </p:txBody>
      </p:sp>
      <p:sp>
        <p:nvSpPr>
          <p:cNvPr id="299" name="Text 296"/>
          <p:cNvSpPr/>
          <p:nvPr/>
        </p:nvSpPr>
        <p:spPr>
          <a:xfrm>
            <a:off x="10772087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300" name="Text 297"/>
          <p:cNvSpPr/>
          <p:nvPr/>
        </p:nvSpPr>
        <p:spPr>
          <a:xfrm>
            <a:off x="11127837" y="37916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301" name="Text 298"/>
          <p:cNvSpPr/>
          <p:nvPr/>
        </p:nvSpPr>
        <p:spPr>
          <a:xfrm>
            <a:off x="7882513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480" dirty="0"/>
          </a:p>
        </p:txBody>
      </p:sp>
      <p:sp>
        <p:nvSpPr>
          <p:cNvPr id="302" name="Text 299"/>
          <p:cNvSpPr/>
          <p:nvPr/>
        </p:nvSpPr>
        <p:spPr>
          <a:xfrm>
            <a:off x="8243710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303" name="Text 300"/>
          <p:cNvSpPr/>
          <p:nvPr/>
        </p:nvSpPr>
        <p:spPr>
          <a:xfrm>
            <a:off x="8604907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304" name="Text 301"/>
          <p:cNvSpPr/>
          <p:nvPr/>
        </p:nvSpPr>
        <p:spPr>
          <a:xfrm>
            <a:off x="8966103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480" dirty="0"/>
          </a:p>
        </p:txBody>
      </p:sp>
      <p:sp>
        <p:nvSpPr>
          <p:cNvPr id="305" name="Text 302"/>
          <p:cNvSpPr/>
          <p:nvPr/>
        </p:nvSpPr>
        <p:spPr>
          <a:xfrm>
            <a:off x="9327300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480" dirty="0"/>
          </a:p>
        </p:txBody>
      </p:sp>
      <p:sp>
        <p:nvSpPr>
          <p:cNvPr id="306" name="Text 303"/>
          <p:cNvSpPr/>
          <p:nvPr/>
        </p:nvSpPr>
        <p:spPr>
          <a:xfrm>
            <a:off x="9688497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307" name="Text 304"/>
          <p:cNvSpPr/>
          <p:nvPr/>
        </p:nvSpPr>
        <p:spPr>
          <a:xfrm>
            <a:off x="10049694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308" name="Text 305"/>
          <p:cNvSpPr/>
          <p:nvPr/>
        </p:nvSpPr>
        <p:spPr>
          <a:xfrm>
            <a:off x="10410891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5,7 %</a:t>
            </a:r>
            <a:endParaRPr lang="en-US" sz="480" dirty="0"/>
          </a:p>
        </p:txBody>
      </p:sp>
      <p:sp>
        <p:nvSpPr>
          <p:cNvPr id="309" name="Text 306"/>
          <p:cNvSpPr/>
          <p:nvPr/>
        </p:nvSpPr>
        <p:spPr>
          <a:xfrm>
            <a:off x="10772087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310" name="Text 307"/>
          <p:cNvSpPr/>
          <p:nvPr/>
        </p:nvSpPr>
        <p:spPr>
          <a:xfrm>
            <a:off x="11127837" y="40202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311" name="Text 308"/>
          <p:cNvSpPr/>
          <p:nvPr/>
        </p:nvSpPr>
        <p:spPr>
          <a:xfrm>
            <a:off x="7882513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312" name="Text 309"/>
          <p:cNvSpPr/>
          <p:nvPr/>
        </p:nvSpPr>
        <p:spPr>
          <a:xfrm>
            <a:off x="8243710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480" dirty="0"/>
          </a:p>
        </p:txBody>
      </p:sp>
      <p:sp>
        <p:nvSpPr>
          <p:cNvPr id="313" name="Text 310"/>
          <p:cNvSpPr/>
          <p:nvPr/>
        </p:nvSpPr>
        <p:spPr>
          <a:xfrm>
            <a:off x="8604907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480" dirty="0"/>
          </a:p>
        </p:txBody>
      </p:sp>
      <p:sp>
        <p:nvSpPr>
          <p:cNvPr id="314" name="Text 311"/>
          <p:cNvSpPr/>
          <p:nvPr/>
        </p:nvSpPr>
        <p:spPr>
          <a:xfrm>
            <a:off x="8966103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315" name="Text 312"/>
          <p:cNvSpPr/>
          <p:nvPr/>
        </p:nvSpPr>
        <p:spPr>
          <a:xfrm>
            <a:off x="9327300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316" name="Text 313"/>
          <p:cNvSpPr/>
          <p:nvPr/>
        </p:nvSpPr>
        <p:spPr>
          <a:xfrm>
            <a:off x="9688497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480" dirty="0"/>
          </a:p>
        </p:txBody>
      </p:sp>
      <p:sp>
        <p:nvSpPr>
          <p:cNvPr id="317" name="Text 314"/>
          <p:cNvSpPr/>
          <p:nvPr/>
        </p:nvSpPr>
        <p:spPr>
          <a:xfrm>
            <a:off x="10049694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318" name="Text 315"/>
          <p:cNvSpPr/>
          <p:nvPr/>
        </p:nvSpPr>
        <p:spPr>
          <a:xfrm>
            <a:off x="10410891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480" dirty="0"/>
          </a:p>
        </p:txBody>
      </p:sp>
      <p:sp>
        <p:nvSpPr>
          <p:cNvPr id="319" name="Text 316"/>
          <p:cNvSpPr/>
          <p:nvPr/>
        </p:nvSpPr>
        <p:spPr>
          <a:xfrm>
            <a:off x="10772087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320" name="Text 317"/>
          <p:cNvSpPr/>
          <p:nvPr/>
        </p:nvSpPr>
        <p:spPr>
          <a:xfrm>
            <a:off x="11127837" y="40964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480" dirty="0"/>
          </a:p>
        </p:txBody>
      </p:sp>
      <p:sp>
        <p:nvSpPr>
          <p:cNvPr id="321" name="Text 318"/>
          <p:cNvSpPr/>
          <p:nvPr/>
        </p:nvSpPr>
        <p:spPr>
          <a:xfrm>
            <a:off x="7882513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2" name="Text 319"/>
          <p:cNvSpPr/>
          <p:nvPr/>
        </p:nvSpPr>
        <p:spPr>
          <a:xfrm>
            <a:off x="8243710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3" name="Text 320"/>
          <p:cNvSpPr/>
          <p:nvPr/>
        </p:nvSpPr>
        <p:spPr>
          <a:xfrm>
            <a:off x="8604907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4" name="Text 321"/>
          <p:cNvSpPr/>
          <p:nvPr/>
        </p:nvSpPr>
        <p:spPr>
          <a:xfrm>
            <a:off x="8966103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5" name="Text 322"/>
          <p:cNvSpPr/>
          <p:nvPr/>
        </p:nvSpPr>
        <p:spPr>
          <a:xfrm>
            <a:off x="9327300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6" name="Text 323"/>
          <p:cNvSpPr/>
          <p:nvPr/>
        </p:nvSpPr>
        <p:spPr>
          <a:xfrm>
            <a:off x="9688497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7" name="Text 324"/>
          <p:cNvSpPr/>
          <p:nvPr/>
        </p:nvSpPr>
        <p:spPr>
          <a:xfrm>
            <a:off x="10049694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8" name="Text 325"/>
          <p:cNvSpPr/>
          <p:nvPr/>
        </p:nvSpPr>
        <p:spPr>
          <a:xfrm>
            <a:off x="10410891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29" name="Text 326"/>
          <p:cNvSpPr/>
          <p:nvPr/>
        </p:nvSpPr>
        <p:spPr>
          <a:xfrm>
            <a:off x="10772087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30" name="Text 327"/>
          <p:cNvSpPr/>
          <p:nvPr/>
        </p:nvSpPr>
        <p:spPr>
          <a:xfrm>
            <a:off x="11127837" y="41726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331" name="Text 328"/>
          <p:cNvSpPr/>
          <p:nvPr/>
        </p:nvSpPr>
        <p:spPr>
          <a:xfrm>
            <a:off x="7882513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2" name="Text 329"/>
          <p:cNvSpPr/>
          <p:nvPr/>
        </p:nvSpPr>
        <p:spPr>
          <a:xfrm>
            <a:off x="8243710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3" name="Text 330"/>
          <p:cNvSpPr/>
          <p:nvPr/>
        </p:nvSpPr>
        <p:spPr>
          <a:xfrm>
            <a:off x="8604907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4" name="Text 331"/>
          <p:cNvSpPr/>
          <p:nvPr/>
        </p:nvSpPr>
        <p:spPr>
          <a:xfrm>
            <a:off x="8966103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5" name="Text 332"/>
          <p:cNvSpPr/>
          <p:nvPr/>
        </p:nvSpPr>
        <p:spPr>
          <a:xfrm>
            <a:off x="9327300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6" name="Text 333"/>
          <p:cNvSpPr/>
          <p:nvPr/>
        </p:nvSpPr>
        <p:spPr>
          <a:xfrm>
            <a:off x="9688497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7" name="Text 334"/>
          <p:cNvSpPr/>
          <p:nvPr/>
        </p:nvSpPr>
        <p:spPr>
          <a:xfrm>
            <a:off x="10049694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8" name="Text 335"/>
          <p:cNvSpPr/>
          <p:nvPr/>
        </p:nvSpPr>
        <p:spPr>
          <a:xfrm>
            <a:off x="10410891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39" name="Text 336"/>
          <p:cNvSpPr/>
          <p:nvPr/>
        </p:nvSpPr>
        <p:spPr>
          <a:xfrm>
            <a:off x="10772087" y="4248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40" name="Text 337"/>
          <p:cNvSpPr/>
          <p:nvPr/>
        </p:nvSpPr>
        <p:spPr>
          <a:xfrm>
            <a:off x="11127837" y="42488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41" name="Text 338"/>
          <p:cNvSpPr/>
          <p:nvPr/>
        </p:nvSpPr>
        <p:spPr>
          <a:xfrm>
            <a:off x="495288" y="24581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342" name="Text 339"/>
          <p:cNvSpPr/>
          <p:nvPr/>
        </p:nvSpPr>
        <p:spPr>
          <a:xfrm>
            <a:off x="6257769" y="2210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552" dirty="0"/>
          </a:p>
        </p:txBody>
      </p:sp>
      <p:sp>
        <p:nvSpPr>
          <p:cNvPr id="343" name="Text 340"/>
          <p:cNvSpPr/>
          <p:nvPr/>
        </p:nvSpPr>
        <p:spPr>
          <a:xfrm>
            <a:off x="495288" y="171524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344" name="Text 341"/>
          <p:cNvSpPr/>
          <p:nvPr/>
        </p:nvSpPr>
        <p:spPr>
          <a:xfrm>
            <a:off x="2120032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18" dirty="0"/>
          </a:p>
        </p:txBody>
      </p:sp>
      <p:sp>
        <p:nvSpPr>
          <p:cNvPr id="345" name="Text 342"/>
          <p:cNvSpPr/>
          <p:nvPr/>
        </p:nvSpPr>
        <p:spPr>
          <a:xfrm>
            <a:off x="2481229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18" dirty="0"/>
          </a:p>
        </p:txBody>
      </p:sp>
      <p:sp>
        <p:nvSpPr>
          <p:cNvPr id="346" name="Text 343"/>
          <p:cNvSpPr/>
          <p:nvPr/>
        </p:nvSpPr>
        <p:spPr>
          <a:xfrm>
            <a:off x="2842426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18" dirty="0"/>
          </a:p>
        </p:txBody>
      </p:sp>
      <p:sp>
        <p:nvSpPr>
          <p:cNvPr id="347" name="Text 344"/>
          <p:cNvSpPr/>
          <p:nvPr/>
        </p:nvSpPr>
        <p:spPr>
          <a:xfrm>
            <a:off x="3203622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18" dirty="0"/>
          </a:p>
        </p:txBody>
      </p:sp>
      <p:sp>
        <p:nvSpPr>
          <p:cNvPr id="348" name="Text 345"/>
          <p:cNvSpPr/>
          <p:nvPr/>
        </p:nvSpPr>
        <p:spPr>
          <a:xfrm>
            <a:off x="3564819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18" dirty="0"/>
          </a:p>
        </p:txBody>
      </p:sp>
      <p:sp>
        <p:nvSpPr>
          <p:cNvPr id="349" name="Text 346"/>
          <p:cNvSpPr/>
          <p:nvPr/>
        </p:nvSpPr>
        <p:spPr>
          <a:xfrm>
            <a:off x="3926016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18" dirty="0"/>
          </a:p>
        </p:txBody>
      </p:sp>
      <p:sp>
        <p:nvSpPr>
          <p:cNvPr id="350" name="Text 347"/>
          <p:cNvSpPr/>
          <p:nvPr/>
        </p:nvSpPr>
        <p:spPr>
          <a:xfrm>
            <a:off x="4287213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518" dirty="0"/>
          </a:p>
        </p:txBody>
      </p:sp>
      <p:sp>
        <p:nvSpPr>
          <p:cNvPr id="351" name="Text 348"/>
          <p:cNvSpPr/>
          <p:nvPr/>
        </p:nvSpPr>
        <p:spPr>
          <a:xfrm>
            <a:off x="4648410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518" dirty="0"/>
          </a:p>
        </p:txBody>
      </p:sp>
      <p:sp>
        <p:nvSpPr>
          <p:cNvPr id="352" name="Text 349"/>
          <p:cNvSpPr/>
          <p:nvPr/>
        </p:nvSpPr>
        <p:spPr>
          <a:xfrm>
            <a:off x="5009607" y="3610719"/>
            <a:ext cx="3720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518" dirty="0"/>
          </a:p>
        </p:txBody>
      </p:sp>
      <p:sp>
        <p:nvSpPr>
          <p:cNvPr id="353" name="Text 350"/>
          <p:cNvSpPr/>
          <p:nvPr/>
        </p:nvSpPr>
        <p:spPr>
          <a:xfrm>
            <a:off x="2120032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576" dirty="0"/>
          </a:p>
        </p:txBody>
      </p:sp>
      <p:sp>
        <p:nvSpPr>
          <p:cNvPr id="354" name="Text 351"/>
          <p:cNvSpPr/>
          <p:nvPr/>
        </p:nvSpPr>
        <p:spPr>
          <a:xfrm>
            <a:off x="2120032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576" dirty="0"/>
          </a:p>
        </p:txBody>
      </p:sp>
      <p:sp>
        <p:nvSpPr>
          <p:cNvPr id="355" name="Text 352"/>
          <p:cNvSpPr/>
          <p:nvPr/>
        </p:nvSpPr>
        <p:spPr>
          <a:xfrm>
            <a:off x="2481229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576" dirty="0"/>
          </a:p>
        </p:txBody>
      </p:sp>
      <p:sp>
        <p:nvSpPr>
          <p:cNvPr id="356" name="Text 353"/>
          <p:cNvSpPr/>
          <p:nvPr/>
        </p:nvSpPr>
        <p:spPr>
          <a:xfrm>
            <a:off x="3203622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576" dirty="0"/>
          </a:p>
        </p:txBody>
      </p:sp>
      <p:sp>
        <p:nvSpPr>
          <p:cNvPr id="357" name="Text 354"/>
          <p:cNvSpPr/>
          <p:nvPr/>
        </p:nvSpPr>
        <p:spPr>
          <a:xfrm>
            <a:off x="2120032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576" dirty="0"/>
          </a:p>
        </p:txBody>
      </p:sp>
      <p:sp>
        <p:nvSpPr>
          <p:cNvPr id="358" name="Text 355"/>
          <p:cNvSpPr/>
          <p:nvPr/>
        </p:nvSpPr>
        <p:spPr>
          <a:xfrm>
            <a:off x="2481229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576" dirty="0"/>
          </a:p>
        </p:txBody>
      </p:sp>
      <p:sp>
        <p:nvSpPr>
          <p:cNvPr id="359" name="Text 356"/>
          <p:cNvSpPr/>
          <p:nvPr/>
        </p:nvSpPr>
        <p:spPr>
          <a:xfrm>
            <a:off x="2842426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576" dirty="0"/>
          </a:p>
        </p:txBody>
      </p:sp>
      <p:sp>
        <p:nvSpPr>
          <p:cNvPr id="360" name="Text 357"/>
          <p:cNvSpPr/>
          <p:nvPr/>
        </p:nvSpPr>
        <p:spPr>
          <a:xfrm>
            <a:off x="3203622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576" dirty="0"/>
          </a:p>
        </p:txBody>
      </p:sp>
      <p:sp>
        <p:nvSpPr>
          <p:cNvPr id="361" name="Text 358"/>
          <p:cNvSpPr/>
          <p:nvPr/>
        </p:nvSpPr>
        <p:spPr>
          <a:xfrm>
            <a:off x="3564819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576" dirty="0"/>
          </a:p>
        </p:txBody>
      </p:sp>
      <p:sp>
        <p:nvSpPr>
          <p:cNvPr id="362" name="Text 359"/>
          <p:cNvSpPr/>
          <p:nvPr/>
        </p:nvSpPr>
        <p:spPr>
          <a:xfrm>
            <a:off x="3926016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576" dirty="0"/>
          </a:p>
        </p:txBody>
      </p:sp>
      <p:sp>
        <p:nvSpPr>
          <p:cNvPr id="363" name="Text 360"/>
          <p:cNvSpPr/>
          <p:nvPr/>
        </p:nvSpPr>
        <p:spPr>
          <a:xfrm>
            <a:off x="5009607" y="42869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364</a:t>
            </a:r>
            <a:endParaRPr lang="en-US" sz="576" dirty="0"/>
          </a:p>
        </p:txBody>
      </p:sp>
      <p:sp>
        <p:nvSpPr>
          <p:cNvPr id="364" name="Text 361"/>
          <p:cNvSpPr/>
          <p:nvPr/>
        </p:nvSpPr>
        <p:spPr>
          <a:xfrm>
            <a:off x="2120032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76" dirty="0"/>
          </a:p>
        </p:txBody>
      </p:sp>
      <p:sp>
        <p:nvSpPr>
          <p:cNvPr id="365" name="Text 362"/>
          <p:cNvSpPr/>
          <p:nvPr/>
        </p:nvSpPr>
        <p:spPr>
          <a:xfrm>
            <a:off x="2481229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576" dirty="0"/>
          </a:p>
        </p:txBody>
      </p:sp>
      <p:sp>
        <p:nvSpPr>
          <p:cNvPr id="366" name="Text 363"/>
          <p:cNvSpPr/>
          <p:nvPr/>
        </p:nvSpPr>
        <p:spPr>
          <a:xfrm>
            <a:off x="2842426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576" dirty="0"/>
          </a:p>
        </p:txBody>
      </p:sp>
      <p:sp>
        <p:nvSpPr>
          <p:cNvPr id="367" name="Text 364"/>
          <p:cNvSpPr/>
          <p:nvPr/>
        </p:nvSpPr>
        <p:spPr>
          <a:xfrm>
            <a:off x="3203622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576" dirty="0"/>
          </a:p>
        </p:txBody>
      </p:sp>
      <p:sp>
        <p:nvSpPr>
          <p:cNvPr id="368" name="Text 365"/>
          <p:cNvSpPr/>
          <p:nvPr/>
        </p:nvSpPr>
        <p:spPr>
          <a:xfrm>
            <a:off x="3564819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576" dirty="0"/>
          </a:p>
        </p:txBody>
      </p:sp>
      <p:sp>
        <p:nvSpPr>
          <p:cNvPr id="369" name="Text 366"/>
          <p:cNvSpPr/>
          <p:nvPr/>
        </p:nvSpPr>
        <p:spPr>
          <a:xfrm>
            <a:off x="3926016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76" dirty="0"/>
          </a:p>
        </p:txBody>
      </p:sp>
      <p:sp>
        <p:nvSpPr>
          <p:cNvPr id="370" name="Text 367"/>
          <p:cNvSpPr/>
          <p:nvPr/>
        </p:nvSpPr>
        <p:spPr>
          <a:xfrm>
            <a:off x="2120032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576" dirty="0"/>
          </a:p>
        </p:txBody>
      </p:sp>
      <p:sp>
        <p:nvSpPr>
          <p:cNvPr id="371" name="Text 368"/>
          <p:cNvSpPr/>
          <p:nvPr/>
        </p:nvSpPr>
        <p:spPr>
          <a:xfrm>
            <a:off x="2481229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76" dirty="0"/>
          </a:p>
        </p:txBody>
      </p:sp>
      <p:sp>
        <p:nvSpPr>
          <p:cNvPr id="372" name="Text 369"/>
          <p:cNvSpPr/>
          <p:nvPr/>
        </p:nvSpPr>
        <p:spPr>
          <a:xfrm>
            <a:off x="2842426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576" dirty="0"/>
          </a:p>
        </p:txBody>
      </p:sp>
      <p:sp>
        <p:nvSpPr>
          <p:cNvPr id="373" name="Text 370"/>
          <p:cNvSpPr/>
          <p:nvPr/>
        </p:nvSpPr>
        <p:spPr>
          <a:xfrm>
            <a:off x="3203622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576" dirty="0"/>
          </a:p>
        </p:txBody>
      </p:sp>
      <p:sp>
        <p:nvSpPr>
          <p:cNvPr id="374" name="Text 371"/>
          <p:cNvSpPr/>
          <p:nvPr/>
        </p:nvSpPr>
        <p:spPr>
          <a:xfrm>
            <a:off x="3564819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76" dirty="0"/>
          </a:p>
        </p:txBody>
      </p:sp>
      <p:sp>
        <p:nvSpPr>
          <p:cNvPr id="375" name="Text 372"/>
          <p:cNvSpPr/>
          <p:nvPr/>
        </p:nvSpPr>
        <p:spPr>
          <a:xfrm>
            <a:off x="3926016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376" name="Text 373"/>
          <p:cNvSpPr/>
          <p:nvPr/>
        </p:nvSpPr>
        <p:spPr>
          <a:xfrm>
            <a:off x="4287213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270</a:t>
            </a:r>
            <a:endParaRPr lang="en-US" sz="576" dirty="0"/>
          </a:p>
        </p:txBody>
      </p:sp>
      <p:sp>
        <p:nvSpPr>
          <p:cNvPr id="377" name="Text 374"/>
          <p:cNvSpPr/>
          <p:nvPr/>
        </p:nvSpPr>
        <p:spPr>
          <a:xfrm>
            <a:off x="4648410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576" dirty="0"/>
          </a:p>
        </p:txBody>
      </p:sp>
      <p:sp>
        <p:nvSpPr>
          <p:cNvPr id="378" name="Text 375"/>
          <p:cNvSpPr/>
          <p:nvPr/>
        </p:nvSpPr>
        <p:spPr>
          <a:xfrm>
            <a:off x="4287213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125</a:t>
            </a:r>
            <a:endParaRPr lang="en-US" sz="576" dirty="0"/>
          </a:p>
        </p:txBody>
      </p:sp>
      <p:sp>
        <p:nvSpPr>
          <p:cNvPr id="379" name="Text 376"/>
          <p:cNvSpPr/>
          <p:nvPr/>
        </p:nvSpPr>
        <p:spPr>
          <a:xfrm>
            <a:off x="4648410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576" dirty="0"/>
          </a:p>
        </p:txBody>
      </p:sp>
      <p:sp>
        <p:nvSpPr>
          <p:cNvPr id="380" name="Text 377"/>
          <p:cNvSpPr/>
          <p:nvPr/>
        </p:nvSpPr>
        <p:spPr>
          <a:xfrm>
            <a:off x="5365356" y="4687044"/>
            <a:ext cx="559045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704</a:t>
            </a:r>
            <a:endParaRPr lang="en-US" sz="576" dirty="0"/>
          </a:p>
        </p:txBody>
      </p:sp>
      <p:sp>
        <p:nvSpPr>
          <p:cNvPr id="381" name="Text 378"/>
          <p:cNvSpPr/>
          <p:nvPr/>
        </p:nvSpPr>
        <p:spPr>
          <a:xfrm>
            <a:off x="2481229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76" dirty="0"/>
          </a:p>
        </p:txBody>
      </p:sp>
      <p:sp>
        <p:nvSpPr>
          <p:cNvPr id="382" name="Text 379"/>
          <p:cNvSpPr/>
          <p:nvPr/>
        </p:nvSpPr>
        <p:spPr>
          <a:xfrm>
            <a:off x="2842426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576" dirty="0"/>
          </a:p>
        </p:txBody>
      </p:sp>
      <p:sp>
        <p:nvSpPr>
          <p:cNvPr id="383" name="Text 380"/>
          <p:cNvSpPr/>
          <p:nvPr/>
        </p:nvSpPr>
        <p:spPr>
          <a:xfrm>
            <a:off x="3203622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384" name="Text 381"/>
          <p:cNvSpPr/>
          <p:nvPr/>
        </p:nvSpPr>
        <p:spPr>
          <a:xfrm>
            <a:off x="3564819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385" name="Text 382"/>
          <p:cNvSpPr/>
          <p:nvPr/>
        </p:nvSpPr>
        <p:spPr>
          <a:xfrm>
            <a:off x="3926016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386" name="Text 383"/>
          <p:cNvSpPr/>
          <p:nvPr/>
        </p:nvSpPr>
        <p:spPr>
          <a:xfrm>
            <a:off x="4287213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783</a:t>
            </a:r>
            <a:endParaRPr lang="en-US" sz="576" dirty="0"/>
          </a:p>
        </p:txBody>
      </p:sp>
      <p:sp>
        <p:nvSpPr>
          <p:cNvPr id="387" name="Text 384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388" name="Text 385"/>
          <p:cNvSpPr/>
          <p:nvPr/>
        </p:nvSpPr>
        <p:spPr>
          <a:xfrm>
            <a:off x="9273649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792</a:t>
            </a:r>
            <a:endParaRPr lang="en-US" sz="552" dirty="0"/>
          </a:p>
        </p:txBody>
      </p:sp>
      <p:sp>
        <p:nvSpPr>
          <p:cNvPr id="389" name="Text 386"/>
          <p:cNvSpPr/>
          <p:nvPr/>
        </p:nvSpPr>
        <p:spPr>
          <a:xfrm>
            <a:off x="9273649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624</a:t>
            </a:r>
            <a:endParaRPr lang="en-US" sz="552" dirty="0"/>
          </a:p>
        </p:txBody>
      </p:sp>
      <p:sp>
        <p:nvSpPr>
          <p:cNvPr id="390" name="Text 387"/>
          <p:cNvSpPr/>
          <p:nvPr/>
        </p:nvSpPr>
        <p:spPr>
          <a:xfrm>
            <a:off x="7882513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432" dirty="0"/>
          </a:p>
        </p:txBody>
      </p:sp>
      <p:sp>
        <p:nvSpPr>
          <p:cNvPr id="391" name="Text 388"/>
          <p:cNvSpPr/>
          <p:nvPr/>
        </p:nvSpPr>
        <p:spPr>
          <a:xfrm>
            <a:off x="8243710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432" dirty="0"/>
          </a:p>
        </p:txBody>
      </p:sp>
      <p:sp>
        <p:nvSpPr>
          <p:cNvPr id="392" name="Text 389"/>
          <p:cNvSpPr/>
          <p:nvPr/>
        </p:nvSpPr>
        <p:spPr>
          <a:xfrm>
            <a:off x="8604907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432" dirty="0"/>
          </a:p>
        </p:txBody>
      </p:sp>
      <p:sp>
        <p:nvSpPr>
          <p:cNvPr id="393" name="Text 390"/>
          <p:cNvSpPr/>
          <p:nvPr/>
        </p:nvSpPr>
        <p:spPr>
          <a:xfrm>
            <a:off x="8966103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432" dirty="0"/>
          </a:p>
        </p:txBody>
      </p:sp>
      <p:sp>
        <p:nvSpPr>
          <p:cNvPr id="394" name="Text 391"/>
          <p:cNvSpPr/>
          <p:nvPr/>
        </p:nvSpPr>
        <p:spPr>
          <a:xfrm>
            <a:off x="9327300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432" dirty="0"/>
          </a:p>
        </p:txBody>
      </p:sp>
      <p:sp>
        <p:nvSpPr>
          <p:cNvPr id="395" name="Text 392"/>
          <p:cNvSpPr/>
          <p:nvPr/>
        </p:nvSpPr>
        <p:spPr>
          <a:xfrm>
            <a:off x="9688497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432" dirty="0"/>
          </a:p>
        </p:txBody>
      </p:sp>
      <p:sp>
        <p:nvSpPr>
          <p:cNvPr id="396" name="Text 393"/>
          <p:cNvSpPr/>
          <p:nvPr/>
        </p:nvSpPr>
        <p:spPr>
          <a:xfrm>
            <a:off x="10049694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432" dirty="0"/>
          </a:p>
        </p:txBody>
      </p:sp>
      <p:sp>
        <p:nvSpPr>
          <p:cNvPr id="397" name="Text 394"/>
          <p:cNvSpPr/>
          <p:nvPr/>
        </p:nvSpPr>
        <p:spPr>
          <a:xfrm>
            <a:off x="10410891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432" dirty="0"/>
          </a:p>
        </p:txBody>
      </p:sp>
      <p:sp>
        <p:nvSpPr>
          <p:cNvPr id="398" name="Text 395"/>
          <p:cNvSpPr/>
          <p:nvPr/>
        </p:nvSpPr>
        <p:spPr>
          <a:xfrm>
            <a:off x="10772087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432" dirty="0"/>
          </a:p>
        </p:txBody>
      </p:sp>
      <p:sp>
        <p:nvSpPr>
          <p:cNvPr id="399" name="Text 396"/>
          <p:cNvSpPr/>
          <p:nvPr/>
        </p:nvSpPr>
        <p:spPr>
          <a:xfrm>
            <a:off x="5009607" y="45536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576" dirty="0"/>
          </a:p>
        </p:txBody>
      </p:sp>
      <p:sp>
        <p:nvSpPr>
          <p:cNvPr id="400" name="Text 397"/>
          <p:cNvSpPr/>
          <p:nvPr/>
        </p:nvSpPr>
        <p:spPr>
          <a:xfrm>
            <a:off x="2120032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76" dirty="0"/>
          </a:p>
        </p:txBody>
      </p:sp>
      <p:sp>
        <p:nvSpPr>
          <p:cNvPr id="401" name="Text 398"/>
          <p:cNvSpPr/>
          <p:nvPr/>
        </p:nvSpPr>
        <p:spPr>
          <a:xfrm>
            <a:off x="2481229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402" name="Text 399"/>
          <p:cNvSpPr/>
          <p:nvPr/>
        </p:nvSpPr>
        <p:spPr>
          <a:xfrm>
            <a:off x="2842426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403" name="Text 400"/>
          <p:cNvSpPr/>
          <p:nvPr/>
        </p:nvSpPr>
        <p:spPr>
          <a:xfrm>
            <a:off x="3203622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76" dirty="0"/>
          </a:p>
        </p:txBody>
      </p:sp>
      <p:sp>
        <p:nvSpPr>
          <p:cNvPr id="404" name="Text 401"/>
          <p:cNvSpPr/>
          <p:nvPr/>
        </p:nvSpPr>
        <p:spPr>
          <a:xfrm>
            <a:off x="3564819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405" name="Text 402"/>
          <p:cNvSpPr/>
          <p:nvPr/>
        </p:nvSpPr>
        <p:spPr>
          <a:xfrm>
            <a:off x="3926016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406" name="Text 403"/>
          <p:cNvSpPr/>
          <p:nvPr/>
        </p:nvSpPr>
        <p:spPr>
          <a:xfrm>
            <a:off x="5009607" y="46870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576" dirty="0"/>
          </a:p>
        </p:txBody>
      </p:sp>
      <p:sp>
        <p:nvSpPr>
          <p:cNvPr id="407" name="Text 404"/>
          <p:cNvSpPr/>
          <p:nvPr/>
        </p:nvSpPr>
        <p:spPr>
          <a:xfrm>
            <a:off x="2120032" y="48203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576" dirty="0"/>
          </a:p>
        </p:txBody>
      </p:sp>
      <p:sp>
        <p:nvSpPr>
          <p:cNvPr id="408" name="Text 405"/>
          <p:cNvSpPr/>
          <p:nvPr/>
        </p:nvSpPr>
        <p:spPr>
          <a:xfrm>
            <a:off x="4287213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09" name="Text 406"/>
          <p:cNvSpPr/>
          <p:nvPr/>
        </p:nvSpPr>
        <p:spPr>
          <a:xfrm>
            <a:off x="4648410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0" name="Text 407"/>
          <p:cNvSpPr/>
          <p:nvPr/>
        </p:nvSpPr>
        <p:spPr>
          <a:xfrm>
            <a:off x="5009607" y="402029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1" name="Text 408"/>
          <p:cNvSpPr/>
          <p:nvPr/>
        </p:nvSpPr>
        <p:spPr>
          <a:xfrm>
            <a:off x="4287213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2" name="Text 409"/>
          <p:cNvSpPr/>
          <p:nvPr/>
        </p:nvSpPr>
        <p:spPr>
          <a:xfrm>
            <a:off x="4648410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3" name="Text 410"/>
          <p:cNvSpPr/>
          <p:nvPr/>
        </p:nvSpPr>
        <p:spPr>
          <a:xfrm>
            <a:off x="5009607" y="41536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4" name="Text 411"/>
          <p:cNvSpPr/>
          <p:nvPr/>
        </p:nvSpPr>
        <p:spPr>
          <a:xfrm>
            <a:off x="4287213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5" name="Text 412"/>
          <p:cNvSpPr/>
          <p:nvPr/>
        </p:nvSpPr>
        <p:spPr>
          <a:xfrm>
            <a:off x="4648410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  <p:sp>
        <p:nvSpPr>
          <p:cNvPr id="416" name="Text 413"/>
          <p:cNvSpPr/>
          <p:nvPr/>
        </p:nvSpPr>
        <p:spPr>
          <a:xfrm>
            <a:off x="5009607" y="4420344"/>
            <a:ext cx="3720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58416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 cerró con la mejor contactabilidad del año (62,4 %), señal de que la depuración de la base sigue dando resultado.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4878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del canal (420.641 registros), con más de 3.500 ventas acumuladas Ene-Ago.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8216595" y="1200894"/>
            <a:ext cx="17614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contacto (4,6 % sobre contacto apto)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372066" y="273441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6267293" y="40012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480" dirty="0"/>
          </a:p>
        </p:txBody>
      </p:sp>
      <p:sp>
        <p:nvSpPr>
          <p:cNvPr id="9" name="Text 6"/>
          <p:cNvSpPr/>
          <p:nvPr/>
        </p:nvSpPr>
        <p:spPr>
          <a:xfrm>
            <a:off x="571486" y="209550"/>
            <a:ext cx="33486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4374991" y="1200894"/>
            <a:ext cx="1504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504812" y="45441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504812" y="38774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504812" y="36107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533387" y="1200894"/>
            <a:ext cx="140604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7" name="Text 14"/>
          <p:cNvSpPr/>
          <p:nvPr/>
        </p:nvSpPr>
        <p:spPr>
          <a:xfrm>
            <a:off x="495288" y="320114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267293" y="32392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19" name="Text 16"/>
          <p:cNvSpPr/>
          <p:nvPr/>
        </p:nvSpPr>
        <p:spPr>
          <a:xfrm>
            <a:off x="6267293" y="36202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480" dirty="0"/>
          </a:p>
        </p:txBody>
      </p:sp>
      <p:sp>
        <p:nvSpPr>
          <p:cNvPr id="20" name="Text 17"/>
          <p:cNvSpPr/>
          <p:nvPr/>
        </p:nvSpPr>
        <p:spPr>
          <a:xfrm>
            <a:off x="6267293" y="34678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6267293" y="35440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480" dirty="0"/>
          </a:p>
        </p:txBody>
      </p:sp>
      <p:sp>
        <p:nvSpPr>
          <p:cNvPr id="22" name="Text 19"/>
          <p:cNvSpPr/>
          <p:nvPr/>
        </p:nvSpPr>
        <p:spPr>
          <a:xfrm>
            <a:off x="6267293" y="33916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23" name="Text 20"/>
          <p:cNvSpPr/>
          <p:nvPr/>
        </p:nvSpPr>
        <p:spPr>
          <a:xfrm>
            <a:off x="504812" y="37440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38488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504812" y="46775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36964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7" name="Text 24"/>
          <p:cNvSpPr/>
          <p:nvPr/>
        </p:nvSpPr>
        <p:spPr>
          <a:xfrm>
            <a:off x="533387" y="809625"/>
            <a:ext cx="12359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4374991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504812" y="40107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504812" y="41441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2" name="Text 29"/>
          <p:cNvSpPr/>
          <p:nvPr/>
        </p:nvSpPr>
        <p:spPr>
          <a:xfrm>
            <a:off x="504812" y="42774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6267293" y="30868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34" name="Text 31"/>
          <p:cNvSpPr/>
          <p:nvPr/>
        </p:nvSpPr>
        <p:spPr>
          <a:xfrm>
            <a:off x="6267293" y="33154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35" name="Text 32"/>
          <p:cNvSpPr/>
          <p:nvPr/>
        </p:nvSpPr>
        <p:spPr>
          <a:xfrm>
            <a:off x="6267293" y="40774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480" dirty="0"/>
          </a:p>
        </p:txBody>
      </p:sp>
      <p:sp>
        <p:nvSpPr>
          <p:cNvPr id="36" name="Text 33"/>
          <p:cNvSpPr/>
          <p:nvPr/>
        </p:nvSpPr>
        <p:spPr>
          <a:xfrm>
            <a:off x="6267293" y="41536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37" name="Text 34"/>
          <p:cNvSpPr/>
          <p:nvPr/>
        </p:nvSpPr>
        <p:spPr>
          <a:xfrm>
            <a:off x="504812" y="44108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576" dirty="0"/>
          </a:p>
        </p:txBody>
      </p:sp>
      <p:sp>
        <p:nvSpPr>
          <p:cNvPr id="38" name="Text 35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6267293" y="31630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40" name="Text 37"/>
          <p:cNvSpPr/>
          <p:nvPr/>
        </p:nvSpPr>
        <p:spPr>
          <a:xfrm>
            <a:off x="6267293" y="2953494"/>
            <a:ext cx="1674531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37726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42" name="Text 39"/>
          <p:cNvSpPr/>
          <p:nvPr/>
        </p:nvSpPr>
        <p:spPr>
          <a:xfrm>
            <a:off x="6267293" y="39250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480" dirty="0"/>
          </a:p>
        </p:txBody>
      </p:sp>
      <p:sp>
        <p:nvSpPr>
          <p:cNvPr id="43" name="Text 40"/>
          <p:cNvSpPr/>
          <p:nvPr/>
        </p:nvSpPr>
        <p:spPr>
          <a:xfrm>
            <a:off x="2951194" y="1715244"/>
            <a:ext cx="156845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540477" y="1715244"/>
            <a:ext cx="145640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4477220" y="1715244"/>
            <a:ext cx="145670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95288" y="20295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540477" y="26010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540477" y="3029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454.071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2951194" y="3029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5365816" y="48108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552" dirty="0"/>
          </a:p>
        </p:txBody>
      </p:sp>
      <p:sp>
        <p:nvSpPr>
          <p:cNvPr id="53" name="Text 50"/>
          <p:cNvSpPr/>
          <p:nvPr/>
        </p:nvSpPr>
        <p:spPr>
          <a:xfrm>
            <a:off x="7316013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192.371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533387" y="952500"/>
            <a:ext cx="6956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55" name="Text 52"/>
          <p:cNvSpPr/>
          <p:nvPr/>
        </p:nvSpPr>
        <p:spPr>
          <a:xfrm>
            <a:off x="1540477" y="1886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2951194" y="1886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4477220" y="1886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1540477" y="20295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2951194" y="20295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477220" y="20295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40477" y="21724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2951194" y="21724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477220" y="21724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40477" y="231531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51194" y="231531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477220" y="231531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1540477" y="24581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2951194" y="24581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477220" y="24581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2951194" y="26010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4477220" y="26010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1540477" y="27439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15.362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495288" y="28868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1540477" y="288681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18.068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4477220" y="3029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57,6 %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504812" y="3439269"/>
            <a:ext cx="1674531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2931256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3337695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3744135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4150574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5365816" y="36107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2931256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3337695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3744135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4150574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5365816" y="37440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5365816" y="38774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5365816" y="40107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5365816" y="41441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2118377" y="48108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2524816" y="48108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2931256" y="48108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576" dirty="0"/>
          </a:p>
        </p:txBody>
      </p:sp>
      <p:sp>
        <p:nvSpPr>
          <p:cNvPr id="93" name="Text 90"/>
          <p:cNvSpPr/>
          <p:nvPr/>
        </p:nvSpPr>
        <p:spPr>
          <a:xfrm>
            <a:off x="3337695" y="48108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53.459</a:t>
            </a:r>
            <a:endParaRPr lang="en-US" sz="576" dirty="0"/>
          </a:p>
        </p:txBody>
      </p:sp>
      <p:sp>
        <p:nvSpPr>
          <p:cNvPr id="94" name="Text 91"/>
          <p:cNvSpPr/>
          <p:nvPr/>
        </p:nvSpPr>
        <p:spPr>
          <a:xfrm>
            <a:off x="3744135" y="48108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53.459</a:t>
            </a:r>
            <a:endParaRPr lang="en-US" sz="576" dirty="0"/>
          </a:p>
        </p:txBody>
      </p:sp>
      <p:sp>
        <p:nvSpPr>
          <p:cNvPr id="95" name="Text 92"/>
          <p:cNvSpPr/>
          <p:nvPr/>
        </p:nvSpPr>
        <p:spPr>
          <a:xfrm>
            <a:off x="4150574" y="48108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74.821</a:t>
            </a:r>
            <a:endParaRPr lang="en-US" sz="576" dirty="0"/>
          </a:p>
        </p:txBody>
      </p:sp>
      <p:sp>
        <p:nvSpPr>
          <p:cNvPr id="96" name="Text 93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7316013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8294831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7316013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8294831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7316013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294831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7316013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8294831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7316013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8294831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7316013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15.362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8294831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44,1 %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6257769" y="2496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7316013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18.068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8294831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62,4 %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8294831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52,0 %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7880858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480" dirty="0"/>
          </a:p>
        </p:txBody>
      </p:sp>
      <p:sp>
        <p:nvSpPr>
          <p:cNvPr id="115" name="Text 112"/>
          <p:cNvSpPr/>
          <p:nvPr/>
        </p:nvSpPr>
        <p:spPr>
          <a:xfrm>
            <a:off x="8287297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480" dirty="0"/>
          </a:p>
        </p:txBody>
      </p:sp>
      <p:sp>
        <p:nvSpPr>
          <p:cNvPr id="116" name="Text 113"/>
          <p:cNvSpPr/>
          <p:nvPr/>
        </p:nvSpPr>
        <p:spPr>
          <a:xfrm>
            <a:off x="8693737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480" dirty="0"/>
          </a:p>
        </p:txBody>
      </p:sp>
      <p:sp>
        <p:nvSpPr>
          <p:cNvPr id="117" name="Text 114"/>
          <p:cNvSpPr/>
          <p:nvPr/>
        </p:nvSpPr>
        <p:spPr>
          <a:xfrm>
            <a:off x="9100176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480" dirty="0"/>
          </a:p>
        </p:txBody>
      </p:sp>
      <p:sp>
        <p:nvSpPr>
          <p:cNvPr id="118" name="Text 115"/>
          <p:cNvSpPr/>
          <p:nvPr/>
        </p:nvSpPr>
        <p:spPr>
          <a:xfrm>
            <a:off x="9506616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480" dirty="0"/>
          </a:p>
        </p:txBody>
      </p:sp>
      <p:sp>
        <p:nvSpPr>
          <p:cNvPr id="119" name="Text 116"/>
          <p:cNvSpPr/>
          <p:nvPr/>
        </p:nvSpPr>
        <p:spPr>
          <a:xfrm>
            <a:off x="9913055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480" dirty="0"/>
          </a:p>
        </p:txBody>
      </p:sp>
      <p:sp>
        <p:nvSpPr>
          <p:cNvPr id="120" name="Text 117"/>
          <p:cNvSpPr/>
          <p:nvPr/>
        </p:nvSpPr>
        <p:spPr>
          <a:xfrm>
            <a:off x="10319495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44,1 %</a:t>
            </a:r>
            <a:endParaRPr lang="en-US" sz="480" dirty="0"/>
          </a:p>
        </p:txBody>
      </p:sp>
      <p:sp>
        <p:nvSpPr>
          <p:cNvPr id="121" name="Text 118"/>
          <p:cNvSpPr/>
          <p:nvPr/>
        </p:nvSpPr>
        <p:spPr>
          <a:xfrm>
            <a:off x="10725934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62,4 %</a:t>
            </a:r>
            <a:endParaRPr lang="en-US" sz="480" dirty="0"/>
          </a:p>
        </p:txBody>
      </p:sp>
      <p:sp>
        <p:nvSpPr>
          <p:cNvPr id="122" name="Text 119"/>
          <p:cNvSpPr/>
          <p:nvPr/>
        </p:nvSpPr>
        <p:spPr>
          <a:xfrm>
            <a:off x="11128297" y="30868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51,7 %</a:t>
            </a:r>
            <a:endParaRPr lang="en-US" sz="480" dirty="0"/>
          </a:p>
        </p:txBody>
      </p:sp>
      <p:sp>
        <p:nvSpPr>
          <p:cNvPr id="123" name="Text 120"/>
          <p:cNvSpPr/>
          <p:nvPr/>
        </p:nvSpPr>
        <p:spPr>
          <a:xfrm>
            <a:off x="7880858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480" dirty="0"/>
          </a:p>
        </p:txBody>
      </p:sp>
      <p:sp>
        <p:nvSpPr>
          <p:cNvPr id="124" name="Text 121"/>
          <p:cNvSpPr/>
          <p:nvPr/>
        </p:nvSpPr>
        <p:spPr>
          <a:xfrm>
            <a:off x="8287297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480" dirty="0"/>
          </a:p>
        </p:txBody>
      </p:sp>
      <p:sp>
        <p:nvSpPr>
          <p:cNvPr id="125" name="Text 122"/>
          <p:cNvSpPr/>
          <p:nvPr/>
        </p:nvSpPr>
        <p:spPr>
          <a:xfrm>
            <a:off x="8693737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480" dirty="0"/>
          </a:p>
        </p:txBody>
      </p:sp>
      <p:sp>
        <p:nvSpPr>
          <p:cNvPr id="126" name="Text 123"/>
          <p:cNvSpPr/>
          <p:nvPr/>
        </p:nvSpPr>
        <p:spPr>
          <a:xfrm>
            <a:off x="9100176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480" dirty="0"/>
          </a:p>
        </p:txBody>
      </p:sp>
      <p:sp>
        <p:nvSpPr>
          <p:cNvPr id="127" name="Text 124"/>
          <p:cNvSpPr/>
          <p:nvPr/>
        </p:nvSpPr>
        <p:spPr>
          <a:xfrm>
            <a:off x="9506616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480" dirty="0"/>
          </a:p>
        </p:txBody>
      </p:sp>
      <p:sp>
        <p:nvSpPr>
          <p:cNvPr id="128" name="Text 125"/>
          <p:cNvSpPr/>
          <p:nvPr/>
        </p:nvSpPr>
        <p:spPr>
          <a:xfrm>
            <a:off x="9913055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480" dirty="0"/>
          </a:p>
        </p:txBody>
      </p:sp>
      <p:sp>
        <p:nvSpPr>
          <p:cNvPr id="129" name="Text 126"/>
          <p:cNvSpPr/>
          <p:nvPr/>
        </p:nvSpPr>
        <p:spPr>
          <a:xfrm>
            <a:off x="10319495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16,5 %</a:t>
            </a:r>
            <a:endParaRPr lang="en-US" sz="480" dirty="0"/>
          </a:p>
        </p:txBody>
      </p:sp>
      <p:sp>
        <p:nvSpPr>
          <p:cNvPr id="130" name="Text 127"/>
          <p:cNvSpPr/>
          <p:nvPr/>
        </p:nvSpPr>
        <p:spPr>
          <a:xfrm>
            <a:off x="10725934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23,4 %</a:t>
            </a:r>
            <a:endParaRPr lang="en-US" sz="480" dirty="0"/>
          </a:p>
        </p:txBody>
      </p:sp>
      <p:sp>
        <p:nvSpPr>
          <p:cNvPr id="131" name="Text 128"/>
          <p:cNvSpPr/>
          <p:nvPr/>
        </p:nvSpPr>
        <p:spPr>
          <a:xfrm>
            <a:off x="11128297" y="32392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480" dirty="0"/>
          </a:p>
        </p:txBody>
      </p:sp>
      <p:sp>
        <p:nvSpPr>
          <p:cNvPr id="132" name="Text 129"/>
          <p:cNvSpPr/>
          <p:nvPr/>
        </p:nvSpPr>
        <p:spPr>
          <a:xfrm>
            <a:off x="7880858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480" dirty="0"/>
          </a:p>
        </p:txBody>
      </p:sp>
      <p:sp>
        <p:nvSpPr>
          <p:cNvPr id="133" name="Text 130"/>
          <p:cNvSpPr/>
          <p:nvPr/>
        </p:nvSpPr>
        <p:spPr>
          <a:xfrm>
            <a:off x="8693737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480" dirty="0"/>
          </a:p>
        </p:txBody>
      </p:sp>
      <p:sp>
        <p:nvSpPr>
          <p:cNvPr id="134" name="Text 131"/>
          <p:cNvSpPr/>
          <p:nvPr/>
        </p:nvSpPr>
        <p:spPr>
          <a:xfrm>
            <a:off x="9100176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480" dirty="0"/>
          </a:p>
        </p:txBody>
      </p:sp>
      <p:sp>
        <p:nvSpPr>
          <p:cNvPr id="135" name="Text 132"/>
          <p:cNvSpPr/>
          <p:nvPr/>
        </p:nvSpPr>
        <p:spPr>
          <a:xfrm>
            <a:off x="9506616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480" dirty="0"/>
          </a:p>
        </p:txBody>
      </p:sp>
      <p:sp>
        <p:nvSpPr>
          <p:cNvPr id="136" name="Text 133"/>
          <p:cNvSpPr/>
          <p:nvPr/>
        </p:nvSpPr>
        <p:spPr>
          <a:xfrm>
            <a:off x="10725934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480" dirty="0"/>
          </a:p>
        </p:txBody>
      </p:sp>
      <p:sp>
        <p:nvSpPr>
          <p:cNvPr id="137" name="Text 134"/>
          <p:cNvSpPr/>
          <p:nvPr/>
        </p:nvSpPr>
        <p:spPr>
          <a:xfrm>
            <a:off x="11128297" y="33154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480" dirty="0"/>
          </a:p>
        </p:txBody>
      </p:sp>
      <p:sp>
        <p:nvSpPr>
          <p:cNvPr id="138" name="Text 135"/>
          <p:cNvSpPr/>
          <p:nvPr/>
        </p:nvSpPr>
        <p:spPr>
          <a:xfrm>
            <a:off x="7880858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480" dirty="0"/>
          </a:p>
        </p:txBody>
      </p:sp>
      <p:sp>
        <p:nvSpPr>
          <p:cNvPr id="139" name="Text 136"/>
          <p:cNvSpPr/>
          <p:nvPr/>
        </p:nvSpPr>
        <p:spPr>
          <a:xfrm>
            <a:off x="8287297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63,2 %</a:t>
            </a:r>
            <a:endParaRPr lang="en-US" sz="480" dirty="0"/>
          </a:p>
        </p:txBody>
      </p:sp>
      <p:sp>
        <p:nvSpPr>
          <p:cNvPr id="140" name="Text 137"/>
          <p:cNvSpPr/>
          <p:nvPr/>
        </p:nvSpPr>
        <p:spPr>
          <a:xfrm>
            <a:off x="8693737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40,8 %</a:t>
            </a:r>
            <a:endParaRPr lang="en-US" sz="480" dirty="0"/>
          </a:p>
        </p:txBody>
      </p:sp>
      <p:sp>
        <p:nvSpPr>
          <p:cNvPr id="141" name="Text 138"/>
          <p:cNvSpPr/>
          <p:nvPr/>
        </p:nvSpPr>
        <p:spPr>
          <a:xfrm>
            <a:off x="9100176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43,6 %</a:t>
            </a:r>
            <a:endParaRPr lang="en-US" sz="480" dirty="0"/>
          </a:p>
        </p:txBody>
      </p:sp>
      <p:sp>
        <p:nvSpPr>
          <p:cNvPr id="142" name="Text 139"/>
          <p:cNvSpPr/>
          <p:nvPr/>
        </p:nvSpPr>
        <p:spPr>
          <a:xfrm>
            <a:off x="9506616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40,7 %</a:t>
            </a:r>
            <a:endParaRPr lang="en-US" sz="480" dirty="0"/>
          </a:p>
        </p:txBody>
      </p:sp>
      <p:sp>
        <p:nvSpPr>
          <p:cNvPr id="143" name="Text 140"/>
          <p:cNvSpPr/>
          <p:nvPr/>
        </p:nvSpPr>
        <p:spPr>
          <a:xfrm>
            <a:off x="9913055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53,8 %</a:t>
            </a:r>
            <a:endParaRPr lang="en-US" sz="480" dirty="0"/>
          </a:p>
        </p:txBody>
      </p:sp>
      <p:sp>
        <p:nvSpPr>
          <p:cNvPr id="144" name="Text 141"/>
          <p:cNvSpPr/>
          <p:nvPr/>
        </p:nvSpPr>
        <p:spPr>
          <a:xfrm>
            <a:off x="10319495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55,9 %</a:t>
            </a:r>
            <a:endParaRPr lang="en-US" sz="480" dirty="0"/>
          </a:p>
        </p:txBody>
      </p:sp>
      <p:sp>
        <p:nvSpPr>
          <p:cNvPr id="145" name="Text 142"/>
          <p:cNvSpPr/>
          <p:nvPr/>
        </p:nvSpPr>
        <p:spPr>
          <a:xfrm>
            <a:off x="10725934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37,6 %</a:t>
            </a:r>
            <a:endParaRPr lang="en-US" sz="480" dirty="0"/>
          </a:p>
        </p:txBody>
      </p:sp>
      <p:sp>
        <p:nvSpPr>
          <p:cNvPr id="146" name="Text 143"/>
          <p:cNvSpPr/>
          <p:nvPr/>
        </p:nvSpPr>
        <p:spPr>
          <a:xfrm>
            <a:off x="11128297" y="37726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48,3 %</a:t>
            </a:r>
            <a:endParaRPr lang="en-US" sz="480" dirty="0"/>
          </a:p>
        </p:txBody>
      </p:sp>
      <p:sp>
        <p:nvSpPr>
          <p:cNvPr id="147" name="Text 144"/>
          <p:cNvSpPr/>
          <p:nvPr/>
        </p:nvSpPr>
        <p:spPr>
          <a:xfrm>
            <a:off x="7880858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39,1 %</a:t>
            </a:r>
            <a:endParaRPr lang="en-US" sz="480" dirty="0"/>
          </a:p>
        </p:txBody>
      </p:sp>
      <p:sp>
        <p:nvSpPr>
          <p:cNvPr id="148" name="Text 145"/>
          <p:cNvSpPr/>
          <p:nvPr/>
        </p:nvSpPr>
        <p:spPr>
          <a:xfrm>
            <a:off x="8287297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50,5 %</a:t>
            </a:r>
            <a:endParaRPr lang="en-US" sz="480" dirty="0"/>
          </a:p>
        </p:txBody>
      </p:sp>
      <p:sp>
        <p:nvSpPr>
          <p:cNvPr id="149" name="Text 146"/>
          <p:cNvSpPr/>
          <p:nvPr/>
        </p:nvSpPr>
        <p:spPr>
          <a:xfrm>
            <a:off x="8693737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32,6 %</a:t>
            </a:r>
            <a:endParaRPr lang="en-US" sz="480" dirty="0"/>
          </a:p>
        </p:txBody>
      </p:sp>
      <p:sp>
        <p:nvSpPr>
          <p:cNvPr id="150" name="Text 147"/>
          <p:cNvSpPr/>
          <p:nvPr/>
        </p:nvSpPr>
        <p:spPr>
          <a:xfrm>
            <a:off x="9100176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34,9 %</a:t>
            </a:r>
            <a:endParaRPr lang="en-US" sz="480" dirty="0"/>
          </a:p>
        </p:txBody>
      </p:sp>
      <p:sp>
        <p:nvSpPr>
          <p:cNvPr id="151" name="Text 148"/>
          <p:cNvSpPr/>
          <p:nvPr/>
        </p:nvSpPr>
        <p:spPr>
          <a:xfrm>
            <a:off x="9506616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32,5 %</a:t>
            </a:r>
            <a:endParaRPr lang="en-US" sz="480" dirty="0"/>
          </a:p>
        </p:txBody>
      </p:sp>
      <p:sp>
        <p:nvSpPr>
          <p:cNvPr id="152" name="Text 149"/>
          <p:cNvSpPr/>
          <p:nvPr/>
        </p:nvSpPr>
        <p:spPr>
          <a:xfrm>
            <a:off x="9913055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43,0 %</a:t>
            </a:r>
            <a:endParaRPr lang="en-US" sz="480" dirty="0"/>
          </a:p>
        </p:txBody>
      </p:sp>
      <p:sp>
        <p:nvSpPr>
          <p:cNvPr id="153" name="Text 150"/>
          <p:cNvSpPr/>
          <p:nvPr/>
        </p:nvSpPr>
        <p:spPr>
          <a:xfrm>
            <a:off x="10319495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44,7 %</a:t>
            </a:r>
            <a:endParaRPr lang="en-US" sz="480" dirty="0"/>
          </a:p>
        </p:txBody>
      </p:sp>
      <p:sp>
        <p:nvSpPr>
          <p:cNvPr id="154" name="Text 151"/>
          <p:cNvSpPr/>
          <p:nvPr/>
        </p:nvSpPr>
        <p:spPr>
          <a:xfrm>
            <a:off x="10725934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30,1 %</a:t>
            </a:r>
            <a:endParaRPr lang="en-US" sz="480" dirty="0"/>
          </a:p>
        </p:txBody>
      </p:sp>
      <p:sp>
        <p:nvSpPr>
          <p:cNvPr id="155" name="Text 152"/>
          <p:cNvSpPr/>
          <p:nvPr/>
        </p:nvSpPr>
        <p:spPr>
          <a:xfrm>
            <a:off x="11128297" y="38488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38,6 %</a:t>
            </a:r>
            <a:endParaRPr lang="en-US" sz="480" dirty="0"/>
          </a:p>
        </p:txBody>
      </p:sp>
      <p:sp>
        <p:nvSpPr>
          <p:cNvPr id="156" name="Text 153"/>
          <p:cNvSpPr/>
          <p:nvPr/>
        </p:nvSpPr>
        <p:spPr>
          <a:xfrm>
            <a:off x="495288" y="1886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57" name="Text 154"/>
          <p:cNvSpPr/>
          <p:nvPr/>
        </p:nvSpPr>
        <p:spPr>
          <a:xfrm>
            <a:off x="495288" y="21724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58" name="Text 155"/>
          <p:cNvSpPr/>
          <p:nvPr/>
        </p:nvSpPr>
        <p:spPr>
          <a:xfrm>
            <a:off x="495288" y="23153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59" name="Text 156"/>
          <p:cNvSpPr/>
          <p:nvPr/>
        </p:nvSpPr>
        <p:spPr>
          <a:xfrm>
            <a:off x="495288" y="26010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60" name="Text 157"/>
          <p:cNvSpPr/>
          <p:nvPr/>
        </p:nvSpPr>
        <p:spPr>
          <a:xfrm>
            <a:off x="495288" y="27439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636" dirty="0"/>
          </a:p>
        </p:txBody>
      </p:sp>
      <p:sp>
        <p:nvSpPr>
          <p:cNvPr id="161" name="Text 158"/>
          <p:cNvSpPr/>
          <p:nvPr/>
        </p:nvSpPr>
        <p:spPr>
          <a:xfrm>
            <a:off x="4477220" y="27439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62" name="Text 159"/>
          <p:cNvSpPr/>
          <p:nvPr/>
        </p:nvSpPr>
        <p:spPr>
          <a:xfrm>
            <a:off x="4477220" y="288681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63" name="Text 160"/>
          <p:cNvSpPr/>
          <p:nvPr/>
        </p:nvSpPr>
        <p:spPr>
          <a:xfrm>
            <a:off x="495288" y="3029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64" name="Text 161"/>
          <p:cNvSpPr/>
          <p:nvPr/>
        </p:nvSpPr>
        <p:spPr>
          <a:xfrm>
            <a:off x="5365816" y="3439269"/>
            <a:ext cx="558586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65" name="Text 162"/>
          <p:cNvSpPr/>
          <p:nvPr/>
        </p:nvSpPr>
        <p:spPr>
          <a:xfrm>
            <a:off x="2118377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2524816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2118377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2524816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2118377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2524816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576" dirty="0"/>
          </a:p>
        </p:txBody>
      </p:sp>
      <p:sp>
        <p:nvSpPr>
          <p:cNvPr id="171" name="Text 168"/>
          <p:cNvSpPr/>
          <p:nvPr/>
        </p:nvSpPr>
        <p:spPr>
          <a:xfrm>
            <a:off x="2931256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576" dirty="0"/>
          </a:p>
        </p:txBody>
      </p:sp>
      <p:sp>
        <p:nvSpPr>
          <p:cNvPr id="172" name="Text 169"/>
          <p:cNvSpPr/>
          <p:nvPr/>
        </p:nvSpPr>
        <p:spPr>
          <a:xfrm>
            <a:off x="3337695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73" name="Text 170"/>
          <p:cNvSpPr/>
          <p:nvPr/>
        </p:nvSpPr>
        <p:spPr>
          <a:xfrm>
            <a:off x="3744135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74" name="Text 171"/>
          <p:cNvSpPr/>
          <p:nvPr/>
        </p:nvSpPr>
        <p:spPr>
          <a:xfrm>
            <a:off x="4150574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576" dirty="0"/>
          </a:p>
        </p:txBody>
      </p:sp>
      <p:sp>
        <p:nvSpPr>
          <p:cNvPr id="175" name="Text 172"/>
          <p:cNvSpPr/>
          <p:nvPr/>
        </p:nvSpPr>
        <p:spPr>
          <a:xfrm>
            <a:off x="2524816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576" dirty="0"/>
          </a:p>
        </p:txBody>
      </p:sp>
      <p:sp>
        <p:nvSpPr>
          <p:cNvPr id="176" name="Text 173"/>
          <p:cNvSpPr/>
          <p:nvPr/>
        </p:nvSpPr>
        <p:spPr>
          <a:xfrm>
            <a:off x="2931256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576" dirty="0"/>
          </a:p>
        </p:txBody>
      </p:sp>
      <p:sp>
        <p:nvSpPr>
          <p:cNvPr id="177" name="Text 174"/>
          <p:cNvSpPr/>
          <p:nvPr/>
        </p:nvSpPr>
        <p:spPr>
          <a:xfrm>
            <a:off x="3337695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78" name="Text 175"/>
          <p:cNvSpPr/>
          <p:nvPr/>
        </p:nvSpPr>
        <p:spPr>
          <a:xfrm>
            <a:off x="3744135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79" name="Text 176"/>
          <p:cNvSpPr/>
          <p:nvPr/>
        </p:nvSpPr>
        <p:spPr>
          <a:xfrm>
            <a:off x="4150574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576" dirty="0"/>
          </a:p>
        </p:txBody>
      </p:sp>
      <p:sp>
        <p:nvSpPr>
          <p:cNvPr id="180" name="Text 177"/>
          <p:cNvSpPr/>
          <p:nvPr/>
        </p:nvSpPr>
        <p:spPr>
          <a:xfrm>
            <a:off x="2524816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576" dirty="0"/>
          </a:p>
        </p:txBody>
      </p:sp>
      <p:sp>
        <p:nvSpPr>
          <p:cNvPr id="181" name="Text 178"/>
          <p:cNvSpPr/>
          <p:nvPr/>
        </p:nvSpPr>
        <p:spPr>
          <a:xfrm>
            <a:off x="2931256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576" dirty="0"/>
          </a:p>
        </p:txBody>
      </p:sp>
      <p:sp>
        <p:nvSpPr>
          <p:cNvPr id="182" name="Text 179"/>
          <p:cNvSpPr/>
          <p:nvPr/>
        </p:nvSpPr>
        <p:spPr>
          <a:xfrm>
            <a:off x="3337695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83" name="Text 180"/>
          <p:cNvSpPr/>
          <p:nvPr/>
        </p:nvSpPr>
        <p:spPr>
          <a:xfrm>
            <a:off x="3744135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84" name="Text 181"/>
          <p:cNvSpPr/>
          <p:nvPr/>
        </p:nvSpPr>
        <p:spPr>
          <a:xfrm>
            <a:off x="4150574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576" dirty="0"/>
          </a:p>
        </p:txBody>
      </p:sp>
      <p:sp>
        <p:nvSpPr>
          <p:cNvPr id="185" name="Text 182"/>
          <p:cNvSpPr/>
          <p:nvPr/>
        </p:nvSpPr>
        <p:spPr>
          <a:xfrm>
            <a:off x="2931256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76" dirty="0"/>
          </a:p>
        </p:txBody>
      </p:sp>
      <p:sp>
        <p:nvSpPr>
          <p:cNvPr id="186" name="Text 183"/>
          <p:cNvSpPr/>
          <p:nvPr/>
        </p:nvSpPr>
        <p:spPr>
          <a:xfrm>
            <a:off x="3337695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87" name="Text 184"/>
          <p:cNvSpPr/>
          <p:nvPr/>
        </p:nvSpPr>
        <p:spPr>
          <a:xfrm>
            <a:off x="3744135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88" name="Text 185"/>
          <p:cNvSpPr/>
          <p:nvPr/>
        </p:nvSpPr>
        <p:spPr>
          <a:xfrm>
            <a:off x="4150574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576" dirty="0"/>
          </a:p>
        </p:txBody>
      </p:sp>
      <p:sp>
        <p:nvSpPr>
          <p:cNvPr id="189" name="Text 186"/>
          <p:cNvSpPr/>
          <p:nvPr/>
        </p:nvSpPr>
        <p:spPr>
          <a:xfrm>
            <a:off x="5365816" y="42774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576" dirty="0"/>
          </a:p>
        </p:txBody>
      </p:sp>
      <p:sp>
        <p:nvSpPr>
          <p:cNvPr id="190" name="Text 187"/>
          <p:cNvSpPr/>
          <p:nvPr/>
        </p:nvSpPr>
        <p:spPr>
          <a:xfrm>
            <a:off x="3337695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91" name="Text 188"/>
          <p:cNvSpPr/>
          <p:nvPr/>
        </p:nvSpPr>
        <p:spPr>
          <a:xfrm>
            <a:off x="3744135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92" name="Text 189"/>
          <p:cNvSpPr/>
          <p:nvPr/>
        </p:nvSpPr>
        <p:spPr>
          <a:xfrm>
            <a:off x="4150574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576" dirty="0"/>
          </a:p>
        </p:txBody>
      </p:sp>
      <p:sp>
        <p:nvSpPr>
          <p:cNvPr id="193" name="Text 190"/>
          <p:cNvSpPr/>
          <p:nvPr/>
        </p:nvSpPr>
        <p:spPr>
          <a:xfrm>
            <a:off x="5365816" y="44108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576" dirty="0"/>
          </a:p>
        </p:txBody>
      </p:sp>
      <p:sp>
        <p:nvSpPr>
          <p:cNvPr id="194" name="Text 191"/>
          <p:cNvSpPr/>
          <p:nvPr/>
        </p:nvSpPr>
        <p:spPr>
          <a:xfrm>
            <a:off x="4150574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576" dirty="0"/>
          </a:p>
        </p:txBody>
      </p:sp>
      <p:sp>
        <p:nvSpPr>
          <p:cNvPr id="195" name="Text 192"/>
          <p:cNvSpPr/>
          <p:nvPr/>
        </p:nvSpPr>
        <p:spPr>
          <a:xfrm>
            <a:off x="5365816" y="45441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576" dirty="0"/>
          </a:p>
        </p:txBody>
      </p:sp>
      <p:sp>
        <p:nvSpPr>
          <p:cNvPr id="196" name="Text 193"/>
          <p:cNvSpPr/>
          <p:nvPr/>
        </p:nvSpPr>
        <p:spPr>
          <a:xfrm>
            <a:off x="2931256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576" dirty="0"/>
          </a:p>
        </p:txBody>
      </p:sp>
      <p:sp>
        <p:nvSpPr>
          <p:cNvPr id="197" name="Text 194"/>
          <p:cNvSpPr/>
          <p:nvPr/>
        </p:nvSpPr>
        <p:spPr>
          <a:xfrm>
            <a:off x="3337695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98" name="Text 195"/>
          <p:cNvSpPr/>
          <p:nvPr/>
        </p:nvSpPr>
        <p:spPr>
          <a:xfrm>
            <a:off x="3744135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99" name="Text 196"/>
          <p:cNvSpPr/>
          <p:nvPr/>
        </p:nvSpPr>
        <p:spPr>
          <a:xfrm>
            <a:off x="4150574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576" dirty="0"/>
          </a:p>
        </p:txBody>
      </p:sp>
      <p:sp>
        <p:nvSpPr>
          <p:cNvPr id="200" name="Text 197"/>
          <p:cNvSpPr/>
          <p:nvPr/>
        </p:nvSpPr>
        <p:spPr>
          <a:xfrm>
            <a:off x="5365816" y="46775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576" dirty="0"/>
          </a:p>
        </p:txBody>
      </p:sp>
      <p:sp>
        <p:nvSpPr>
          <p:cNvPr id="201" name="Text 198"/>
          <p:cNvSpPr/>
          <p:nvPr/>
        </p:nvSpPr>
        <p:spPr>
          <a:xfrm>
            <a:off x="504812" y="48108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202" name="Text 199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203" name="Text 200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10239394" y="1924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10239394" y="2020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239394" y="2115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239394" y="2210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6257769" y="2305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239394" y="2305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6257769" y="2401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10239394" y="2401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5,5 %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239394" y="2496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6257769" y="2591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9273649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3.512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239394" y="2591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1128297" y="2953494"/>
            <a:ext cx="558586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221" name="Text 218"/>
          <p:cNvSpPr/>
          <p:nvPr/>
        </p:nvSpPr>
        <p:spPr>
          <a:xfrm>
            <a:off x="7880858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222" name="Text 219"/>
          <p:cNvSpPr/>
          <p:nvPr/>
        </p:nvSpPr>
        <p:spPr>
          <a:xfrm>
            <a:off x="8287297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223" name="Text 220"/>
          <p:cNvSpPr/>
          <p:nvPr/>
        </p:nvSpPr>
        <p:spPr>
          <a:xfrm>
            <a:off x="8693737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480" dirty="0"/>
          </a:p>
        </p:txBody>
      </p:sp>
      <p:sp>
        <p:nvSpPr>
          <p:cNvPr id="224" name="Text 221"/>
          <p:cNvSpPr/>
          <p:nvPr/>
        </p:nvSpPr>
        <p:spPr>
          <a:xfrm>
            <a:off x="9100176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25" name="Text 222"/>
          <p:cNvSpPr/>
          <p:nvPr/>
        </p:nvSpPr>
        <p:spPr>
          <a:xfrm>
            <a:off x="9506616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226" name="Text 223"/>
          <p:cNvSpPr/>
          <p:nvPr/>
        </p:nvSpPr>
        <p:spPr>
          <a:xfrm>
            <a:off x="9913055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480" dirty="0"/>
          </a:p>
        </p:txBody>
      </p:sp>
      <p:sp>
        <p:nvSpPr>
          <p:cNvPr id="227" name="Text 224"/>
          <p:cNvSpPr/>
          <p:nvPr/>
        </p:nvSpPr>
        <p:spPr>
          <a:xfrm>
            <a:off x="10319495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2,0 %</a:t>
            </a:r>
            <a:endParaRPr lang="en-US" sz="480" dirty="0"/>
          </a:p>
        </p:txBody>
      </p:sp>
      <p:sp>
        <p:nvSpPr>
          <p:cNvPr id="228" name="Text 225"/>
          <p:cNvSpPr/>
          <p:nvPr/>
        </p:nvSpPr>
        <p:spPr>
          <a:xfrm>
            <a:off x="10725934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2,0 %</a:t>
            </a:r>
            <a:endParaRPr lang="en-US" sz="480" dirty="0"/>
          </a:p>
        </p:txBody>
      </p:sp>
      <p:sp>
        <p:nvSpPr>
          <p:cNvPr id="229" name="Text 226"/>
          <p:cNvSpPr/>
          <p:nvPr/>
        </p:nvSpPr>
        <p:spPr>
          <a:xfrm>
            <a:off x="11128297" y="31630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230" name="Text 227"/>
          <p:cNvSpPr/>
          <p:nvPr/>
        </p:nvSpPr>
        <p:spPr>
          <a:xfrm>
            <a:off x="8287297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7,9 %</a:t>
            </a:r>
            <a:endParaRPr lang="en-US" sz="480" dirty="0"/>
          </a:p>
        </p:txBody>
      </p:sp>
      <p:sp>
        <p:nvSpPr>
          <p:cNvPr id="231" name="Text 228"/>
          <p:cNvSpPr/>
          <p:nvPr/>
        </p:nvSpPr>
        <p:spPr>
          <a:xfrm>
            <a:off x="9913055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480" dirty="0"/>
          </a:p>
        </p:txBody>
      </p:sp>
      <p:sp>
        <p:nvSpPr>
          <p:cNvPr id="232" name="Text 229"/>
          <p:cNvSpPr/>
          <p:nvPr/>
        </p:nvSpPr>
        <p:spPr>
          <a:xfrm>
            <a:off x="10319495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9,5 %</a:t>
            </a:r>
            <a:endParaRPr lang="en-US" sz="480" dirty="0"/>
          </a:p>
        </p:txBody>
      </p:sp>
      <p:sp>
        <p:nvSpPr>
          <p:cNvPr id="233" name="Text 230"/>
          <p:cNvSpPr/>
          <p:nvPr/>
        </p:nvSpPr>
        <p:spPr>
          <a:xfrm>
            <a:off x="7880858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234" name="Text 231"/>
          <p:cNvSpPr/>
          <p:nvPr/>
        </p:nvSpPr>
        <p:spPr>
          <a:xfrm>
            <a:off x="8287297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480" dirty="0"/>
          </a:p>
        </p:txBody>
      </p:sp>
      <p:sp>
        <p:nvSpPr>
          <p:cNvPr id="235" name="Text 232"/>
          <p:cNvSpPr/>
          <p:nvPr/>
        </p:nvSpPr>
        <p:spPr>
          <a:xfrm>
            <a:off x="8693737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236" name="Text 233"/>
          <p:cNvSpPr/>
          <p:nvPr/>
        </p:nvSpPr>
        <p:spPr>
          <a:xfrm>
            <a:off x="9100176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237" name="Text 234"/>
          <p:cNvSpPr/>
          <p:nvPr/>
        </p:nvSpPr>
        <p:spPr>
          <a:xfrm>
            <a:off x="9506616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238" name="Text 235"/>
          <p:cNvSpPr/>
          <p:nvPr/>
        </p:nvSpPr>
        <p:spPr>
          <a:xfrm>
            <a:off x="9913055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239" name="Text 236"/>
          <p:cNvSpPr/>
          <p:nvPr/>
        </p:nvSpPr>
        <p:spPr>
          <a:xfrm>
            <a:off x="10319495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480" dirty="0"/>
          </a:p>
        </p:txBody>
      </p:sp>
      <p:sp>
        <p:nvSpPr>
          <p:cNvPr id="240" name="Text 237"/>
          <p:cNvSpPr/>
          <p:nvPr/>
        </p:nvSpPr>
        <p:spPr>
          <a:xfrm>
            <a:off x="10725934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5,5 %</a:t>
            </a:r>
            <a:endParaRPr lang="en-US" sz="480" dirty="0"/>
          </a:p>
        </p:txBody>
      </p:sp>
      <p:sp>
        <p:nvSpPr>
          <p:cNvPr id="241" name="Text 238"/>
          <p:cNvSpPr/>
          <p:nvPr/>
        </p:nvSpPr>
        <p:spPr>
          <a:xfrm>
            <a:off x="11128297" y="33916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242" name="Text 239"/>
          <p:cNvSpPr/>
          <p:nvPr/>
        </p:nvSpPr>
        <p:spPr>
          <a:xfrm>
            <a:off x="7880858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243" name="Text 240"/>
          <p:cNvSpPr/>
          <p:nvPr/>
        </p:nvSpPr>
        <p:spPr>
          <a:xfrm>
            <a:off x="8287297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44" name="Text 241"/>
          <p:cNvSpPr/>
          <p:nvPr/>
        </p:nvSpPr>
        <p:spPr>
          <a:xfrm>
            <a:off x="8693737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480" dirty="0"/>
          </a:p>
        </p:txBody>
      </p:sp>
      <p:sp>
        <p:nvSpPr>
          <p:cNvPr id="245" name="Text 242"/>
          <p:cNvSpPr/>
          <p:nvPr/>
        </p:nvSpPr>
        <p:spPr>
          <a:xfrm>
            <a:off x="9100176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480" dirty="0"/>
          </a:p>
        </p:txBody>
      </p:sp>
      <p:sp>
        <p:nvSpPr>
          <p:cNvPr id="246" name="Text 243"/>
          <p:cNvSpPr/>
          <p:nvPr/>
        </p:nvSpPr>
        <p:spPr>
          <a:xfrm>
            <a:off x="9506616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480" dirty="0"/>
          </a:p>
        </p:txBody>
      </p:sp>
      <p:sp>
        <p:nvSpPr>
          <p:cNvPr id="247" name="Text 244"/>
          <p:cNvSpPr/>
          <p:nvPr/>
        </p:nvSpPr>
        <p:spPr>
          <a:xfrm>
            <a:off x="9913055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480" dirty="0"/>
          </a:p>
        </p:txBody>
      </p:sp>
      <p:sp>
        <p:nvSpPr>
          <p:cNvPr id="248" name="Text 245"/>
          <p:cNvSpPr/>
          <p:nvPr/>
        </p:nvSpPr>
        <p:spPr>
          <a:xfrm>
            <a:off x="10319495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480" dirty="0"/>
          </a:p>
        </p:txBody>
      </p:sp>
      <p:sp>
        <p:nvSpPr>
          <p:cNvPr id="249" name="Text 246"/>
          <p:cNvSpPr/>
          <p:nvPr/>
        </p:nvSpPr>
        <p:spPr>
          <a:xfrm>
            <a:off x="10725934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6,5 %</a:t>
            </a:r>
            <a:endParaRPr lang="en-US" sz="480" dirty="0"/>
          </a:p>
        </p:txBody>
      </p:sp>
      <p:sp>
        <p:nvSpPr>
          <p:cNvPr id="250" name="Text 247"/>
          <p:cNvSpPr/>
          <p:nvPr/>
        </p:nvSpPr>
        <p:spPr>
          <a:xfrm>
            <a:off x="11128297" y="34678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480" dirty="0"/>
          </a:p>
        </p:txBody>
      </p:sp>
      <p:sp>
        <p:nvSpPr>
          <p:cNvPr id="251" name="Text 248"/>
          <p:cNvSpPr/>
          <p:nvPr/>
        </p:nvSpPr>
        <p:spPr>
          <a:xfrm>
            <a:off x="7880858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480" dirty="0"/>
          </a:p>
        </p:txBody>
      </p:sp>
      <p:sp>
        <p:nvSpPr>
          <p:cNvPr id="252" name="Text 249"/>
          <p:cNvSpPr/>
          <p:nvPr/>
        </p:nvSpPr>
        <p:spPr>
          <a:xfrm>
            <a:off x="8287297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253" name="Text 250"/>
          <p:cNvSpPr/>
          <p:nvPr/>
        </p:nvSpPr>
        <p:spPr>
          <a:xfrm>
            <a:off x="8693737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480" dirty="0"/>
          </a:p>
        </p:txBody>
      </p:sp>
      <p:sp>
        <p:nvSpPr>
          <p:cNvPr id="254" name="Text 251"/>
          <p:cNvSpPr/>
          <p:nvPr/>
        </p:nvSpPr>
        <p:spPr>
          <a:xfrm>
            <a:off x="9100176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2,9 %</a:t>
            </a:r>
            <a:endParaRPr lang="en-US" sz="480" dirty="0"/>
          </a:p>
        </p:txBody>
      </p:sp>
      <p:sp>
        <p:nvSpPr>
          <p:cNvPr id="255" name="Text 252"/>
          <p:cNvSpPr/>
          <p:nvPr/>
        </p:nvSpPr>
        <p:spPr>
          <a:xfrm>
            <a:off x="9506616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480" dirty="0"/>
          </a:p>
        </p:txBody>
      </p:sp>
      <p:sp>
        <p:nvSpPr>
          <p:cNvPr id="256" name="Text 253"/>
          <p:cNvSpPr/>
          <p:nvPr/>
        </p:nvSpPr>
        <p:spPr>
          <a:xfrm>
            <a:off x="9913055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480" dirty="0"/>
          </a:p>
        </p:txBody>
      </p:sp>
      <p:sp>
        <p:nvSpPr>
          <p:cNvPr id="257" name="Text 254"/>
          <p:cNvSpPr/>
          <p:nvPr/>
        </p:nvSpPr>
        <p:spPr>
          <a:xfrm>
            <a:off x="10319495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258" name="Text 255"/>
          <p:cNvSpPr/>
          <p:nvPr/>
        </p:nvSpPr>
        <p:spPr>
          <a:xfrm>
            <a:off x="10725934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480" dirty="0"/>
          </a:p>
        </p:txBody>
      </p:sp>
      <p:sp>
        <p:nvSpPr>
          <p:cNvPr id="259" name="Text 256"/>
          <p:cNvSpPr/>
          <p:nvPr/>
        </p:nvSpPr>
        <p:spPr>
          <a:xfrm>
            <a:off x="11128297" y="35440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480" dirty="0"/>
          </a:p>
        </p:txBody>
      </p:sp>
      <p:sp>
        <p:nvSpPr>
          <p:cNvPr id="260" name="Text 257"/>
          <p:cNvSpPr/>
          <p:nvPr/>
        </p:nvSpPr>
        <p:spPr>
          <a:xfrm>
            <a:off x="7880858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480" dirty="0"/>
          </a:p>
        </p:txBody>
      </p:sp>
      <p:sp>
        <p:nvSpPr>
          <p:cNvPr id="261" name="Text 258"/>
          <p:cNvSpPr/>
          <p:nvPr/>
        </p:nvSpPr>
        <p:spPr>
          <a:xfrm>
            <a:off x="8287297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480" dirty="0"/>
          </a:p>
        </p:txBody>
      </p:sp>
      <p:sp>
        <p:nvSpPr>
          <p:cNvPr id="262" name="Text 259"/>
          <p:cNvSpPr/>
          <p:nvPr/>
        </p:nvSpPr>
        <p:spPr>
          <a:xfrm>
            <a:off x="8693737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63" name="Text 260"/>
          <p:cNvSpPr/>
          <p:nvPr/>
        </p:nvSpPr>
        <p:spPr>
          <a:xfrm>
            <a:off x="9100176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480" dirty="0"/>
          </a:p>
        </p:txBody>
      </p:sp>
      <p:sp>
        <p:nvSpPr>
          <p:cNvPr id="264" name="Text 261"/>
          <p:cNvSpPr/>
          <p:nvPr/>
        </p:nvSpPr>
        <p:spPr>
          <a:xfrm>
            <a:off x="9506616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65" name="Text 262"/>
          <p:cNvSpPr/>
          <p:nvPr/>
        </p:nvSpPr>
        <p:spPr>
          <a:xfrm>
            <a:off x="9913055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266" name="Text 263"/>
          <p:cNvSpPr/>
          <p:nvPr/>
        </p:nvSpPr>
        <p:spPr>
          <a:xfrm>
            <a:off x="10319495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267" name="Text 264"/>
          <p:cNvSpPr/>
          <p:nvPr/>
        </p:nvSpPr>
        <p:spPr>
          <a:xfrm>
            <a:off x="10725934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268" name="Text 265"/>
          <p:cNvSpPr/>
          <p:nvPr/>
        </p:nvSpPr>
        <p:spPr>
          <a:xfrm>
            <a:off x="11128297" y="36202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480" dirty="0"/>
          </a:p>
        </p:txBody>
      </p:sp>
      <p:sp>
        <p:nvSpPr>
          <p:cNvPr id="269" name="Text 266"/>
          <p:cNvSpPr/>
          <p:nvPr/>
        </p:nvSpPr>
        <p:spPr>
          <a:xfrm>
            <a:off x="7880858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480" dirty="0"/>
          </a:p>
        </p:txBody>
      </p:sp>
      <p:sp>
        <p:nvSpPr>
          <p:cNvPr id="270" name="Text 267"/>
          <p:cNvSpPr/>
          <p:nvPr/>
        </p:nvSpPr>
        <p:spPr>
          <a:xfrm>
            <a:off x="8287297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480" dirty="0"/>
          </a:p>
        </p:txBody>
      </p:sp>
      <p:sp>
        <p:nvSpPr>
          <p:cNvPr id="271" name="Text 268"/>
          <p:cNvSpPr/>
          <p:nvPr/>
        </p:nvSpPr>
        <p:spPr>
          <a:xfrm>
            <a:off x="8693737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272" name="Text 269"/>
          <p:cNvSpPr/>
          <p:nvPr/>
        </p:nvSpPr>
        <p:spPr>
          <a:xfrm>
            <a:off x="9100176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273" name="Text 270"/>
          <p:cNvSpPr/>
          <p:nvPr/>
        </p:nvSpPr>
        <p:spPr>
          <a:xfrm>
            <a:off x="9506616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274" name="Text 271"/>
          <p:cNvSpPr/>
          <p:nvPr/>
        </p:nvSpPr>
        <p:spPr>
          <a:xfrm>
            <a:off x="9913055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480" dirty="0"/>
          </a:p>
        </p:txBody>
      </p:sp>
      <p:sp>
        <p:nvSpPr>
          <p:cNvPr id="275" name="Text 272"/>
          <p:cNvSpPr/>
          <p:nvPr/>
        </p:nvSpPr>
        <p:spPr>
          <a:xfrm>
            <a:off x="10319495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276" name="Text 273"/>
          <p:cNvSpPr/>
          <p:nvPr/>
        </p:nvSpPr>
        <p:spPr>
          <a:xfrm>
            <a:off x="10725934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480" dirty="0"/>
          </a:p>
        </p:txBody>
      </p:sp>
      <p:sp>
        <p:nvSpPr>
          <p:cNvPr id="277" name="Text 274"/>
          <p:cNvSpPr/>
          <p:nvPr/>
        </p:nvSpPr>
        <p:spPr>
          <a:xfrm>
            <a:off x="11128297" y="36964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480" dirty="0"/>
          </a:p>
        </p:txBody>
      </p:sp>
      <p:sp>
        <p:nvSpPr>
          <p:cNvPr id="278" name="Text 275"/>
          <p:cNvSpPr/>
          <p:nvPr/>
        </p:nvSpPr>
        <p:spPr>
          <a:xfrm>
            <a:off x="7880858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480" dirty="0"/>
          </a:p>
        </p:txBody>
      </p:sp>
      <p:sp>
        <p:nvSpPr>
          <p:cNvPr id="279" name="Text 276"/>
          <p:cNvSpPr/>
          <p:nvPr/>
        </p:nvSpPr>
        <p:spPr>
          <a:xfrm>
            <a:off x="8287297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480" dirty="0"/>
          </a:p>
        </p:txBody>
      </p:sp>
      <p:sp>
        <p:nvSpPr>
          <p:cNvPr id="280" name="Text 277"/>
          <p:cNvSpPr/>
          <p:nvPr/>
        </p:nvSpPr>
        <p:spPr>
          <a:xfrm>
            <a:off x="8693737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480" dirty="0"/>
          </a:p>
        </p:txBody>
      </p:sp>
      <p:sp>
        <p:nvSpPr>
          <p:cNvPr id="281" name="Text 278"/>
          <p:cNvSpPr/>
          <p:nvPr/>
        </p:nvSpPr>
        <p:spPr>
          <a:xfrm>
            <a:off x="9100176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480" dirty="0"/>
          </a:p>
        </p:txBody>
      </p:sp>
      <p:sp>
        <p:nvSpPr>
          <p:cNvPr id="282" name="Text 279"/>
          <p:cNvSpPr/>
          <p:nvPr/>
        </p:nvSpPr>
        <p:spPr>
          <a:xfrm>
            <a:off x="9506616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480" dirty="0"/>
          </a:p>
        </p:txBody>
      </p:sp>
      <p:sp>
        <p:nvSpPr>
          <p:cNvPr id="283" name="Text 280"/>
          <p:cNvSpPr/>
          <p:nvPr/>
        </p:nvSpPr>
        <p:spPr>
          <a:xfrm>
            <a:off x="9913055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480" dirty="0"/>
          </a:p>
        </p:txBody>
      </p:sp>
      <p:sp>
        <p:nvSpPr>
          <p:cNvPr id="284" name="Text 281"/>
          <p:cNvSpPr/>
          <p:nvPr/>
        </p:nvSpPr>
        <p:spPr>
          <a:xfrm>
            <a:off x="10319495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7,7 %</a:t>
            </a:r>
            <a:endParaRPr lang="en-US" sz="480" dirty="0"/>
          </a:p>
        </p:txBody>
      </p:sp>
      <p:sp>
        <p:nvSpPr>
          <p:cNvPr id="285" name="Text 282"/>
          <p:cNvSpPr/>
          <p:nvPr/>
        </p:nvSpPr>
        <p:spPr>
          <a:xfrm>
            <a:off x="10725934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286" name="Text 283"/>
          <p:cNvSpPr/>
          <p:nvPr/>
        </p:nvSpPr>
        <p:spPr>
          <a:xfrm>
            <a:off x="11128297" y="39250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287" name="Text 284"/>
          <p:cNvSpPr/>
          <p:nvPr/>
        </p:nvSpPr>
        <p:spPr>
          <a:xfrm>
            <a:off x="7880858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480" dirty="0"/>
          </a:p>
        </p:txBody>
      </p:sp>
      <p:sp>
        <p:nvSpPr>
          <p:cNvPr id="288" name="Text 285"/>
          <p:cNvSpPr/>
          <p:nvPr/>
        </p:nvSpPr>
        <p:spPr>
          <a:xfrm>
            <a:off x="8287297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480" dirty="0"/>
          </a:p>
        </p:txBody>
      </p:sp>
      <p:sp>
        <p:nvSpPr>
          <p:cNvPr id="289" name="Text 286"/>
          <p:cNvSpPr/>
          <p:nvPr/>
        </p:nvSpPr>
        <p:spPr>
          <a:xfrm>
            <a:off x="8693737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290" name="Text 287"/>
          <p:cNvSpPr/>
          <p:nvPr/>
        </p:nvSpPr>
        <p:spPr>
          <a:xfrm>
            <a:off x="9100176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91" name="Text 288"/>
          <p:cNvSpPr/>
          <p:nvPr/>
        </p:nvSpPr>
        <p:spPr>
          <a:xfrm>
            <a:off x="9506616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292" name="Text 289"/>
          <p:cNvSpPr/>
          <p:nvPr/>
        </p:nvSpPr>
        <p:spPr>
          <a:xfrm>
            <a:off x="9913055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480" dirty="0"/>
          </a:p>
        </p:txBody>
      </p:sp>
      <p:sp>
        <p:nvSpPr>
          <p:cNvPr id="293" name="Text 290"/>
          <p:cNvSpPr/>
          <p:nvPr/>
        </p:nvSpPr>
        <p:spPr>
          <a:xfrm>
            <a:off x="10319495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480" dirty="0"/>
          </a:p>
        </p:txBody>
      </p:sp>
      <p:sp>
        <p:nvSpPr>
          <p:cNvPr id="294" name="Text 291"/>
          <p:cNvSpPr/>
          <p:nvPr/>
        </p:nvSpPr>
        <p:spPr>
          <a:xfrm>
            <a:off x="10725934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480" dirty="0"/>
          </a:p>
        </p:txBody>
      </p:sp>
      <p:sp>
        <p:nvSpPr>
          <p:cNvPr id="295" name="Text 292"/>
          <p:cNvSpPr/>
          <p:nvPr/>
        </p:nvSpPr>
        <p:spPr>
          <a:xfrm>
            <a:off x="11128297" y="40012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480" dirty="0"/>
          </a:p>
        </p:txBody>
      </p:sp>
      <p:sp>
        <p:nvSpPr>
          <p:cNvPr id="296" name="Text 293"/>
          <p:cNvSpPr/>
          <p:nvPr/>
        </p:nvSpPr>
        <p:spPr>
          <a:xfrm>
            <a:off x="7880858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97" name="Text 294"/>
          <p:cNvSpPr/>
          <p:nvPr/>
        </p:nvSpPr>
        <p:spPr>
          <a:xfrm>
            <a:off x="8287297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98" name="Text 295"/>
          <p:cNvSpPr/>
          <p:nvPr/>
        </p:nvSpPr>
        <p:spPr>
          <a:xfrm>
            <a:off x="8693737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99" name="Text 296"/>
          <p:cNvSpPr/>
          <p:nvPr/>
        </p:nvSpPr>
        <p:spPr>
          <a:xfrm>
            <a:off x="9100176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300" name="Text 297"/>
          <p:cNvSpPr/>
          <p:nvPr/>
        </p:nvSpPr>
        <p:spPr>
          <a:xfrm>
            <a:off x="9506616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301" name="Text 298"/>
          <p:cNvSpPr/>
          <p:nvPr/>
        </p:nvSpPr>
        <p:spPr>
          <a:xfrm>
            <a:off x="9913055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302" name="Text 299"/>
          <p:cNvSpPr/>
          <p:nvPr/>
        </p:nvSpPr>
        <p:spPr>
          <a:xfrm>
            <a:off x="10319495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303" name="Text 300"/>
          <p:cNvSpPr/>
          <p:nvPr/>
        </p:nvSpPr>
        <p:spPr>
          <a:xfrm>
            <a:off x="10725934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304" name="Text 301"/>
          <p:cNvSpPr/>
          <p:nvPr/>
        </p:nvSpPr>
        <p:spPr>
          <a:xfrm>
            <a:off x="11128297" y="40774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305" name="Text 302"/>
          <p:cNvSpPr/>
          <p:nvPr/>
        </p:nvSpPr>
        <p:spPr>
          <a:xfrm>
            <a:off x="7880858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06" name="Text 303"/>
          <p:cNvSpPr/>
          <p:nvPr/>
        </p:nvSpPr>
        <p:spPr>
          <a:xfrm>
            <a:off x="8287297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07" name="Text 304"/>
          <p:cNvSpPr/>
          <p:nvPr/>
        </p:nvSpPr>
        <p:spPr>
          <a:xfrm>
            <a:off x="8693737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08" name="Text 305"/>
          <p:cNvSpPr/>
          <p:nvPr/>
        </p:nvSpPr>
        <p:spPr>
          <a:xfrm>
            <a:off x="9100176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09" name="Text 306"/>
          <p:cNvSpPr/>
          <p:nvPr/>
        </p:nvSpPr>
        <p:spPr>
          <a:xfrm>
            <a:off x="9506616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10" name="Text 307"/>
          <p:cNvSpPr/>
          <p:nvPr/>
        </p:nvSpPr>
        <p:spPr>
          <a:xfrm>
            <a:off x="9913055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11" name="Text 308"/>
          <p:cNvSpPr/>
          <p:nvPr/>
        </p:nvSpPr>
        <p:spPr>
          <a:xfrm>
            <a:off x="10319495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12" name="Text 309"/>
          <p:cNvSpPr/>
          <p:nvPr/>
        </p:nvSpPr>
        <p:spPr>
          <a:xfrm>
            <a:off x="10725934" y="4153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13" name="Text 310"/>
          <p:cNvSpPr/>
          <p:nvPr/>
        </p:nvSpPr>
        <p:spPr>
          <a:xfrm>
            <a:off x="11128297" y="41536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314" name="Text 311"/>
          <p:cNvSpPr/>
          <p:nvPr/>
        </p:nvSpPr>
        <p:spPr>
          <a:xfrm>
            <a:off x="4374991" y="952500"/>
            <a:ext cx="48618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1380" dirty="0"/>
          </a:p>
        </p:txBody>
      </p:sp>
      <p:sp>
        <p:nvSpPr>
          <p:cNvPr id="315" name="Text 312"/>
          <p:cNvSpPr/>
          <p:nvPr/>
        </p:nvSpPr>
        <p:spPr>
          <a:xfrm>
            <a:off x="8216595" y="952500"/>
            <a:ext cx="46851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1380" dirty="0"/>
          </a:p>
        </p:txBody>
      </p:sp>
      <p:sp>
        <p:nvSpPr>
          <p:cNvPr id="316" name="Text 313"/>
          <p:cNvSpPr/>
          <p:nvPr/>
        </p:nvSpPr>
        <p:spPr>
          <a:xfrm>
            <a:off x="495288" y="24581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317" name="Text 314"/>
          <p:cNvSpPr/>
          <p:nvPr/>
        </p:nvSpPr>
        <p:spPr>
          <a:xfrm>
            <a:off x="6257769" y="2210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552" dirty="0"/>
          </a:p>
        </p:txBody>
      </p:sp>
      <p:sp>
        <p:nvSpPr>
          <p:cNvPr id="318" name="Text 315"/>
          <p:cNvSpPr/>
          <p:nvPr/>
        </p:nvSpPr>
        <p:spPr>
          <a:xfrm>
            <a:off x="495288" y="171524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319" name="Text 316"/>
          <p:cNvSpPr/>
          <p:nvPr/>
        </p:nvSpPr>
        <p:spPr>
          <a:xfrm>
            <a:off x="2118377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18" dirty="0"/>
          </a:p>
        </p:txBody>
      </p:sp>
      <p:sp>
        <p:nvSpPr>
          <p:cNvPr id="320" name="Text 317"/>
          <p:cNvSpPr/>
          <p:nvPr/>
        </p:nvSpPr>
        <p:spPr>
          <a:xfrm>
            <a:off x="2524816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18" dirty="0"/>
          </a:p>
        </p:txBody>
      </p:sp>
      <p:sp>
        <p:nvSpPr>
          <p:cNvPr id="321" name="Text 318"/>
          <p:cNvSpPr/>
          <p:nvPr/>
        </p:nvSpPr>
        <p:spPr>
          <a:xfrm>
            <a:off x="2931256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18" dirty="0"/>
          </a:p>
        </p:txBody>
      </p:sp>
      <p:sp>
        <p:nvSpPr>
          <p:cNvPr id="322" name="Text 319"/>
          <p:cNvSpPr/>
          <p:nvPr/>
        </p:nvSpPr>
        <p:spPr>
          <a:xfrm>
            <a:off x="3337695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18" dirty="0"/>
          </a:p>
        </p:txBody>
      </p:sp>
      <p:sp>
        <p:nvSpPr>
          <p:cNvPr id="323" name="Text 320"/>
          <p:cNvSpPr/>
          <p:nvPr/>
        </p:nvSpPr>
        <p:spPr>
          <a:xfrm>
            <a:off x="3744135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18" dirty="0"/>
          </a:p>
        </p:txBody>
      </p:sp>
      <p:sp>
        <p:nvSpPr>
          <p:cNvPr id="324" name="Text 321"/>
          <p:cNvSpPr/>
          <p:nvPr/>
        </p:nvSpPr>
        <p:spPr>
          <a:xfrm>
            <a:off x="4150574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18" dirty="0"/>
          </a:p>
        </p:txBody>
      </p:sp>
      <p:sp>
        <p:nvSpPr>
          <p:cNvPr id="325" name="Text 322"/>
          <p:cNvSpPr/>
          <p:nvPr/>
        </p:nvSpPr>
        <p:spPr>
          <a:xfrm>
            <a:off x="4557014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518" dirty="0"/>
          </a:p>
        </p:txBody>
      </p:sp>
      <p:sp>
        <p:nvSpPr>
          <p:cNvPr id="326" name="Text 323"/>
          <p:cNvSpPr/>
          <p:nvPr/>
        </p:nvSpPr>
        <p:spPr>
          <a:xfrm>
            <a:off x="4963453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518" dirty="0"/>
          </a:p>
        </p:txBody>
      </p:sp>
      <p:sp>
        <p:nvSpPr>
          <p:cNvPr id="327" name="Text 324"/>
          <p:cNvSpPr/>
          <p:nvPr/>
        </p:nvSpPr>
        <p:spPr>
          <a:xfrm>
            <a:off x="2118377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576" dirty="0"/>
          </a:p>
        </p:txBody>
      </p:sp>
      <p:sp>
        <p:nvSpPr>
          <p:cNvPr id="328" name="Text 325"/>
          <p:cNvSpPr/>
          <p:nvPr/>
        </p:nvSpPr>
        <p:spPr>
          <a:xfrm>
            <a:off x="2118377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576" dirty="0"/>
          </a:p>
        </p:txBody>
      </p:sp>
      <p:sp>
        <p:nvSpPr>
          <p:cNvPr id="329" name="Text 326"/>
          <p:cNvSpPr/>
          <p:nvPr/>
        </p:nvSpPr>
        <p:spPr>
          <a:xfrm>
            <a:off x="2118377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76" dirty="0"/>
          </a:p>
        </p:txBody>
      </p:sp>
      <p:sp>
        <p:nvSpPr>
          <p:cNvPr id="330" name="Text 327"/>
          <p:cNvSpPr/>
          <p:nvPr/>
        </p:nvSpPr>
        <p:spPr>
          <a:xfrm>
            <a:off x="2524816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576" dirty="0"/>
          </a:p>
        </p:txBody>
      </p:sp>
      <p:sp>
        <p:nvSpPr>
          <p:cNvPr id="331" name="Text 328"/>
          <p:cNvSpPr/>
          <p:nvPr/>
        </p:nvSpPr>
        <p:spPr>
          <a:xfrm>
            <a:off x="2118377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76" dirty="0"/>
          </a:p>
        </p:txBody>
      </p:sp>
      <p:sp>
        <p:nvSpPr>
          <p:cNvPr id="332" name="Text 329"/>
          <p:cNvSpPr/>
          <p:nvPr/>
        </p:nvSpPr>
        <p:spPr>
          <a:xfrm>
            <a:off x="2524816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576" dirty="0"/>
          </a:p>
        </p:txBody>
      </p:sp>
      <p:sp>
        <p:nvSpPr>
          <p:cNvPr id="333" name="Text 330"/>
          <p:cNvSpPr/>
          <p:nvPr/>
        </p:nvSpPr>
        <p:spPr>
          <a:xfrm>
            <a:off x="2931256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576" dirty="0"/>
          </a:p>
        </p:txBody>
      </p:sp>
      <p:sp>
        <p:nvSpPr>
          <p:cNvPr id="334" name="Text 331"/>
          <p:cNvSpPr/>
          <p:nvPr/>
        </p:nvSpPr>
        <p:spPr>
          <a:xfrm>
            <a:off x="2118377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576" dirty="0"/>
          </a:p>
        </p:txBody>
      </p:sp>
      <p:sp>
        <p:nvSpPr>
          <p:cNvPr id="335" name="Text 332"/>
          <p:cNvSpPr/>
          <p:nvPr/>
        </p:nvSpPr>
        <p:spPr>
          <a:xfrm>
            <a:off x="2524816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76" dirty="0"/>
          </a:p>
        </p:txBody>
      </p:sp>
      <p:sp>
        <p:nvSpPr>
          <p:cNvPr id="336" name="Text 333"/>
          <p:cNvSpPr/>
          <p:nvPr/>
        </p:nvSpPr>
        <p:spPr>
          <a:xfrm>
            <a:off x="2931256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576" dirty="0"/>
          </a:p>
        </p:txBody>
      </p:sp>
      <p:sp>
        <p:nvSpPr>
          <p:cNvPr id="337" name="Text 334"/>
          <p:cNvSpPr/>
          <p:nvPr/>
        </p:nvSpPr>
        <p:spPr>
          <a:xfrm>
            <a:off x="3337695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338" name="Text 335"/>
          <p:cNvSpPr/>
          <p:nvPr/>
        </p:nvSpPr>
        <p:spPr>
          <a:xfrm>
            <a:off x="3744135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339" name="Text 336"/>
          <p:cNvSpPr/>
          <p:nvPr/>
        </p:nvSpPr>
        <p:spPr>
          <a:xfrm>
            <a:off x="2118377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76" dirty="0"/>
          </a:p>
        </p:txBody>
      </p:sp>
      <p:sp>
        <p:nvSpPr>
          <p:cNvPr id="340" name="Text 337"/>
          <p:cNvSpPr/>
          <p:nvPr/>
        </p:nvSpPr>
        <p:spPr>
          <a:xfrm>
            <a:off x="2524816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576" dirty="0"/>
          </a:p>
        </p:txBody>
      </p:sp>
      <p:sp>
        <p:nvSpPr>
          <p:cNvPr id="341" name="Text 338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342" name="Text 339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552" dirty="0"/>
          </a:p>
        </p:txBody>
      </p:sp>
      <p:sp>
        <p:nvSpPr>
          <p:cNvPr id="343" name="Text 340"/>
          <p:cNvSpPr/>
          <p:nvPr/>
        </p:nvSpPr>
        <p:spPr>
          <a:xfrm>
            <a:off x="9273649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52" dirty="0"/>
          </a:p>
        </p:txBody>
      </p:sp>
      <p:sp>
        <p:nvSpPr>
          <p:cNvPr id="344" name="Text 341"/>
          <p:cNvSpPr/>
          <p:nvPr/>
        </p:nvSpPr>
        <p:spPr>
          <a:xfrm>
            <a:off x="9273649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626</a:t>
            </a:r>
            <a:endParaRPr lang="en-US" sz="552" dirty="0"/>
          </a:p>
        </p:txBody>
      </p:sp>
      <p:sp>
        <p:nvSpPr>
          <p:cNvPr id="345" name="Text 342"/>
          <p:cNvSpPr/>
          <p:nvPr/>
        </p:nvSpPr>
        <p:spPr>
          <a:xfrm>
            <a:off x="9273649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552" dirty="0"/>
          </a:p>
        </p:txBody>
      </p:sp>
      <p:sp>
        <p:nvSpPr>
          <p:cNvPr id="346" name="Text 343"/>
          <p:cNvSpPr/>
          <p:nvPr/>
        </p:nvSpPr>
        <p:spPr>
          <a:xfrm>
            <a:off x="9273649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629</a:t>
            </a:r>
            <a:endParaRPr lang="en-US" sz="552" dirty="0"/>
          </a:p>
        </p:txBody>
      </p:sp>
      <p:sp>
        <p:nvSpPr>
          <p:cNvPr id="347" name="Text 344"/>
          <p:cNvSpPr/>
          <p:nvPr/>
        </p:nvSpPr>
        <p:spPr>
          <a:xfrm>
            <a:off x="9273649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310</a:t>
            </a:r>
            <a:endParaRPr lang="en-US" sz="552" dirty="0"/>
          </a:p>
        </p:txBody>
      </p:sp>
      <p:sp>
        <p:nvSpPr>
          <p:cNvPr id="348" name="Text 345"/>
          <p:cNvSpPr/>
          <p:nvPr/>
        </p:nvSpPr>
        <p:spPr>
          <a:xfrm>
            <a:off x="9273649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357</a:t>
            </a:r>
            <a:endParaRPr lang="en-US" sz="552" dirty="0"/>
          </a:p>
        </p:txBody>
      </p:sp>
      <p:sp>
        <p:nvSpPr>
          <p:cNvPr id="349" name="Text 346"/>
          <p:cNvSpPr/>
          <p:nvPr/>
        </p:nvSpPr>
        <p:spPr>
          <a:xfrm>
            <a:off x="7880858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432" dirty="0"/>
          </a:p>
        </p:txBody>
      </p:sp>
      <p:sp>
        <p:nvSpPr>
          <p:cNvPr id="350" name="Text 347"/>
          <p:cNvSpPr/>
          <p:nvPr/>
        </p:nvSpPr>
        <p:spPr>
          <a:xfrm>
            <a:off x="8287297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432" dirty="0"/>
          </a:p>
        </p:txBody>
      </p:sp>
      <p:sp>
        <p:nvSpPr>
          <p:cNvPr id="351" name="Text 348"/>
          <p:cNvSpPr/>
          <p:nvPr/>
        </p:nvSpPr>
        <p:spPr>
          <a:xfrm>
            <a:off x="8693737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432" dirty="0"/>
          </a:p>
        </p:txBody>
      </p:sp>
      <p:sp>
        <p:nvSpPr>
          <p:cNvPr id="352" name="Text 349"/>
          <p:cNvSpPr/>
          <p:nvPr/>
        </p:nvSpPr>
        <p:spPr>
          <a:xfrm>
            <a:off x="9100176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432" dirty="0"/>
          </a:p>
        </p:txBody>
      </p:sp>
      <p:sp>
        <p:nvSpPr>
          <p:cNvPr id="353" name="Text 350"/>
          <p:cNvSpPr/>
          <p:nvPr/>
        </p:nvSpPr>
        <p:spPr>
          <a:xfrm>
            <a:off x="9506616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432" dirty="0"/>
          </a:p>
        </p:txBody>
      </p:sp>
      <p:sp>
        <p:nvSpPr>
          <p:cNvPr id="354" name="Text 351"/>
          <p:cNvSpPr/>
          <p:nvPr/>
        </p:nvSpPr>
        <p:spPr>
          <a:xfrm>
            <a:off x="9913055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432" dirty="0"/>
          </a:p>
        </p:txBody>
      </p:sp>
      <p:sp>
        <p:nvSpPr>
          <p:cNvPr id="355" name="Text 352"/>
          <p:cNvSpPr/>
          <p:nvPr/>
        </p:nvSpPr>
        <p:spPr>
          <a:xfrm>
            <a:off x="10319495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432" dirty="0"/>
          </a:p>
        </p:txBody>
      </p:sp>
      <p:sp>
        <p:nvSpPr>
          <p:cNvPr id="356" name="Text 353"/>
          <p:cNvSpPr/>
          <p:nvPr/>
        </p:nvSpPr>
        <p:spPr>
          <a:xfrm>
            <a:off x="10725934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432" dirty="0"/>
          </a:p>
        </p:txBody>
      </p:sp>
      <p:sp>
        <p:nvSpPr>
          <p:cNvPr id="357" name="Text 354"/>
          <p:cNvSpPr/>
          <p:nvPr/>
        </p:nvSpPr>
        <p:spPr>
          <a:xfrm>
            <a:off x="9273649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552" dirty="0"/>
          </a:p>
        </p:txBody>
      </p:sp>
      <p:sp>
        <p:nvSpPr>
          <p:cNvPr id="358" name="Text 355"/>
          <p:cNvSpPr/>
          <p:nvPr/>
        </p:nvSpPr>
        <p:spPr>
          <a:xfrm>
            <a:off x="2951194" y="27439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636" dirty="0"/>
          </a:p>
        </p:txBody>
      </p:sp>
      <p:sp>
        <p:nvSpPr>
          <p:cNvPr id="359" name="Text 356"/>
          <p:cNvSpPr/>
          <p:nvPr/>
        </p:nvSpPr>
        <p:spPr>
          <a:xfrm>
            <a:off x="2951194" y="288681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63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45374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calidad de la base sigue mejorando: la conversión se ha mantenido sobre el 2 % desde junio.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43481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 fue el mejor mes del año en contactabilidad (67,4 %), con 107 ventas conseguidas.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21659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1896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8774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6372066" y="273441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16248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39250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480" dirty="0"/>
          </a:p>
        </p:txBody>
      </p:sp>
      <p:sp>
        <p:nvSpPr>
          <p:cNvPr id="12" name="Text 9"/>
          <p:cNvSpPr/>
          <p:nvPr/>
        </p:nvSpPr>
        <p:spPr>
          <a:xfrm>
            <a:off x="6267293" y="34678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480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40107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04812" y="37440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504812" y="36107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495288" y="320114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2392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20" name="Text 17"/>
          <p:cNvSpPr/>
          <p:nvPr/>
        </p:nvSpPr>
        <p:spPr>
          <a:xfrm>
            <a:off x="6267293" y="35440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8216595" y="1200894"/>
            <a:ext cx="12339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22" name="Text 19"/>
          <p:cNvSpPr/>
          <p:nvPr/>
        </p:nvSpPr>
        <p:spPr>
          <a:xfrm>
            <a:off x="6267293" y="33916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23" name="Text 20"/>
          <p:cNvSpPr/>
          <p:nvPr/>
        </p:nvSpPr>
        <p:spPr>
          <a:xfrm>
            <a:off x="504812" y="41441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37726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504812" y="45441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36202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114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504812" y="44108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8216595" y="809625"/>
            <a:ext cx="11315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6267293" y="30868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6267293" y="33154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6267293" y="40012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480" dirty="0"/>
          </a:p>
        </p:txBody>
      </p:sp>
      <p:sp>
        <p:nvSpPr>
          <p:cNvPr id="33" name="Text 30"/>
          <p:cNvSpPr/>
          <p:nvPr/>
        </p:nvSpPr>
        <p:spPr>
          <a:xfrm>
            <a:off x="533387" y="809625"/>
            <a:ext cx="103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34" name="Text 31"/>
          <p:cNvSpPr/>
          <p:nvPr/>
        </p:nvSpPr>
        <p:spPr>
          <a:xfrm>
            <a:off x="6267293" y="40774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35" name="Text 32"/>
          <p:cNvSpPr/>
          <p:nvPr/>
        </p:nvSpPr>
        <p:spPr>
          <a:xfrm>
            <a:off x="504812" y="427746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576" dirty="0"/>
          </a:p>
        </p:txBody>
      </p:sp>
      <p:sp>
        <p:nvSpPr>
          <p:cNvPr id="36" name="Text 33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6267293" y="31630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38" name="Text 35"/>
          <p:cNvSpPr/>
          <p:nvPr/>
        </p:nvSpPr>
        <p:spPr>
          <a:xfrm>
            <a:off x="6267293" y="2953494"/>
            <a:ext cx="1674531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6267293" y="36964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40" name="Text 37"/>
          <p:cNvSpPr/>
          <p:nvPr/>
        </p:nvSpPr>
        <p:spPr>
          <a:xfrm>
            <a:off x="6267293" y="38488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480" dirty="0"/>
          </a:p>
        </p:txBody>
      </p:sp>
      <p:sp>
        <p:nvSpPr>
          <p:cNvPr id="41" name="Text 38"/>
          <p:cNvSpPr/>
          <p:nvPr/>
        </p:nvSpPr>
        <p:spPr>
          <a:xfrm>
            <a:off x="2951194" y="1715244"/>
            <a:ext cx="156845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1540477" y="1715244"/>
            <a:ext cx="145640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477220" y="1715244"/>
            <a:ext cx="145670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95288" y="20295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1540477" y="3029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280.518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2951194" y="3029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5365816" y="36107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5365816" y="46775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552" dirty="0"/>
          </a:p>
        </p:txBody>
      </p:sp>
      <p:sp>
        <p:nvSpPr>
          <p:cNvPr id="51" name="Text 48"/>
          <p:cNvSpPr/>
          <p:nvPr/>
        </p:nvSpPr>
        <p:spPr>
          <a:xfrm>
            <a:off x="7316013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145.205</a:t>
            </a:r>
            <a:endParaRPr lang="en-US" sz="552" dirty="0"/>
          </a:p>
        </p:txBody>
      </p:sp>
      <p:sp>
        <p:nvSpPr>
          <p:cNvPr id="52" name="Text 49"/>
          <p:cNvSpPr/>
          <p:nvPr/>
        </p:nvSpPr>
        <p:spPr>
          <a:xfrm>
            <a:off x="533387" y="952500"/>
            <a:ext cx="682274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53" name="Text 50"/>
          <p:cNvSpPr/>
          <p:nvPr/>
        </p:nvSpPr>
        <p:spPr>
          <a:xfrm>
            <a:off x="1540477" y="1886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540477" y="20295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2951194" y="20295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4477220" y="20295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1540477" y="21724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41.873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477220" y="21724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231531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51194" y="231531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477220" y="231531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40477" y="24581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51194" y="24581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477220" y="24581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40477" y="260106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2951194" y="260106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4477220" y="260106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1540477" y="27439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16.011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95288" y="28868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3029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48,2 %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439269"/>
            <a:ext cx="1674531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3337695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3744135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150574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365816" y="37440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524816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3337695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48.732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3744135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4150574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7316013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8294831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7316013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37.311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8294831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8294831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294831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7316013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8294831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7316013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16.011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8294831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27,2 %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6257769" y="2496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8294831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67,4 %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8294831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23,2 %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8287297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480" dirty="0"/>
          </a:p>
        </p:txBody>
      </p:sp>
      <p:sp>
        <p:nvSpPr>
          <p:cNvPr id="96" name="Text 93"/>
          <p:cNvSpPr/>
          <p:nvPr/>
        </p:nvSpPr>
        <p:spPr>
          <a:xfrm>
            <a:off x="8693737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480" dirty="0"/>
          </a:p>
        </p:txBody>
      </p:sp>
      <p:sp>
        <p:nvSpPr>
          <p:cNvPr id="97" name="Text 94"/>
          <p:cNvSpPr/>
          <p:nvPr/>
        </p:nvSpPr>
        <p:spPr>
          <a:xfrm>
            <a:off x="9100176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480" dirty="0"/>
          </a:p>
        </p:txBody>
      </p:sp>
      <p:sp>
        <p:nvSpPr>
          <p:cNvPr id="98" name="Text 95"/>
          <p:cNvSpPr/>
          <p:nvPr/>
        </p:nvSpPr>
        <p:spPr>
          <a:xfrm>
            <a:off x="9506616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480" dirty="0"/>
          </a:p>
        </p:txBody>
      </p:sp>
      <p:sp>
        <p:nvSpPr>
          <p:cNvPr id="99" name="Text 96"/>
          <p:cNvSpPr/>
          <p:nvPr/>
        </p:nvSpPr>
        <p:spPr>
          <a:xfrm>
            <a:off x="9913055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480" dirty="0"/>
          </a:p>
        </p:txBody>
      </p:sp>
      <p:sp>
        <p:nvSpPr>
          <p:cNvPr id="100" name="Text 97"/>
          <p:cNvSpPr/>
          <p:nvPr/>
        </p:nvSpPr>
        <p:spPr>
          <a:xfrm>
            <a:off x="10319495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27,2 %</a:t>
            </a:r>
            <a:endParaRPr lang="en-US" sz="480" dirty="0"/>
          </a:p>
        </p:txBody>
      </p:sp>
      <p:sp>
        <p:nvSpPr>
          <p:cNvPr id="101" name="Text 98"/>
          <p:cNvSpPr/>
          <p:nvPr/>
        </p:nvSpPr>
        <p:spPr>
          <a:xfrm>
            <a:off x="10725934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67,4 %</a:t>
            </a:r>
            <a:endParaRPr lang="en-US" sz="480" dirty="0"/>
          </a:p>
        </p:txBody>
      </p:sp>
      <p:sp>
        <p:nvSpPr>
          <p:cNvPr id="102" name="Text 99"/>
          <p:cNvSpPr/>
          <p:nvPr/>
        </p:nvSpPr>
        <p:spPr>
          <a:xfrm>
            <a:off x="11128297" y="30868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18,9 %</a:t>
            </a:r>
            <a:endParaRPr lang="en-US" sz="480" dirty="0"/>
          </a:p>
        </p:txBody>
      </p:sp>
      <p:sp>
        <p:nvSpPr>
          <p:cNvPr id="103" name="Text 100"/>
          <p:cNvSpPr/>
          <p:nvPr/>
        </p:nvSpPr>
        <p:spPr>
          <a:xfrm>
            <a:off x="8287297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480" dirty="0"/>
          </a:p>
        </p:txBody>
      </p:sp>
      <p:sp>
        <p:nvSpPr>
          <p:cNvPr id="104" name="Text 101"/>
          <p:cNvSpPr/>
          <p:nvPr/>
        </p:nvSpPr>
        <p:spPr>
          <a:xfrm>
            <a:off x="9100176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480" dirty="0"/>
          </a:p>
        </p:txBody>
      </p:sp>
      <p:sp>
        <p:nvSpPr>
          <p:cNvPr id="105" name="Text 102"/>
          <p:cNvSpPr/>
          <p:nvPr/>
        </p:nvSpPr>
        <p:spPr>
          <a:xfrm>
            <a:off x="9506616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480" dirty="0"/>
          </a:p>
        </p:txBody>
      </p:sp>
      <p:sp>
        <p:nvSpPr>
          <p:cNvPr id="106" name="Text 103"/>
          <p:cNvSpPr/>
          <p:nvPr/>
        </p:nvSpPr>
        <p:spPr>
          <a:xfrm>
            <a:off x="9913055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10,2 %</a:t>
            </a:r>
            <a:endParaRPr lang="en-US" sz="480" dirty="0"/>
          </a:p>
        </p:txBody>
      </p:sp>
      <p:sp>
        <p:nvSpPr>
          <p:cNvPr id="107" name="Text 104"/>
          <p:cNvSpPr/>
          <p:nvPr/>
        </p:nvSpPr>
        <p:spPr>
          <a:xfrm>
            <a:off x="10319495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10,1 %</a:t>
            </a:r>
            <a:endParaRPr lang="en-US" sz="480" dirty="0"/>
          </a:p>
        </p:txBody>
      </p:sp>
      <p:sp>
        <p:nvSpPr>
          <p:cNvPr id="108" name="Text 105"/>
          <p:cNvSpPr/>
          <p:nvPr/>
        </p:nvSpPr>
        <p:spPr>
          <a:xfrm>
            <a:off x="10725934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24,9 %</a:t>
            </a:r>
            <a:endParaRPr lang="en-US" sz="480" dirty="0"/>
          </a:p>
        </p:txBody>
      </p:sp>
      <p:sp>
        <p:nvSpPr>
          <p:cNvPr id="109" name="Text 106"/>
          <p:cNvSpPr/>
          <p:nvPr/>
        </p:nvSpPr>
        <p:spPr>
          <a:xfrm>
            <a:off x="9506616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480" dirty="0"/>
          </a:p>
        </p:txBody>
      </p:sp>
      <p:sp>
        <p:nvSpPr>
          <p:cNvPr id="110" name="Text 107"/>
          <p:cNvSpPr/>
          <p:nvPr/>
        </p:nvSpPr>
        <p:spPr>
          <a:xfrm>
            <a:off x="10725934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480" dirty="0"/>
          </a:p>
        </p:txBody>
      </p:sp>
      <p:sp>
        <p:nvSpPr>
          <p:cNvPr id="111" name="Text 108"/>
          <p:cNvSpPr/>
          <p:nvPr/>
        </p:nvSpPr>
        <p:spPr>
          <a:xfrm>
            <a:off x="10725934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10,7 %</a:t>
            </a:r>
            <a:endParaRPr lang="en-US" sz="480" dirty="0"/>
          </a:p>
        </p:txBody>
      </p:sp>
      <p:sp>
        <p:nvSpPr>
          <p:cNvPr id="112" name="Text 109"/>
          <p:cNvSpPr/>
          <p:nvPr/>
        </p:nvSpPr>
        <p:spPr>
          <a:xfrm>
            <a:off x="7880858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90,8 %</a:t>
            </a:r>
            <a:endParaRPr lang="en-US" sz="480" dirty="0"/>
          </a:p>
        </p:txBody>
      </p:sp>
      <p:sp>
        <p:nvSpPr>
          <p:cNvPr id="113" name="Text 110"/>
          <p:cNvSpPr/>
          <p:nvPr/>
        </p:nvSpPr>
        <p:spPr>
          <a:xfrm>
            <a:off x="8287297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70,0 %</a:t>
            </a:r>
            <a:endParaRPr lang="en-US" sz="480" dirty="0"/>
          </a:p>
        </p:txBody>
      </p:sp>
      <p:sp>
        <p:nvSpPr>
          <p:cNvPr id="114" name="Text 111"/>
          <p:cNvSpPr/>
          <p:nvPr/>
        </p:nvSpPr>
        <p:spPr>
          <a:xfrm>
            <a:off x="8693737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75,5 %</a:t>
            </a:r>
            <a:endParaRPr lang="en-US" sz="480" dirty="0"/>
          </a:p>
        </p:txBody>
      </p:sp>
      <p:sp>
        <p:nvSpPr>
          <p:cNvPr id="115" name="Text 112"/>
          <p:cNvSpPr/>
          <p:nvPr/>
        </p:nvSpPr>
        <p:spPr>
          <a:xfrm>
            <a:off x="9100176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480" dirty="0"/>
          </a:p>
        </p:txBody>
      </p:sp>
      <p:sp>
        <p:nvSpPr>
          <p:cNvPr id="116" name="Text 113"/>
          <p:cNvSpPr/>
          <p:nvPr/>
        </p:nvSpPr>
        <p:spPr>
          <a:xfrm>
            <a:off x="9506616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56,8 %</a:t>
            </a:r>
            <a:endParaRPr lang="en-US" sz="480" dirty="0"/>
          </a:p>
        </p:txBody>
      </p:sp>
      <p:sp>
        <p:nvSpPr>
          <p:cNvPr id="117" name="Text 114"/>
          <p:cNvSpPr/>
          <p:nvPr/>
        </p:nvSpPr>
        <p:spPr>
          <a:xfrm>
            <a:off x="9913055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72,3 %</a:t>
            </a:r>
            <a:endParaRPr lang="en-US" sz="480" dirty="0"/>
          </a:p>
        </p:txBody>
      </p:sp>
      <p:sp>
        <p:nvSpPr>
          <p:cNvPr id="118" name="Text 115"/>
          <p:cNvSpPr/>
          <p:nvPr/>
        </p:nvSpPr>
        <p:spPr>
          <a:xfrm>
            <a:off x="10319495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72,8 %</a:t>
            </a:r>
            <a:endParaRPr lang="en-US" sz="480" dirty="0"/>
          </a:p>
        </p:txBody>
      </p:sp>
      <p:sp>
        <p:nvSpPr>
          <p:cNvPr id="119" name="Text 116"/>
          <p:cNvSpPr/>
          <p:nvPr/>
        </p:nvSpPr>
        <p:spPr>
          <a:xfrm>
            <a:off x="10725934" y="3696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32,6 %</a:t>
            </a:r>
            <a:endParaRPr lang="en-US" sz="480" dirty="0"/>
          </a:p>
        </p:txBody>
      </p:sp>
      <p:sp>
        <p:nvSpPr>
          <p:cNvPr id="120" name="Text 117"/>
          <p:cNvSpPr/>
          <p:nvPr/>
        </p:nvSpPr>
        <p:spPr>
          <a:xfrm>
            <a:off x="11128297" y="36964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480" dirty="0"/>
          </a:p>
        </p:txBody>
      </p:sp>
      <p:sp>
        <p:nvSpPr>
          <p:cNvPr id="121" name="Text 118"/>
          <p:cNvSpPr/>
          <p:nvPr/>
        </p:nvSpPr>
        <p:spPr>
          <a:xfrm>
            <a:off x="7880858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88,1 %</a:t>
            </a:r>
            <a:endParaRPr lang="en-US" sz="480" dirty="0"/>
          </a:p>
        </p:txBody>
      </p:sp>
      <p:sp>
        <p:nvSpPr>
          <p:cNvPr id="122" name="Text 119"/>
          <p:cNvSpPr/>
          <p:nvPr/>
        </p:nvSpPr>
        <p:spPr>
          <a:xfrm>
            <a:off x="8287297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67,9 %</a:t>
            </a:r>
            <a:endParaRPr lang="en-US" sz="480" dirty="0"/>
          </a:p>
        </p:txBody>
      </p:sp>
      <p:sp>
        <p:nvSpPr>
          <p:cNvPr id="123" name="Text 120"/>
          <p:cNvSpPr/>
          <p:nvPr/>
        </p:nvSpPr>
        <p:spPr>
          <a:xfrm>
            <a:off x="8693737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73,2 %</a:t>
            </a:r>
            <a:endParaRPr lang="en-US" sz="480" dirty="0"/>
          </a:p>
        </p:txBody>
      </p:sp>
      <p:sp>
        <p:nvSpPr>
          <p:cNvPr id="124" name="Text 121"/>
          <p:cNvSpPr/>
          <p:nvPr/>
        </p:nvSpPr>
        <p:spPr>
          <a:xfrm>
            <a:off x="9100176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55,7 %</a:t>
            </a:r>
            <a:endParaRPr lang="en-US" sz="480" dirty="0"/>
          </a:p>
        </p:txBody>
      </p:sp>
      <p:sp>
        <p:nvSpPr>
          <p:cNvPr id="125" name="Text 122"/>
          <p:cNvSpPr/>
          <p:nvPr/>
        </p:nvSpPr>
        <p:spPr>
          <a:xfrm>
            <a:off x="9506616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55,1 %</a:t>
            </a:r>
            <a:endParaRPr lang="en-US" sz="480" dirty="0"/>
          </a:p>
        </p:txBody>
      </p:sp>
      <p:sp>
        <p:nvSpPr>
          <p:cNvPr id="126" name="Text 123"/>
          <p:cNvSpPr/>
          <p:nvPr/>
        </p:nvSpPr>
        <p:spPr>
          <a:xfrm>
            <a:off x="9913055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70,1 %</a:t>
            </a:r>
            <a:endParaRPr lang="en-US" sz="480" dirty="0"/>
          </a:p>
        </p:txBody>
      </p:sp>
      <p:sp>
        <p:nvSpPr>
          <p:cNvPr id="127" name="Text 124"/>
          <p:cNvSpPr/>
          <p:nvPr/>
        </p:nvSpPr>
        <p:spPr>
          <a:xfrm>
            <a:off x="10319495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70,6 %</a:t>
            </a:r>
            <a:endParaRPr lang="en-US" sz="480" dirty="0"/>
          </a:p>
        </p:txBody>
      </p:sp>
      <p:sp>
        <p:nvSpPr>
          <p:cNvPr id="128" name="Text 125"/>
          <p:cNvSpPr/>
          <p:nvPr/>
        </p:nvSpPr>
        <p:spPr>
          <a:xfrm>
            <a:off x="10725934" y="3772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480" dirty="0"/>
          </a:p>
        </p:txBody>
      </p:sp>
      <p:sp>
        <p:nvSpPr>
          <p:cNvPr id="129" name="Text 126"/>
          <p:cNvSpPr/>
          <p:nvPr/>
        </p:nvSpPr>
        <p:spPr>
          <a:xfrm>
            <a:off x="11128297" y="37726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78,6 %</a:t>
            </a:r>
            <a:endParaRPr lang="en-US" sz="480" dirty="0"/>
          </a:p>
        </p:txBody>
      </p:sp>
      <p:sp>
        <p:nvSpPr>
          <p:cNvPr id="130" name="Text 127"/>
          <p:cNvSpPr/>
          <p:nvPr/>
        </p:nvSpPr>
        <p:spPr>
          <a:xfrm>
            <a:off x="495288" y="1886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1" name="Text 128"/>
          <p:cNvSpPr/>
          <p:nvPr/>
        </p:nvSpPr>
        <p:spPr>
          <a:xfrm>
            <a:off x="2951194" y="1886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636" dirty="0"/>
          </a:p>
        </p:txBody>
      </p:sp>
      <p:sp>
        <p:nvSpPr>
          <p:cNvPr id="132" name="Text 129"/>
          <p:cNvSpPr/>
          <p:nvPr/>
        </p:nvSpPr>
        <p:spPr>
          <a:xfrm>
            <a:off x="4477220" y="1886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495288" y="21724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2951194" y="21724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495288" y="23153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36" name="Text 133"/>
          <p:cNvSpPr/>
          <p:nvPr/>
        </p:nvSpPr>
        <p:spPr>
          <a:xfrm>
            <a:off x="495288" y="26010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495288" y="27439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4477220" y="27439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1540477" y="2886819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9.366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4477220" y="2886819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3029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5365816" y="3439269"/>
            <a:ext cx="558586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3" name="Text 140"/>
          <p:cNvSpPr/>
          <p:nvPr/>
        </p:nvSpPr>
        <p:spPr>
          <a:xfrm>
            <a:off x="2118377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2524816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2931256" y="36107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3337695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3744135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4150574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3337695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3744135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5365816" y="38774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337695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3744135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5365816" y="40107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5365816" y="41441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5365816" y="42774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337695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3744135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5365816" y="454416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504812" y="4677519"/>
            <a:ext cx="1674531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2118377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4.226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2931256" y="46775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4.563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64" name="Text 161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239394" y="1924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10239394" y="2020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10239394" y="2115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10239394" y="2210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6257769" y="2305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10239394" y="2305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6257769" y="2401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239394" y="2401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7316013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9.366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10239394" y="2496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6257769" y="2591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10239394" y="2591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11128297" y="2953494"/>
            <a:ext cx="558586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82" name="Text 179"/>
          <p:cNvSpPr/>
          <p:nvPr/>
        </p:nvSpPr>
        <p:spPr>
          <a:xfrm>
            <a:off x="7880858" y="3086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480" dirty="0"/>
          </a:p>
        </p:txBody>
      </p:sp>
      <p:sp>
        <p:nvSpPr>
          <p:cNvPr id="183" name="Text 180"/>
          <p:cNvSpPr/>
          <p:nvPr/>
        </p:nvSpPr>
        <p:spPr>
          <a:xfrm>
            <a:off x="7880858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184" name="Text 181"/>
          <p:cNvSpPr/>
          <p:nvPr/>
        </p:nvSpPr>
        <p:spPr>
          <a:xfrm>
            <a:off x="8287297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480" dirty="0"/>
          </a:p>
        </p:txBody>
      </p:sp>
      <p:sp>
        <p:nvSpPr>
          <p:cNvPr id="185" name="Text 182"/>
          <p:cNvSpPr/>
          <p:nvPr/>
        </p:nvSpPr>
        <p:spPr>
          <a:xfrm>
            <a:off x="8693737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186" name="Text 183"/>
          <p:cNvSpPr/>
          <p:nvPr/>
        </p:nvSpPr>
        <p:spPr>
          <a:xfrm>
            <a:off x="9100176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480" dirty="0"/>
          </a:p>
        </p:txBody>
      </p:sp>
      <p:sp>
        <p:nvSpPr>
          <p:cNvPr id="187" name="Text 184"/>
          <p:cNvSpPr/>
          <p:nvPr/>
        </p:nvSpPr>
        <p:spPr>
          <a:xfrm>
            <a:off x="9506616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480" dirty="0"/>
          </a:p>
        </p:txBody>
      </p:sp>
      <p:sp>
        <p:nvSpPr>
          <p:cNvPr id="188" name="Text 185"/>
          <p:cNvSpPr/>
          <p:nvPr/>
        </p:nvSpPr>
        <p:spPr>
          <a:xfrm>
            <a:off x="9913055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480" dirty="0"/>
          </a:p>
        </p:txBody>
      </p:sp>
      <p:sp>
        <p:nvSpPr>
          <p:cNvPr id="189" name="Text 186"/>
          <p:cNvSpPr/>
          <p:nvPr/>
        </p:nvSpPr>
        <p:spPr>
          <a:xfrm>
            <a:off x="10319495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480" dirty="0"/>
          </a:p>
        </p:txBody>
      </p:sp>
      <p:sp>
        <p:nvSpPr>
          <p:cNvPr id="190" name="Text 187"/>
          <p:cNvSpPr/>
          <p:nvPr/>
        </p:nvSpPr>
        <p:spPr>
          <a:xfrm>
            <a:off x="10725934" y="3163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480" dirty="0"/>
          </a:p>
        </p:txBody>
      </p:sp>
      <p:sp>
        <p:nvSpPr>
          <p:cNvPr id="191" name="Text 188"/>
          <p:cNvSpPr/>
          <p:nvPr/>
        </p:nvSpPr>
        <p:spPr>
          <a:xfrm>
            <a:off x="11128297" y="31630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192" name="Text 189"/>
          <p:cNvSpPr/>
          <p:nvPr/>
        </p:nvSpPr>
        <p:spPr>
          <a:xfrm>
            <a:off x="7880858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480" dirty="0"/>
          </a:p>
        </p:txBody>
      </p:sp>
      <p:sp>
        <p:nvSpPr>
          <p:cNvPr id="193" name="Text 190"/>
          <p:cNvSpPr/>
          <p:nvPr/>
        </p:nvSpPr>
        <p:spPr>
          <a:xfrm>
            <a:off x="8693737" y="3239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480" dirty="0"/>
          </a:p>
        </p:txBody>
      </p:sp>
      <p:sp>
        <p:nvSpPr>
          <p:cNvPr id="194" name="Text 191"/>
          <p:cNvSpPr/>
          <p:nvPr/>
        </p:nvSpPr>
        <p:spPr>
          <a:xfrm>
            <a:off x="11128297" y="32392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480" dirty="0"/>
          </a:p>
        </p:txBody>
      </p:sp>
      <p:sp>
        <p:nvSpPr>
          <p:cNvPr id="195" name="Text 192"/>
          <p:cNvSpPr/>
          <p:nvPr/>
        </p:nvSpPr>
        <p:spPr>
          <a:xfrm>
            <a:off x="7880858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480" dirty="0"/>
          </a:p>
        </p:txBody>
      </p:sp>
      <p:sp>
        <p:nvSpPr>
          <p:cNvPr id="196" name="Text 193"/>
          <p:cNvSpPr/>
          <p:nvPr/>
        </p:nvSpPr>
        <p:spPr>
          <a:xfrm>
            <a:off x="8287297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6,9 %</a:t>
            </a:r>
            <a:endParaRPr lang="en-US" sz="480" dirty="0"/>
          </a:p>
        </p:txBody>
      </p:sp>
      <p:sp>
        <p:nvSpPr>
          <p:cNvPr id="197" name="Text 194"/>
          <p:cNvSpPr/>
          <p:nvPr/>
        </p:nvSpPr>
        <p:spPr>
          <a:xfrm>
            <a:off x="8693737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5,7 %</a:t>
            </a:r>
            <a:endParaRPr lang="en-US" sz="480" dirty="0"/>
          </a:p>
        </p:txBody>
      </p:sp>
      <p:sp>
        <p:nvSpPr>
          <p:cNvPr id="198" name="Text 195"/>
          <p:cNvSpPr/>
          <p:nvPr/>
        </p:nvSpPr>
        <p:spPr>
          <a:xfrm>
            <a:off x="9100176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480" dirty="0"/>
          </a:p>
        </p:txBody>
      </p:sp>
      <p:sp>
        <p:nvSpPr>
          <p:cNvPr id="199" name="Text 196"/>
          <p:cNvSpPr/>
          <p:nvPr/>
        </p:nvSpPr>
        <p:spPr>
          <a:xfrm>
            <a:off x="9913055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480" dirty="0"/>
          </a:p>
        </p:txBody>
      </p:sp>
      <p:sp>
        <p:nvSpPr>
          <p:cNvPr id="200" name="Text 197"/>
          <p:cNvSpPr/>
          <p:nvPr/>
        </p:nvSpPr>
        <p:spPr>
          <a:xfrm>
            <a:off x="10319495" y="3315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480" dirty="0"/>
          </a:p>
        </p:txBody>
      </p:sp>
      <p:sp>
        <p:nvSpPr>
          <p:cNvPr id="201" name="Text 198"/>
          <p:cNvSpPr/>
          <p:nvPr/>
        </p:nvSpPr>
        <p:spPr>
          <a:xfrm>
            <a:off x="11128297" y="33154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480" dirty="0"/>
          </a:p>
        </p:txBody>
      </p:sp>
      <p:sp>
        <p:nvSpPr>
          <p:cNvPr id="202" name="Text 199"/>
          <p:cNvSpPr/>
          <p:nvPr/>
        </p:nvSpPr>
        <p:spPr>
          <a:xfrm>
            <a:off x="7880858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480" dirty="0"/>
          </a:p>
        </p:txBody>
      </p:sp>
      <p:sp>
        <p:nvSpPr>
          <p:cNvPr id="203" name="Text 200"/>
          <p:cNvSpPr/>
          <p:nvPr/>
        </p:nvSpPr>
        <p:spPr>
          <a:xfrm>
            <a:off x="8287297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480" dirty="0"/>
          </a:p>
        </p:txBody>
      </p:sp>
      <p:sp>
        <p:nvSpPr>
          <p:cNvPr id="204" name="Text 201"/>
          <p:cNvSpPr/>
          <p:nvPr/>
        </p:nvSpPr>
        <p:spPr>
          <a:xfrm>
            <a:off x="8693737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480" dirty="0"/>
          </a:p>
        </p:txBody>
      </p:sp>
      <p:sp>
        <p:nvSpPr>
          <p:cNvPr id="205" name="Text 202"/>
          <p:cNvSpPr/>
          <p:nvPr/>
        </p:nvSpPr>
        <p:spPr>
          <a:xfrm>
            <a:off x="9100176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480" dirty="0"/>
          </a:p>
        </p:txBody>
      </p:sp>
      <p:sp>
        <p:nvSpPr>
          <p:cNvPr id="206" name="Text 203"/>
          <p:cNvSpPr/>
          <p:nvPr/>
        </p:nvSpPr>
        <p:spPr>
          <a:xfrm>
            <a:off x="9506616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480" dirty="0"/>
          </a:p>
        </p:txBody>
      </p:sp>
      <p:sp>
        <p:nvSpPr>
          <p:cNvPr id="207" name="Text 204"/>
          <p:cNvSpPr/>
          <p:nvPr/>
        </p:nvSpPr>
        <p:spPr>
          <a:xfrm>
            <a:off x="9913055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480" dirty="0"/>
          </a:p>
        </p:txBody>
      </p:sp>
      <p:sp>
        <p:nvSpPr>
          <p:cNvPr id="208" name="Text 205"/>
          <p:cNvSpPr/>
          <p:nvPr/>
        </p:nvSpPr>
        <p:spPr>
          <a:xfrm>
            <a:off x="10319495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480" dirty="0"/>
          </a:p>
        </p:txBody>
      </p:sp>
      <p:sp>
        <p:nvSpPr>
          <p:cNvPr id="209" name="Text 206"/>
          <p:cNvSpPr/>
          <p:nvPr/>
        </p:nvSpPr>
        <p:spPr>
          <a:xfrm>
            <a:off x="10725934" y="33916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210" name="Text 207"/>
          <p:cNvSpPr/>
          <p:nvPr/>
        </p:nvSpPr>
        <p:spPr>
          <a:xfrm>
            <a:off x="11128297" y="33916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211" name="Text 208"/>
          <p:cNvSpPr/>
          <p:nvPr/>
        </p:nvSpPr>
        <p:spPr>
          <a:xfrm>
            <a:off x="7880858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480" dirty="0"/>
          </a:p>
        </p:txBody>
      </p:sp>
      <p:sp>
        <p:nvSpPr>
          <p:cNvPr id="212" name="Text 209"/>
          <p:cNvSpPr/>
          <p:nvPr/>
        </p:nvSpPr>
        <p:spPr>
          <a:xfrm>
            <a:off x="8287297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480" dirty="0"/>
          </a:p>
        </p:txBody>
      </p:sp>
      <p:sp>
        <p:nvSpPr>
          <p:cNvPr id="213" name="Text 210"/>
          <p:cNvSpPr/>
          <p:nvPr/>
        </p:nvSpPr>
        <p:spPr>
          <a:xfrm>
            <a:off x="8693737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480" dirty="0"/>
          </a:p>
        </p:txBody>
      </p:sp>
      <p:sp>
        <p:nvSpPr>
          <p:cNvPr id="214" name="Text 211"/>
          <p:cNvSpPr/>
          <p:nvPr/>
        </p:nvSpPr>
        <p:spPr>
          <a:xfrm>
            <a:off x="9100176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215" name="Text 212"/>
          <p:cNvSpPr/>
          <p:nvPr/>
        </p:nvSpPr>
        <p:spPr>
          <a:xfrm>
            <a:off x="9506616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480" dirty="0"/>
          </a:p>
        </p:txBody>
      </p:sp>
      <p:sp>
        <p:nvSpPr>
          <p:cNvPr id="216" name="Text 213"/>
          <p:cNvSpPr/>
          <p:nvPr/>
        </p:nvSpPr>
        <p:spPr>
          <a:xfrm>
            <a:off x="9913055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480" dirty="0"/>
          </a:p>
        </p:txBody>
      </p:sp>
      <p:sp>
        <p:nvSpPr>
          <p:cNvPr id="217" name="Text 214"/>
          <p:cNvSpPr/>
          <p:nvPr/>
        </p:nvSpPr>
        <p:spPr>
          <a:xfrm>
            <a:off x="10319495" y="3467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480" dirty="0"/>
          </a:p>
        </p:txBody>
      </p:sp>
      <p:sp>
        <p:nvSpPr>
          <p:cNvPr id="218" name="Text 215"/>
          <p:cNvSpPr/>
          <p:nvPr/>
        </p:nvSpPr>
        <p:spPr>
          <a:xfrm>
            <a:off x="11128297" y="34678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480" dirty="0"/>
          </a:p>
        </p:txBody>
      </p:sp>
      <p:sp>
        <p:nvSpPr>
          <p:cNvPr id="219" name="Text 216"/>
          <p:cNvSpPr/>
          <p:nvPr/>
        </p:nvSpPr>
        <p:spPr>
          <a:xfrm>
            <a:off x="7880858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20" name="Text 217"/>
          <p:cNvSpPr/>
          <p:nvPr/>
        </p:nvSpPr>
        <p:spPr>
          <a:xfrm>
            <a:off x="8287297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480" dirty="0"/>
          </a:p>
        </p:txBody>
      </p:sp>
      <p:sp>
        <p:nvSpPr>
          <p:cNvPr id="221" name="Text 218"/>
          <p:cNvSpPr/>
          <p:nvPr/>
        </p:nvSpPr>
        <p:spPr>
          <a:xfrm>
            <a:off x="8693737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480" dirty="0"/>
          </a:p>
        </p:txBody>
      </p:sp>
      <p:sp>
        <p:nvSpPr>
          <p:cNvPr id="222" name="Text 219"/>
          <p:cNvSpPr/>
          <p:nvPr/>
        </p:nvSpPr>
        <p:spPr>
          <a:xfrm>
            <a:off x="9100176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480" dirty="0"/>
          </a:p>
        </p:txBody>
      </p:sp>
      <p:sp>
        <p:nvSpPr>
          <p:cNvPr id="223" name="Text 220"/>
          <p:cNvSpPr/>
          <p:nvPr/>
        </p:nvSpPr>
        <p:spPr>
          <a:xfrm>
            <a:off x="9506616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480" dirty="0"/>
          </a:p>
        </p:txBody>
      </p:sp>
      <p:sp>
        <p:nvSpPr>
          <p:cNvPr id="224" name="Text 221"/>
          <p:cNvSpPr/>
          <p:nvPr/>
        </p:nvSpPr>
        <p:spPr>
          <a:xfrm>
            <a:off x="9913055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480" dirty="0"/>
          </a:p>
        </p:txBody>
      </p:sp>
      <p:sp>
        <p:nvSpPr>
          <p:cNvPr id="225" name="Text 222"/>
          <p:cNvSpPr/>
          <p:nvPr/>
        </p:nvSpPr>
        <p:spPr>
          <a:xfrm>
            <a:off x="10319495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480" dirty="0"/>
          </a:p>
        </p:txBody>
      </p:sp>
      <p:sp>
        <p:nvSpPr>
          <p:cNvPr id="226" name="Text 223"/>
          <p:cNvSpPr/>
          <p:nvPr/>
        </p:nvSpPr>
        <p:spPr>
          <a:xfrm>
            <a:off x="10725934" y="3544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227" name="Text 224"/>
          <p:cNvSpPr/>
          <p:nvPr/>
        </p:nvSpPr>
        <p:spPr>
          <a:xfrm>
            <a:off x="11128297" y="35440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480" dirty="0"/>
          </a:p>
        </p:txBody>
      </p:sp>
      <p:sp>
        <p:nvSpPr>
          <p:cNvPr id="228" name="Text 225"/>
          <p:cNvSpPr/>
          <p:nvPr/>
        </p:nvSpPr>
        <p:spPr>
          <a:xfrm>
            <a:off x="7880858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480" dirty="0"/>
          </a:p>
        </p:txBody>
      </p:sp>
      <p:sp>
        <p:nvSpPr>
          <p:cNvPr id="229" name="Text 226"/>
          <p:cNvSpPr/>
          <p:nvPr/>
        </p:nvSpPr>
        <p:spPr>
          <a:xfrm>
            <a:off x="8287297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480" dirty="0"/>
          </a:p>
        </p:txBody>
      </p:sp>
      <p:sp>
        <p:nvSpPr>
          <p:cNvPr id="230" name="Text 227"/>
          <p:cNvSpPr/>
          <p:nvPr/>
        </p:nvSpPr>
        <p:spPr>
          <a:xfrm>
            <a:off x="8693737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231" name="Text 228"/>
          <p:cNvSpPr/>
          <p:nvPr/>
        </p:nvSpPr>
        <p:spPr>
          <a:xfrm>
            <a:off x="9100176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232" name="Text 229"/>
          <p:cNvSpPr/>
          <p:nvPr/>
        </p:nvSpPr>
        <p:spPr>
          <a:xfrm>
            <a:off x="9506616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233" name="Text 230"/>
          <p:cNvSpPr/>
          <p:nvPr/>
        </p:nvSpPr>
        <p:spPr>
          <a:xfrm>
            <a:off x="9913055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234" name="Text 231"/>
          <p:cNvSpPr/>
          <p:nvPr/>
        </p:nvSpPr>
        <p:spPr>
          <a:xfrm>
            <a:off x="10319495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480" dirty="0"/>
          </a:p>
        </p:txBody>
      </p:sp>
      <p:sp>
        <p:nvSpPr>
          <p:cNvPr id="235" name="Text 232"/>
          <p:cNvSpPr/>
          <p:nvPr/>
        </p:nvSpPr>
        <p:spPr>
          <a:xfrm>
            <a:off x="10725934" y="3620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480" dirty="0"/>
          </a:p>
        </p:txBody>
      </p:sp>
      <p:sp>
        <p:nvSpPr>
          <p:cNvPr id="236" name="Text 233"/>
          <p:cNvSpPr/>
          <p:nvPr/>
        </p:nvSpPr>
        <p:spPr>
          <a:xfrm>
            <a:off x="11128297" y="36202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237" name="Text 234"/>
          <p:cNvSpPr/>
          <p:nvPr/>
        </p:nvSpPr>
        <p:spPr>
          <a:xfrm>
            <a:off x="7880858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238" name="Text 235"/>
          <p:cNvSpPr/>
          <p:nvPr/>
        </p:nvSpPr>
        <p:spPr>
          <a:xfrm>
            <a:off x="8287297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480" dirty="0"/>
          </a:p>
        </p:txBody>
      </p:sp>
      <p:sp>
        <p:nvSpPr>
          <p:cNvPr id="239" name="Text 236"/>
          <p:cNvSpPr/>
          <p:nvPr/>
        </p:nvSpPr>
        <p:spPr>
          <a:xfrm>
            <a:off x="8693737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480" dirty="0"/>
          </a:p>
        </p:txBody>
      </p:sp>
      <p:sp>
        <p:nvSpPr>
          <p:cNvPr id="240" name="Text 237"/>
          <p:cNvSpPr/>
          <p:nvPr/>
        </p:nvSpPr>
        <p:spPr>
          <a:xfrm>
            <a:off x="9100176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480" dirty="0"/>
          </a:p>
        </p:txBody>
      </p:sp>
      <p:sp>
        <p:nvSpPr>
          <p:cNvPr id="241" name="Text 238"/>
          <p:cNvSpPr/>
          <p:nvPr/>
        </p:nvSpPr>
        <p:spPr>
          <a:xfrm>
            <a:off x="9506616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480" dirty="0"/>
          </a:p>
        </p:txBody>
      </p:sp>
      <p:sp>
        <p:nvSpPr>
          <p:cNvPr id="242" name="Text 239"/>
          <p:cNvSpPr/>
          <p:nvPr/>
        </p:nvSpPr>
        <p:spPr>
          <a:xfrm>
            <a:off x="9913055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480" dirty="0"/>
          </a:p>
        </p:txBody>
      </p:sp>
      <p:sp>
        <p:nvSpPr>
          <p:cNvPr id="243" name="Text 240"/>
          <p:cNvSpPr/>
          <p:nvPr/>
        </p:nvSpPr>
        <p:spPr>
          <a:xfrm>
            <a:off x="10319495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480" dirty="0"/>
          </a:p>
        </p:txBody>
      </p:sp>
      <p:sp>
        <p:nvSpPr>
          <p:cNvPr id="244" name="Text 241"/>
          <p:cNvSpPr/>
          <p:nvPr/>
        </p:nvSpPr>
        <p:spPr>
          <a:xfrm>
            <a:off x="10725934" y="38488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480" dirty="0"/>
          </a:p>
        </p:txBody>
      </p:sp>
      <p:sp>
        <p:nvSpPr>
          <p:cNvPr id="245" name="Text 242"/>
          <p:cNvSpPr/>
          <p:nvPr/>
        </p:nvSpPr>
        <p:spPr>
          <a:xfrm>
            <a:off x="11128297" y="38488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480" dirty="0"/>
          </a:p>
        </p:txBody>
      </p:sp>
      <p:sp>
        <p:nvSpPr>
          <p:cNvPr id="246" name="Text 243"/>
          <p:cNvSpPr/>
          <p:nvPr/>
        </p:nvSpPr>
        <p:spPr>
          <a:xfrm>
            <a:off x="7880858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480" dirty="0"/>
          </a:p>
        </p:txBody>
      </p:sp>
      <p:sp>
        <p:nvSpPr>
          <p:cNvPr id="247" name="Text 244"/>
          <p:cNvSpPr/>
          <p:nvPr/>
        </p:nvSpPr>
        <p:spPr>
          <a:xfrm>
            <a:off x="8287297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480" dirty="0"/>
          </a:p>
        </p:txBody>
      </p:sp>
      <p:sp>
        <p:nvSpPr>
          <p:cNvPr id="248" name="Text 245"/>
          <p:cNvSpPr/>
          <p:nvPr/>
        </p:nvSpPr>
        <p:spPr>
          <a:xfrm>
            <a:off x="8693737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480" dirty="0"/>
          </a:p>
        </p:txBody>
      </p:sp>
      <p:sp>
        <p:nvSpPr>
          <p:cNvPr id="249" name="Text 246"/>
          <p:cNvSpPr/>
          <p:nvPr/>
        </p:nvSpPr>
        <p:spPr>
          <a:xfrm>
            <a:off x="9100176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480" dirty="0"/>
          </a:p>
        </p:txBody>
      </p:sp>
      <p:sp>
        <p:nvSpPr>
          <p:cNvPr id="250" name="Text 247"/>
          <p:cNvSpPr/>
          <p:nvPr/>
        </p:nvSpPr>
        <p:spPr>
          <a:xfrm>
            <a:off x="9506616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480" dirty="0"/>
          </a:p>
        </p:txBody>
      </p:sp>
      <p:sp>
        <p:nvSpPr>
          <p:cNvPr id="251" name="Text 248"/>
          <p:cNvSpPr/>
          <p:nvPr/>
        </p:nvSpPr>
        <p:spPr>
          <a:xfrm>
            <a:off x="9913055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480" dirty="0"/>
          </a:p>
        </p:txBody>
      </p:sp>
      <p:sp>
        <p:nvSpPr>
          <p:cNvPr id="252" name="Text 249"/>
          <p:cNvSpPr/>
          <p:nvPr/>
        </p:nvSpPr>
        <p:spPr>
          <a:xfrm>
            <a:off x="10319495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480" dirty="0"/>
          </a:p>
        </p:txBody>
      </p:sp>
      <p:sp>
        <p:nvSpPr>
          <p:cNvPr id="253" name="Text 250"/>
          <p:cNvSpPr/>
          <p:nvPr/>
        </p:nvSpPr>
        <p:spPr>
          <a:xfrm>
            <a:off x="10725934" y="39250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54" name="Text 251"/>
          <p:cNvSpPr/>
          <p:nvPr/>
        </p:nvSpPr>
        <p:spPr>
          <a:xfrm>
            <a:off x="11128297" y="39250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480" dirty="0"/>
          </a:p>
        </p:txBody>
      </p:sp>
      <p:sp>
        <p:nvSpPr>
          <p:cNvPr id="255" name="Text 252"/>
          <p:cNvSpPr/>
          <p:nvPr/>
        </p:nvSpPr>
        <p:spPr>
          <a:xfrm>
            <a:off x="7880858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56" name="Text 253"/>
          <p:cNvSpPr/>
          <p:nvPr/>
        </p:nvSpPr>
        <p:spPr>
          <a:xfrm>
            <a:off x="8287297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57" name="Text 254"/>
          <p:cNvSpPr/>
          <p:nvPr/>
        </p:nvSpPr>
        <p:spPr>
          <a:xfrm>
            <a:off x="8693737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58" name="Text 255"/>
          <p:cNvSpPr/>
          <p:nvPr/>
        </p:nvSpPr>
        <p:spPr>
          <a:xfrm>
            <a:off x="9100176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59" name="Text 256"/>
          <p:cNvSpPr/>
          <p:nvPr/>
        </p:nvSpPr>
        <p:spPr>
          <a:xfrm>
            <a:off x="9506616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60" name="Text 257"/>
          <p:cNvSpPr/>
          <p:nvPr/>
        </p:nvSpPr>
        <p:spPr>
          <a:xfrm>
            <a:off x="9913055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61" name="Text 258"/>
          <p:cNvSpPr/>
          <p:nvPr/>
        </p:nvSpPr>
        <p:spPr>
          <a:xfrm>
            <a:off x="10319495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62" name="Text 259"/>
          <p:cNvSpPr/>
          <p:nvPr/>
        </p:nvSpPr>
        <p:spPr>
          <a:xfrm>
            <a:off x="10725934" y="40012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480" dirty="0"/>
          </a:p>
        </p:txBody>
      </p:sp>
      <p:sp>
        <p:nvSpPr>
          <p:cNvPr id="263" name="Text 260"/>
          <p:cNvSpPr/>
          <p:nvPr/>
        </p:nvSpPr>
        <p:spPr>
          <a:xfrm>
            <a:off x="11128297" y="40012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64" name="Text 261"/>
          <p:cNvSpPr/>
          <p:nvPr/>
        </p:nvSpPr>
        <p:spPr>
          <a:xfrm>
            <a:off x="7880858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65" name="Text 262"/>
          <p:cNvSpPr/>
          <p:nvPr/>
        </p:nvSpPr>
        <p:spPr>
          <a:xfrm>
            <a:off x="8287297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66" name="Text 263"/>
          <p:cNvSpPr/>
          <p:nvPr/>
        </p:nvSpPr>
        <p:spPr>
          <a:xfrm>
            <a:off x="8693737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67" name="Text 264"/>
          <p:cNvSpPr/>
          <p:nvPr/>
        </p:nvSpPr>
        <p:spPr>
          <a:xfrm>
            <a:off x="9100176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68" name="Text 265"/>
          <p:cNvSpPr/>
          <p:nvPr/>
        </p:nvSpPr>
        <p:spPr>
          <a:xfrm>
            <a:off x="9506616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69" name="Text 266"/>
          <p:cNvSpPr/>
          <p:nvPr/>
        </p:nvSpPr>
        <p:spPr>
          <a:xfrm>
            <a:off x="9913055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70" name="Text 267"/>
          <p:cNvSpPr/>
          <p:nvPr/>
        </p:nvSpPr>
        <p:spPr>
          <a:xfrm>
            <a:off x="10319495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71" name="Text 268"/>
          <p:cNvSpPr/>
          <p:nvPr/>
        </p:nvSpPr>
        <p:spPr>
          <a:xfrm>
            <a:off x="10725934" y="4077444"/>
            <a:ext cx="4186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72" name="Text 269"/>
          <p:cNvSpPr/>
          <p:nvPr/>
        </p:nvSpPr>
        <p:spPr>
          <a:xfrm>
            <a:off x="11128297" y="40774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73" name="Text 270"/>
          <p:cNvSpPr/>
          <p:nvPr/>
        </p:nvSpPr>
        <p:spPr>
          <a:xfrm>
            <a:off x="4374991" y="952500"/>
            <a:ext cx="44753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1380" dirty="0"/>
          </a:p>
        </p:txBody>
      </p:sp>
      <p:sp>
        <p:nvSpPr>
          <p:cNvPr id="274" name="Text 271"/>
          <p:cNvSpPr/>
          <p:nvPr/>
        </p:nvSpPr>
        <p:spPr>
          <a:xfrm>
            <a:off x="495288" y="24581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6257769" y="2210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552" dirty="0"/>
          </a:p>
        </p:txBody>
      </p:sp>
      <p:sp>
        <p:nvSpPr>
          <p:cNvPr id="276" name="Text 273"/>
          <p:cNvSpPr/>
          <p:nvPr/>
        </p:nvSpPr>
        <p:spPr>
          <a:xfrm>
            <a:off x="495288" y="171524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2118377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18" dirty="0"/>
          </a:p>
        </p:txBody>
      </p:sp>
      <p:sp>
        <p:nvSpPr>
          <p:cNvPr id="278" name="Text 275"/>
          <p:cNvSpPr/>
          <p:nvPr/>
        </p:nvSpPr>
        <p:spPr>
          <a:xfrm>
            <a:off x="2524816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18" dirty="0"/>
          </a:p>
        </p:txBody>
      </p:sp>
      <p:sp>
        <p:nvSpPr>
          <p:cNvPr id="279" name="Text 276"/>
          <p:cNvSpPr/>
          <p:nvPr/>
        </p:nvSpPr>
        <p:spPr>
          <a:xfrm>
            <a:off x="2931256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18" dirty="0"/>
          </a:p>
        </p:txBody>
      </p:sp>
      <p:sp>
        <p:nvSpPr>
          <p:cNvPr id="280" name="Text 277"/>
          <p:cNvSpPr/>
          <p:nvPr/>
        </p:nvSpPr>
        <p:spPr>
          <a:xfrm>
            <a:off x="3337695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18" dirty="0"/>
          </a:p>
        </p:txBody>
      </p:sp>
      <p:sp>
        <p:nvSpPr>
          <p:cNvPr id="281" name="Text 278"/>
          <p:cNvSpPr/>
          <p:nvPr/>
        </p:nvSpPr>
        <p:spPr>
          <a:xfrm>
            <a:off x="3744135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18" dirty="0"/>
          </a:p>
        </p:txBody>
      </p:sp>
      <p:sp>
        <p:nvSpPr>
          <p:cNvPr id="282" name="Text 279"/>
          <p:cNvSpPr/>
          <p:nvPr/>
        </p:nvSpPr>
        <p:spPr>
          <a:xfrm>
            <a:off x="4150574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18" dirty="0"/>
          </a:p>
        </p:txBody>
      </p:sp>
      <p:sp>
        <p:nvSpPr>
          <p:cNvPr id="283" name="Text 280"/>
          <p:cNvSpPr/>
          <p:nvPr/>
        </p:nvSpPr>
        <p:spPr>
          <a:xfrm>
            <a:off x="4557014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518" dirty="0"/>
          </a:p>
        </p:txBody>
      </p:sp>
      <p:sp>
        <p:nvSpPr>
          <p:cNvPr id="284" name="Text 281"/>
          <p:cNvSpPr/>
          <p:nvPr/>
        </p:nvSpPr>
        <p:spPr>
          <a:xfrm>
            <a:off x="4963453" y="3467844"/>
            <a:ext cx="418633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518" dirty="0"/>
          </a:p>
        </p:txBody>
      </p:sp>
      <p:sp>
        <p:nvSpPr>
          <p:cNvPr id="285" name="Text 282"/>
          <p:cNvSpPr/>
          <p:nvPr/>
        </p:nvSpPr>
        <p:spPr>
          <a:xfrm>
            <a:off x="2118377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2524816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931256" y="37440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2118377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2524816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931256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4150574" y="38774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2118377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2524816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2931256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4150574" y="40107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2524816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576" dirty="0"/>
          </a:p>
        </p:txBody>
      </p:sp>
      <p:sp>
        <p:nvSpPr>
          <p:cNvPr id="297" name="Text 294"/>
          <p:cNvSpPr/>
          <p:nvPr/>
        </p:nvSpPr>
        <p:spPr>
          <a:xfrm>
            <a:off x="3337695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98" name="Text 295"/>
          <p:cNvSpPr/>
          <p:nvPr/>
        </p:nvSpPr>
        <p:spPr>
          <a:xfrm>
            <a:off x="3744135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99" name="Text 296"/>
          <p:cNvSpPr/>
          <p:nvPr/>
        </p:nvSpPr>
        <p:spPr>
          <a:xfrm>
            <a:off x="4150574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576" dirty="0"/>
          </a:p>
        </p:txBody>
      </p:sp>
      <p:sp>
        <p:nvSpPr>
          <p:cNvPr id="300" name="Text 297"/>
          <p:cNvSpPr/>
          <p:nvPr/>
        </p:nvSpPr>
        <p:spPr>
          <a:xfrm>
            <a:off x="2524816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76" dirty="0"/>
          </a:p>
        </p:txBody>
      </p:sp>
      <p:sp>
        <p:nvSpPr>
          <p:cNvPr id="301" name="Text 298"/>
          <p:cNvSpPr/>
          <p:nvPr/>
        </p:nvSpPr>
        <p:spPr>
          <a:xfrm>
            <a:off x="3337695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576" dirty="0"/>
          </a:p>
        </p:txBody>
      </p:sp>
      <p:sp>
        <p:nvSpPr>
          <p:cNvPr id="302" name="Text 299"/>
          <p:cNvSpPr/>
          <p:nvPr/>
        </p:nvSpPr>
        <p:spPr>
          <a:xfrm>
            <a:off x="3744135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576" dirty="0"/>
          </a:p>
        </p:txBody>
      </p:sp>
      <p:sp>
        <p:nvSpPr>
          <p:cNvPr id="303" name="Text 300"/>
          <p:cNvSpPr/>
          <p:nvPr/>
        </p:nvSpPr>
        <p:spPr>
          <a:xfrm>
            <a:off x="4150574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76" dirty="0"/>
          </a:p>
        </p:txBody>
      </p:sp>
      <p:sp>
        <p:nvSpPr>
          <p:cNvPr id="304" name="Text 301"/>
          <p:cNvSpPr/>
          <p:nvPr/>
        </p:nvSpPr>
        <p:spPr>
          <a:xfrm>
            <a:off x="3337695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305" name="Text 302"/>
          <p:cNvSpPr/>
          <p:nvPr/>
        </p:nvSpPr>
        <p:spPr>
          <a:xfrm>
            <a:off x="3744135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306" name="Text 303"/>
          <p:cNvSpPr/>
          <p:nvPr/>
        </p:nvSpPr>
        <p:spPr>
          <a:xfrm>
            <a:off x="4150574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307" name="Text 304"/>
          <p:cNvSpPr/>
          <p:nvPr/>
        </p:nvSpPr>
        <p:spPr>
          <a:xfrm>
            <a:off x="5365816" y="4410819"/>
            <a:ext cx="55858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576" dirty="0"/>
          </a:p>
        </p:txBody>
      </p:sp>
      <p:sp>
        <p:nvSpPr>
          <p:cNvPr id="308" name="Text 305"/>
          <p:cNvSpPr/>
          <p:nvPr/>
        </p:nvSpPr>
        <p:spPr>
          <a:xfrm>
            <a:off x="2118377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576" dirty="0"/>
          </a:p>
        </p:txBody>
      </p:sp>
      <p:sp>
        <p:nvSpPr>
          <p:cNvPr id="309" name="Text 306"/>
          <p:cNvSpPr/>
          <p:nvPr/>
        </p:nvSpPr>
        <p:spPr>
          <a:xfrm>
            <a:off x="2524816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576" dirty="0"/>
          </a:p>
        </p:txBody>
      </p:sp>
      <p:sp>
        <p:nvSpPr>
          <p:cNvPr id="310" name="Text 307"/>
          <p:cNvSpPr/>
          <p:nvPr/>
        </p:nvSpPr>
        <p:spPr>
          <a:xfrm>
            <a:off x="2931256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76" dirty="0"/>
          </a:p>
        </p:txBody>
      </p:sp>
      <p:sp>
        <p:nvSpPr>
          <p:cNvPr id="311" name="Text 308"/>
          <p:cNvSpPr/>
          <p:nvPr/>
        </p:nvSpPr>
        <p:spPr>
          <a:xfrm>
            <a:off x="4150574" y="45441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576" dirty="0"/>
          </a:p>
        </p:txBody>
      </p:sp>
      <p:sp>
        <p:nvSpPr>
          <p:cNvPr id="312" name="Text 309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313" name="Text 310"/>
          <p:cNvSpPr/>
          <p:nvPr/>
        </p:nvSpPr>
        <p:spPr>
          <a:xfrm>
            <a:off x="9273649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52" dirty="0"/>
          </a:p>
        </p:txBody>
      </p:sp>
      <p:sp>
        <p:nvSpPr>
          <p:cNvPr id="314" name="Text 311"/>
          <p:cNvSpPr/>
          <p:nvPr/>
        </p:nvSpPr>
        <p:spPr>
          <a:xfrm>
            <a:off x="7316013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552" dirty="0"/>
          </a:p>
        </p:txBody>
      </p:sp>
      <p:sp>
        <p:nvSpPr>
          <p:cNvPr id="315" name="Text 312"/>
          <p:cNvSpPr/>
          <p:nvPr/>
        </p:nvSpPr>
        <p:spPr>
          <a:xfrm>
            <a:off x="7316013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552" dirty="0"/>
          </a:p>
        </p:txBody>
      </p:sp>
      <p:sp>
        <p:nvSpPr>
          <p:cNvPr id="316" name="Text 313"/>
          <p:cNvSpPr/>
          <p:nvPr/>
        </p:nvSpPr>
        <p:spPr>
          <a:xfrm>
            <a:off x="9273649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552" dirty="0"/>
          </a:p>
        </p:txBody>
      </p:sp>
      <p:sp>
        <p:nvSpPr>
          <p:cNvPr id="317" name="Text 314"/>
          <p:cNvSpPr/>
          <p:nvPr/>
        </p:nvSpPr>
        <p:spPr>
          <a:xfrm>
            <a:off x="9273649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107</a:t>
            </a:r>
            <a:endParaRPr lang="en-US" sz="552" dirty="0"/>
          </a:p>
        </p:txBody>
      </p:sp>
      <p:sp>
        <p:nvSpPr>
          <p:cNvPr id="318" name="Text 315"/>
          <p:cNvSpPr/>
          <p:nvPr/>
        </p:nvSpPr>
        <p:spPr>
          <a:xfrm>
            <a:off x="9273649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529</a:t>
            </a:r>
            <a:endParaRPr lang="en-US" sz="552" dirty="0"/>
          </a:p>
        </p:txBody>
      </p:sp>
      <p:sp>
        <p:nvSpPr>
          <p:cNvPr id="319" name="Text 316"/>
          <p:cNvSpPr/>
          <p:nvPr/>
        </p:nvSpPr>
        <p:spPr>
          <a:xfrm>
            <a:off x="7880858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432" dirty="0"/>
          </a:p>
        </p:txBody>
      </p:sp>
      <p:sp>
        <p:nvSpPr>
          <p:cNvPr id="320" name="Text 317"/>
          <p:cNvSpPr/>
          <p:nvPr/>
        </p:nvSpPr>
        <p:spPr>
          <a:xfrm>
            <a:off x="8287297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432" dirty="0"/>
          </a:p>
        </p:txBody>
      </p:sp>
      <p:sp>
        <p:nvSpPr>
          <p:cNvPr id="321" name="Text 318"/>
          <p:cNvSpPr/>
          <p:nvPr/>
        </p:nvSpPr>
        <p:spPr>
          <a:xfrm>
            <a:off x="8693737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432" dirty="0"/>
          </a:p>
        </p:txBody>
      </p:sp>
      <p:sp>
        <p:nvSpPr>
          <p:cNvPr id="322" name="Text 319"/>
          <p:cNvSpPr/>
          <p:nvPr/>
        </p:nvSpPr>
        <p:spPr>
          <a:xfrm>
            <a:off x="9100176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432" dirty="0"/>
          </a:p>
        </p:txBody>
      </p:sp>
      <p:sp>
        <p:nvSpPr>
          <p:cNvPr id="323" name="Text 320"/>
          <p:cNvSpPr/>
          <p:nvPr/>
        </p:nvSpPr>
        <p:spPr>
          <a:xfrm>
            <a:off x="9506616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432" dirty="0"/>
          </a:p>
        </p:txBody>
      </p:sp>
      <p:sp>
        <p:nvSpPr>
          <p:cNvPr id="324" name="Text 321"/>
          <p:cNvSpPr/>
          <p:nvPr/>
        </p:nvSpPr>
        <p:spPr>
          <a:xfrm>
            <a:off x="9913055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432" dirty="0"/>
          </a:p>
        </p:txBody>
      </p:sp>
      <p:sp>
        <p:nvSpPr>
          <p:cNvPr id="325" name="Text 322"/>
          <p:cNvSpPr/>
          <p:nvPr/>
        </p:nvSpPr>
        <p:spPr>
          <a:xfrm>
            <a:off x="10319495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432" dirty="0"/>
          </a:p>
        </p:txBody>
      </p:sp>
      <p:sp>
        <p:nvSpPr>
          <p:cNvPr id="326" name="Text 323"/>
          <p:cNvSpPr/>
          <p:nvPr/>
        </p:nvSpPr>
        <p:spPr>
          <a:xfrm>
            <a:off x="10725934" y="2991594"/>
            <a:ext cx="4186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432" dirty="0"/>
          </a:p>
        </p:txBody>
      </p:sp>
      <p:sp>
        <p:nvSpPr>
          <p:cNvPr id="327" name="Text 324"/>
          <p:cNvSpPr/>
          <p:nvPr/>
        </p:nvSpPr>
        <p:spPr>
          <a:xfrm>
            <a:off x="8216595" y="952500"/>
            <a:ext cx="332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1380" dirty="0"/>
          </a:p>
        </p:txBody>
      </p:sp>
      <p:sp>
        <p:nvSpPr>
          <p:cNvPr id="328" name="Text 325"/>
          <p:cNvSpPr/>
          <p:nvPr/>
        </p:nvSpPr>
        <p:spPr>
          <a:xfrm>
            <a:off x="2118377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76" dirty="0"/>
          </a:p>
        </p:txBody>
      </p:sp>
      <p:sp>
        <p:nvSpPr>
          <p:cNvPr id="329" name="Text 326"/>
          <p:cNvSpPr/>
          <p:nvPr/>
        </p:nvSpPr>
        <p:spPr>
          <a:xfrm>
            <a:off x="2931256" y="41441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30" name="Text 327"/>
          <p:cNvSpPr/>
          <p:nvPr/>
        </p:nvSpPr>
        <p:spPr>
          <a:xfrm>
            <a:off x="2118377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331" name="Text 328"/>
          <p:cNvSpPr/>
          <p:nvPr/>
        </p:nvSpPr>
        <p:spPr>
          <a:xfrm>
            <a:off x="2931256" y="427746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76" dirty="0"/>
          </a:p>
        </p:txBody>
      </p:sp>
      <p:sp>
        <p:nvSpPr>
          <p:cNvPr id="332" name="Text 329"/>
          <p:cNvSpPr/>
          <p:nvPr/>
        </p:nvSpPr>
        <p:spPr>
          <a:xfrm>
            <a:off x="2118377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76" dirty="0"/>
          </a:p>
        </p:txBody>
      </p:sp>
      <p:sp>
        <p:nvSpPr>
          <p:cNvPr id="333" name="Text 330"/>
          <p:cNvSpPr/>
          <p:nvPr/>
        </p:nvSpPr>
        <p:spPr>
          <a:xfrm>
            <a:off x="2524816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576" dirty="0"/>
          </a:p>
        </p:txBody>
      </p:sp>
      <p:sp>
        <p:nvSpPr>
          <p:cNvPr id="334" name="Text 331"/>
          <p:cNvSpPr/>
          <p:nvPr/>
        </p:nvSpPr>
        <p:spPr>
          <a:xfrm>
            <a:off x="2931256" y="4410819"/>
            <a:ext cx="41863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76" dirty="0"/>
          </a:p>
        </p:txBody>
      </p:sp>
      <p:sp>
        <p:nvSpPr>
          <p:cNvPr id="335" name="Text 332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52" dirty="0"/>
          </a:p>
        </p:txBody>
      </p:sp>
      <p:sp>
        <p:nvSpPr>
          <p:cNvPr id="336" name="Text 333"/>
          <p:cNvSpPr/>
          <p:nvPr/>
        </p:nvSpPr>
        <p:spPr>
          <a:xfrm>
            <a:off x="9273649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552" dirty="0"/>
          </a:p>
        </p:txBody>
      </p:sp>
      <p:sp>
        <p:nvSpPr>
          <p:cNvPr id="337" name="Text 334"/>
          <p:cNvSpPr/>
          <p:nvPr/>
        </p:nvSpPr>
        <p:spPr>
          <a:xfrm>
            <a:off x="9273649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</a:t>
            </a:r>
            <a:endParaRPr lang="en-US" sz="552" dirty="0"/>
          </a:p>
        </p:txBody>
      </p:sp>
      <p:sp>
        <p:nvSpPr>
          <p:cNvPr id="338" name="Text 335"/>
          <p:cNvSpPr/>
          <p:nvPr/>
        </p:nvSpPr>
        <p:spPr>
          <a:xfrm>
            <a:off x="2951194" y="27439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636" dirty="0"/>
          </a:p>
        </p:txBody>
      </p:sp>
      <p:sp>
        <p:nvSpPr>
          <p:cNvPr id="339" name="Text 336"/>
          <p:cNvSpPr/>
          <p:nvPr/>
        </p:nvSpPr>
        <p:spPr>
          <a:xfrm>
            <a:off x="2951194" y="2886819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636" dirty="0"/>
          </a:p>
        </p:txBody>
      </p:sp>
      <p:sp>
        <p:nvSpPr>
          <p:cNvPr id="340" name="Text 337"/>
          <p:cNvSpPr/>
          <p:nvPr/>
        </p:nvSpPr>
        <p:spPr>
          <a:xfrm>
            <a:off x="9273649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552" dirty="0"/>
          </a:p>
        </p:txBody>
      </p:sp>
      <p:sp>
        <p:nvSpPr>
          <p:cNvPr id="341" name="Text 338"/>
          <p:cNvSpPr/>
          <p:nvPr/>
        </p:nvSpPr>
        <p:spPr>
          <a:xfrm>
            <a:off x="9273649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5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44658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contacto inicial (18,6 %) para una base reactivada, con 79 ventas en el arranque.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40219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táctica de un solo mes (enero) sobre base histórica de clientes satisfechos.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6374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1872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45831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533387" y="1200894"/>
            <a:ext cx="15697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4374991" y="1200894"/>
            <a:ext cx="15609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6372066" y="254391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267293" y="31249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480" dirty="0"/>
          </a:p>
        </p:txBody>
      </p:sp>
      <p:sp>
        <p:nvSpPr>
          <p:cNvPr id="14" name="Text 11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504812" y="332496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504812" y="359166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267293" y="30487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19" name="Text 16"/>
          <p:cNvSpPr/>
          <p:nvPr/>
        </p:nvSpPr>
        <p:spPr>
          <a:xfrm>
            <a:off x="533387" y="809625"/>
            <a:ext cx="15767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504812" y="372501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576" dirty="0"/>
          </a:p>
        </p:txBody>
      </p:sp>
      <p:sp>
        <p:nvSpPr>
          <p:cNvPr id="21" name="Text 18"/>
          <p:cNvSpPr/>
          <p:nvPr/>
        </p:nvSpPr>
        <p:spPr>
          <a:xfrm>
            <a:off x="6267293" y="33535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2" name="Text 19"/>
          <p:cNvSpPr/>
          <p:nvPr/>
        </p:nvSpPr>
        <p:spPr>
          <a:xfrm>
            <a:off x="504812" y="385836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3" name="Text 20"/>
          <p:cNvSpPr/>
          <p:nvPr/>
        </p:nvSpPr>
        <p:spPr>
          <a:xfrm>
            <a:off x="6267293" y="32011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4" name="Text 21"/>
          <p:cNvSpPr/>
          <p:nvPr/>
        </p:nvSpPr>
        <p:spPr>
          <a:xfrm>
            <a:off x="6267293" y="34297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8216595" y="809625"/>
            <a:ext cx="13095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4374991" y="809625"/>
            <a:ext cx="1245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267293" y="28963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28" name="Text 25"/>
          <p:cNvSpPr/>
          <p:nvPr/>
        </p:nvSpPr>
        <p:spPr>
          <a:xfrm>
            <a:off x="6267293" y="35059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29" name="Text 26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6267293" y="29725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6267293" y="2762994"/>
            <a:ext cx="1674684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2773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33" name="Text 30"/>
          <p:cNvSpPr/>
          <p:nvPr/>
        </p:nvSpPr>
        <p:spPr>
          <a:xfrm>
            <a:off x="2951194" y="1715244"/>
            <a:ext cx="156845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1540477" y="1715244"/>
            <a:ext cx="145640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477220" y="1715244"/>
            <a:ext cx="145670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1540477" y="1886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495288" y="20295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1540477" y="27439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2951194" y="1886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4477220" y="1886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2951194" y="27439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4477220" y="27439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504812" y="3153519"/>
            <a:ext cx="167468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114463" y="332496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7" name="Text 44"/>
          <p:cNvSpPr/>
          <p:nvPr/>
        </p:nvSpPr>
        <p:spPr>
          <a:xfrm>
            <a:off x="5365663" y="332496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2114463" y="345831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5365663" y="345831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2114463" y="399171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5365663" y="399171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7316013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8294831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7876944" y="28963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480" dirty="0"/>
          </a:p>
        </p:txBody>
      </p:sp>
      <p:sp>
        <p:nvSpPr>
          <p:cNvPr id="58" name="Text 55"/>
          <p:cNvSpPr/>
          <p:nvPr/>
        </p:nvSpPr>
        <p:spPr>
          <a:xfrm>
            <a:off x="11128144" y="28963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480" dirty="0"/>
          </a:p>
        </p:txBody>
      </p:sp>
      <p:sp>
        <p:nvSpPr>
          <p:cNvPr id="59" name="Text 56"/>
          <p:cNvSpPr/>
          <p:nvPr/>
        </p:nvSpPr>
        <p:spPr>
          <a:xfrm>
            <a:off x="7876944" y="32773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480" dirty="0"/>
          </a:p>
        </p:txBody>
      </p:sp>
      <p:sp>
        <p:nvSpPr>
          <p:cNvPr id="60" name="Text 57"/>
          <p:cNvSpPr/>
          <p:nvPr/>
        </p:nvSpPr>
        <p:spPr>
          <a:xfrm>
            <a:off x="11128144" y="32773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480" dirty="0"/>
          </a:p>
        </p:txBody>
      </p:sp>
      <p:sp>
        <p:nvSpPr>
          <p:cNvPr id="61" name="Text 58"/>
          <p:cNvSpPr/>
          <p:nvPr/>
        </p:nvSpPr>
        <p:spPr>
          <a:xfrm>
            <a:off x="7876944" y="33535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480" dirty="0"/>
          </a:p>
        </p:txBody>
      </p:sp>
      <p:sp>
        <p:nvSpPr>
          <p:cNvPr id="62" name="Text 59"/>
          <p:cNvSpPr/>
          <p:nvPr/>
        </p:nvSpPr>
        <p:spPr>
          <a:xfrm>
            <a:off x="11128144" y="33535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480" dirty="0"/>
          </a:p>
        </p:txBody>
      </p:sp>
      <p:sp>
        <p:nvSpPr>
          <p:cNvPr id="63" name="Text 60"/>
          <p:cNvSpPr/>
          <p:nvPr/>
        </p:nvSpPr>
        <p:spPr>
          <a:xfrm>
            <a:off x="7876944" y="34297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480" dirty="0"/>
          </a:p>
        </p:txBody>
      </p:sp>
      <p:sp>
        <p:nvSpPr>
          <p:cNvPr id="64" name="Text 61"/>
          <p:cNvSpPr/>
          <p:nvPr/>
        </p:nvSpPr>
        <p:spPr>
          <a:xfrm>
            <a:off x="11128144" y="34297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480" dirty="0"/>
          </a:p>
        </p:txBody>
      </p:sp>
      <p:sp>
        <p:nvSpPr>
          <p:cNvPr id="65" name="Text 62"/>
          <p:cNvSpPr/>
          <p:nvPr/>
        </p:nvSpPr>
        <p:spPr>
          <a:xfrm>
            <a:off x="533387" y="952500"/>
            <a:ext cx="568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66" name="Text 63"/>
          <p:cNvSpPr/>
          <p:nvPr/>
        </p:nvSpPr>
        <p:spPr>
          <a:xfrm>
            <a:off x="8216595" y="952500"/>
            <a:ext cx="58856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67" name="Text 64"/>
          <p:cNvSpPr/>
          <p:nvPr/>
        </p:nvSpPr>
        <p:spPr>
          <a:xfrm>
            <a:off x="495288" y="1886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95288" y="21724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95288" y="23153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95288" y="26010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495288" y="27439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5365663" y="3153519"/>
            <a:ext cx="558739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2114463" y="359166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5365663" y="359166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2114463" y="372501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5365663" y="372501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2114463" y="385836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5365663" y="385836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04812" y="399171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6257769" y="2305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6257769" y="2401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10239394" y="2401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11128144" y="2762994"/>
            <a:ext cx="558739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7876944" y="29725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90" name="Text 87"/>
          <p:cNvSpPr/>
          <p:nvPr/>
        </p:nvSpPr>
        <p:spPr>
          <a:xfrm>
            <a:off x="11128144" y="29725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91" name="Text 88"/>
          <p:cNvSpPr/>
          <p:nvPr/>
        </p:nvSpPr>
        <p:spPr>
          <a:xfrm>
            <a:off x="7876944" y="30487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480" dirty="0"/>
          </a:p>
        </p:txBody>
      </p:sp>
      <p:sp>
        <p:nvSpPr>
          <p:cNvPr id="92" name="Text 89"/>
          <p:cNvSpPr/>
          <p:nvPr/>
        </p:nvSpPr>
        <p:spPr>
          <a:xfrm>
            <a:off x="11128144" y="30487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480" dirty="0"/>
          </a:p>
        </p:txBody>
      </p:sp>
      <p:sp>
        <p:nvSpPr>
          <p:cNvPr id="93" name="Text 90"/>
          <p:cNvSpPr/>
          <p:nvPr/>
        </p:nvSpPr>
        <p:spPr>
          <a:xfrm>
            <a:off x="7876944" y="31249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94" name="Text 91"/>
          <p:cNvSpPr/>
          <p:nvPr/>
        </p:nvSpPr>
        <p:spPr>
          <a:xfrm>
            <a:off x="11128144" y="31249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95" name="Text 92"/>
          <p:cNvSpPr/>
          <p:nvPr/>
        </p:nvSpPr>
        <p:spPr>
          <a:xfrm>
            <a:off x="7876944" y="32011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96" name="Text 93"/>
          <p:cNvSpPr/>
          <p:nvPr/>
        </p:nvSpPr>
        <p:spPr>
          <a:xfrm>
            <a:off x="11128144" y="32011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97" name="Text 94"/>
          <p:cNvSpPr/>
          <p:nvPr/>
        </p:nvSpPr>
        <p:spPr>
          <a:xfrm>
            <a:off x="7876944" y="35059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98" name="Text 95"/>
          <p:cNvSpPr/>
          <p:nvPr/>
        </p:nvSpPr>
        <p:spPr>
          <a:xfrm>
            <a:off x="11128144" y="35059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99" name="Text 96"/>
          <p:cNvSpPr/>
          <p:nvPr/>
        </p:nvSpPr>
        <p:spPr>
          <a:xfrm>
            <a:off x="495288" y="24581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6257769" y="2210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495288" y="171524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2114463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18" dirty="0"/>
          </a:p>
        </p:txBody>
      </p:sp>
      <p:sp>
        <p:nvSpPr>
          <p:cNvPr id="103" name="Text 100"/>
          <p:cNvSpPr/>
          <p:nvPr/>
        </p:nvSpPr>
        <p:spPr>
          <a:xfrm>
            <a:off x="2656333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18" dirty="0"/>
          </a:p>
        </p:txBody>
      </p:sp>
      <p:sp>
        <p:nvSpPr>
          <p:cNvPr id="104" name="Text 101"/>
          <p:cNvSpPr/>
          <p:nvPr/>
        </p:nvSpPr>
        <p:spPr>
          <a:xfrm>
            <a:off x="3198202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18" dirty="0"/>
          </a:p>
        </p:txBody>
      </p:sp>
      <p:sp>
        <p:nvSpPr>
          <p:cNvPr id="105" name="Text 102"/>
          <p:cNvSpPr/>
          <p:nvPr/>
        </p:nvSpPr>
        <p:spPr>
          <a:xfrm>
            <a:off x="3740072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18" dirty="0"/>
          </a:p>
        </p:txBody>
      </p:sp>
      <p:sp>
        <p:nvSpPr>
          <p:cNvPr id="106" name="Text 103"/>
          <p:cNvSpPr/>
          <p:nvPr/>
        </p:nvSpPr>
        <p:spPr>
          <a:xfrm>
            <a:off x="4281942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18" dirty="0"/>
          </a:p>
        </p:txBody>
      </p:sp>
      <p:sp>
        <p:nvSpPr>
          <p:cNvPr id="107" name="Text 104"/>
          <p:cNvSpPr/>
          <p:nvPr/>
        </p:nvSpPr>
        <p:spPr>
          <a:xfrm>
            <a:off x="4823811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18" dirty="0"/>
          </a:p>
        </p:txBody>
      </p:sp>
      <p:sp>
        <p:nvSpPr>
          <p:cNvPr id="108" name="Text 105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7876944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432" dirty="0"/>
          </a:p>
        </p:txBody>
      </p:sp>
      <p:sp>
        <p:nvSpPr>
          <p:cNvPr id="110" name="Text 107"/>
          <p:cNvSpPr/>
          <p:nvPr/>
        </p:nvSpPr>
        <p:spPr>
          <a:xfrm>
            <a:off x="8418813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432" dirty="0"/>
          </a:p>
        </p:txBody>
      </p:sp>
      <p:sp>
        <p:nvSpPr>
          <p:cNvPr id="111" name="Text 108"/>
          <p:cNvSpPr/>
          <p:nvPr/>
        </p:nvSpPr>
        <p:spPr>
          <a:xfrm>
            <a:off x="8960683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432" dirty="0"/>
          </a:p>
        </p:txBody>
      </p:sp>
      <p:sp>
        <p:nvSpPr>
          <p:cNvPr id="112" name="Text 109"/>
          <p:cNvSpPr/>
          <p:nvPr/>
        </p:nvSpPr>
        <p:spPr>
          <a:xfrm>
            <a:off x="9502553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432" dirty="0"/>
          </a:p>
        </p:txBody>
      </p:sp>
      <p:sp>
        <p:nvSpPr>
          <p:cNvPr id="113" name="Text 110"/>
          <p:cNvSpPr/>
          <p:nvPr/>
        </p:nvSpPr>
        <p:spPr>
          <a:xfrm>
            <a:off x="10044422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432" dirty="0"/>
          </a:p>
        </p:txBody>
      </p:sp>
      <p:sp>
        <p:nvSpPr>
          <p:cNvPr id="114" name="Text 111"/>
          <p:cNvSpPr/>
          <p:nvPr/>
        </p:nvSpPr>
        <p:spPr>
          <a:xfrm>
            <a:off x="10586292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432" dirty="0"/>
          </a:p>
        </p:txBody>
      </p:sp>
      <p:sp>
        <p:nvSpPr>
          <p:cNvPr id="115" name="Text 112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9273649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4374991" y="952500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28" y="3448794"/>
            <a:ext cx="5060575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sin descarte: el insumo se fabrica directamente desde Xuma con registros ya validados, por lo que el 100 % de la base recibida es apta para gestión — no existe rechazo en esta campaña.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50963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más rentable del portafolio: sin descarte (100 % apta) y con la conversión más estable del canal.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44462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1.854 ventas Ene-Sep, con julio como mejor mes del año (24 % de conversión sobre contacto).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23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 (Ene-Sep)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21908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 (Ene-Sep)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8216595" y="1200894"/>
            <a:ext cx="20252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 (Ene-Sep)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571486" y="209550"/>
            <a:ext cx="36696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6267293" y="34868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6372066" y="282966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67293" y="40202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480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267293" y="33344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16" name="Text 13"/>
          <p:cNvSpPr/>
          <p:nvPr/>
        </p:nvSpPr>
        <p:spPr>
          <a:xfrm>
            <a:off x="6267293" y="35630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480" dirty="0"/>
          </a:p>
        </p:txBody>
      </p:sp>
      <p:sp>
        <p:nvSpPr>
          <p:cNvPr id="17" name="Text 14"/>
          <p:cNvSpPr/>
          <p:nvPr/>
        </p:nvSpPr>
        <p:spPr>
          <a:xfrm>
            <a:off x="6267293" y="36392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18" name="Text 15"/>
          <p:cNvSpPr/>
          <p:nvPr/>
        </p:nvSpPr>
        <p:spPr>
          <a:xfrm>
            <a:off x="609585" y="1486644"/>
            <a:ext cx="1470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Insumo Recibido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267293" y="38678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6267293" y="37154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2" name="Text 19"/>
          <p:cNvSpPr/>
          <p:nvPr/>
        </p:nvSpPr>
        <p:spPr>
          <a:xfrm>
            <a:off x="2572756" y="1715244"/>
            <a:ext cx="3361171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374991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8216595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6267293" y="31820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26" name="Text 23"/>
          <p:cNvSpPr/>
          <p:nvPr/>
        </p:nvSpPr>
        <p:spPr>
          <a:xfrm>
            <a:off x="6267293" y="34106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27" name="Text 24"/>
          <p:cNvSpPr/>
          <p:nvPr/>
        </p:nvSpPr>
        <p:spPr>
          <a:xfrm>
            <a:off x="6267293" y="40964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480" dirty="0"/>
          </a:p>
        </p:txBody>
      </p:sp>
      <p:sp>
        <p:nvSpPr>
          <p:cNvPr id="28" name="Text 25"/>
          <p:cNvSpPr/>
          <p:nvPr/>
        </p:nvSpPr>
        <p:spPr>
          <a:xfrm>
            <a:off x="6267293" y="41726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29" name="Text 26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6267293" y="32582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6267293" y="3048744"/>
            <a:ext cx="1674837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7916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33" name="Text 30"/>
          <p:cNvSpPr/>
          <p:nvPr/>
        </p:nvSpPr>
        <p:spPr>
          <a:xfrm>
            <a:off x="6267293" y="3944094"/>
            <a:ext cx="1674837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480" dirty="0"/>
          </a:p>
        </p:txBody>
      </p:sp>
      <p:sp>
        <p:nvSpPr>
          <p:cNvPr id="34" name="Text 31"/>
          <p:cNvSpPr/>
          <p:nvPr/>
        </p:nvSpPr>
        <p:spPr>
          <a:xfrm>
            <a:off x="495288" y="302969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Septiembre</a:t>
            </a:r>
            <a:endParaRPr lang="en-US" sz="636" dirty="0"/>
          </a:p>
        </p:txBody>
      </p:sp>
      <p:sp>
        <p:nvSpPr>
          <p:cNvPr id="35" name="Text 32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6257769" y="2591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Septiembre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495288" y="202956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495288" y="288681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2572756" y="317256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13.496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8294831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10239394" y="1924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552" dirty="0"/>
          </a:p>
        </p:txBody>
      </p:sp>
      <p:sp>
        <p:nvSpPr>
          <p:cNvPr id="46" name="Text 43"/>
          <p:cNvSpPr/>
          <p:nvPr/>
        </p:nvSpPr>
        <p:spPr>
          <a:xfrm>
            <a:off x="8294831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47" name="Text 44"/>
          <p:cNvSpPr/>
          <p:nvPr/>
        </p:nvSpPr>
        <p:spPr>
          <a:xfrm>
            <a:off x="10239394" y="2020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552" dirty="0"/>
          </a:p>
        </p:txBody>
      </p:sp>
      <p:sp>
        <p:nvSpPr>
          <p:cNvPr id="48" name="Text 45"/>
          <p:cNvSpPr/>
          <p:nvPr/>
        </p:nvSpPr>
        <p:spPr>
          <a:xfrm>
            <a:off x="8294831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49" name="Text 46"/>
          <p:cNvSpPr/>
          <p:nvPr/>
        </p:nvSpPr>
        <p:spPr>
          <a:xfrm>
            <a:off x="10239394" y="2115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552" dirty="0"/>
          </a:p>
        </p:txBody>
      </p:sp>
      <p:sp>
        <p:nvSpPr>
          <p:cNvPr id="50" name="Text 47"/>
          <p:cNvSpPr/>
          <p:nvPr/>
        </p:nvSpPr>
        <p:spPr>
          <a:xfrm>
            <a:off x="8294831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552" dirty="0"/>
          </a:p>
        </p:txBody>
      </p:sp>
      <p:sp>
        <p:nvSpPr>
          <p:cNvPr id="51" name="Text 48"/>
          <p:cNvSpPr/>
          <p:nvPr/>
        </p:nvSpPr>
        <p:spPr>
          <a:xfrm>
            <a:off x="10239394" y="2210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552" dirty="0"/>
          </a:p>
        </p:txBody>
      </p:sp>
      <p:sp>
        <p:nvSpPr>
          <p:cNvPr id="52" name="Text 49"/>
          <p:cNvSpPr/>
          <p:nvPr/>
        </p:nvSpPr>
        <p:spPr>
          <a:xfrm>
            <a:off x="8294831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552" dirty="0"/>
          </a:p>
        </p:txBody>
      </p:sp>
      <p:sp>
        <p:nvSpPr>
          <p:cNvPr id="53" name="Text 50"/>
          <p:cNvSpPr/>
          <p:nvPr/>
        </p:nvSpPr>
        <p:spPr>
          <a:xfrm>
            <a:off x="10239394" y="2305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8294831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74,5 %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10239394" y="2401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24,0 %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6257769" y="2496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8294831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82,9 %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8294831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85,0 %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239394" y="2591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15,4 %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7316013" y="2686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13.496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8294831" y="2686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79,5 %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10239394" y="2686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7882513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480" dirty="0"/>
          </a:p>
        </p:txBody>
      </p:sp>
      <p:sp>
        <p:nvSpPr>
          <p:cNvPr id="64" name="Text 61"/>
          <p:cNvSpPr/>
          <p:nvPr/>
        </p:nvSpPr>
        <p:spPr>
          <a:xfrm>
            <a:off x="8243710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480" dirty="0"/>
          </a:p>
        </p:txBody>
      </p:sp>
      <p:sp>
        <p:nvSpPr>
          <p:cNvPr id="65" name="Text 62"/>
          <p:cNvSpPr/>
          <p:nvPr/>
        </p:nvSpPr>
        <p:spPr>
          <a:xfrm>
            <a:off x="8604907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480" dirty="0"/>
          </a:p>
        </p:txBody>
      </p:sp>
      <p:sp>
        <p:nvSpPr>
          <p:cNvPr id="66" name="Text 63"/>
          <p:cNvSpPr/>
          <p:nvPr/>
        </p:nvSpPr>
        <p:spPr>
          <a:xfrm>
            <a:off x="8966103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480" dirty="0"/>
          </a:p>
        </p:txBody>
      </p:sp>
      <p:sp>
        <p:nvSpPr>
          <p:cNvPr id="67" name="Text 64"/>
          <p:cNvSpPr/>
          <p:nvPr/>
        </p:nvSpPr>
        <p:spPr>
          <a:xfrm>
            <a:off x="9327300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480" dirty="0"/>
          </a:p>
        </p:txBody>
      </p:sp>
      <p:sp>
        <p:nvSpPr>
          <p:cNvPr id="68" name="Text 65"/>
          <p:cNvSpPr/>
          <p:nvPr/>
        </p:nvSpPr>
        <p:spPr>
          <a:xfrm>
            <a:off x="9688497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480" dirty="0"/>
          </a:p>
        </p:txBody>
      </p:sp>
      <p:sp>
        <p:nvSpPr>
          <p:cNvPr id="69" name="Text 66"/>
          <p:cNvSpPr/>
          <p:nvPr/>
        </p:nvSpPr>
        <p:spPr>
          <a:xfrm>
            <a:off x="10049694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74,5 %</a:t>
            </a:r>
            <a:endParaRPr lang="en-US" sz="480" dirty="0"/>
          </a:p>
        </p:txBody>
      </p:sp>
      <p:sp>
        <p:nvSpPr>
          <p:cNvPr id="70" name="Text 67"/>
          <p:cNvSpPr/>
          <p:nvPr/>
        </p:nvSpPr>
        <p:spPr>
          <a:xfrm>
            <a:off x="10410891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82,9 %</a:t>
            </a:r>
            <a:endParaRPr lang="en-US" sz="480" dirty="0"/>
          </a:p>
        </p:txBody>
      </p:sp>
      <p:sp>
        <p:nvSpPr>
          <p:cNvPr id="71" name="Text 68"/>
          <p:cNvSpPr/>
          <p:nvPr/>
        </p:nvSpPr>
        <p:spPr>
          <a:xfrm>
            <a:off x="10772087" y="3182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85,0 %</a:t>
            </a:r>
            <a:endParaRPr lang="en-US" sz="480" dirty="0"/>
          </a:p>
        </p:txBody>
      </p:sp>
      <p:sp>
        <p:nvSpPr>
          <p:cNvPr id="72" name="Text 69"/>
          <p:cNvSpPr/>
          <p:nvPr/>
        </p:nvSpPr>
        <p:spPr>
          <a:xfrm>
            <a:off x="11127837" y="31820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79,4 %</a:t>
            </a:r>
            <a:endParaRPr lang="en-US" sz="480" dirty="0"/>
          </a:p>
        </p:txBody>
      </p:sp>
      <p:sp>
        <p:nvSpPr>
          <p:cNvPr id="73" name="Text 70"/>
          <p:cNvSpPr/>
          <p:nvPr/>
        </p:nvSpPr>
        <p:spPr>
          <a:xfrm>
            <a:off x="7882513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19,3 %</a:t>
            </a:r>
            <a:endParaRPr lang="en-US" sz="480" dirty="0"/>
          </a:p>
        </p:txBody>
      </p:sp>
      <p:sp>
        <p:nvSpPr>
          <p:cNvPr id="74" name="Text 71"/>
          <p:cNvSpPr/>
          <p:nvPr/>
        </p:nvSpPr>
        <p:spPr>
          <a:xfrm>
            <a:off x="8243710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16,1 %</a:t>
            </a:r>
            <a:endParaRPr lang="en-US" sz="480" dirty="0"/>
          </a:p>
        </p:txBody>
      </p:sp>
      <p:sp>
        <p:nvSpPr>
          <p:cNvPr id="75" name="Text 72"/>
          <p:cNvSpPr/>
          <p:nvPr/>
        </p:nvSpPr>
        <p:spPr>
          <a:xfrm>
            <a:off x="8604907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480" dirty="0"/>
          </a:p>
        </p:txBody>
      </p:sp>
      <p:sp>
        <p:nvSpPr>
          <p:cNvPr id="76" name="Text 73"/>
          <p:cNvSpPr/>
          <p:nvPr/>
        </p:nvSpPr>
        <p:spPr>
          <a:xfrm>
            <a:off x="9327300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15,4 %</a:t>
            </a:r>
            <a:endParaRPr lang="en-US" sz="480" dirty="0"/>
          </a:p>
        </p:txBody>
      </p:sp>
      <p:sp>
        <p:nvSpPr>
          <p:cNvPr id="77" name="Text 74"/>
          <p:cNvSpPr/>
          <p:nvPr/>
        </p:nvSpPr>
        <p:spPr>
          <a:xfrm>
            <a:off x="9688497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12,4 %</a:t>
            </a:r>
            <a:endParaRPr lang="en-US" sz="480" dirty="0"/>
          </a:p>
        </p:txBody>
      </p:sp>
      <p:sp>
        <p:nvSpPr>
          <p:cNvPr id="78" name="Text 75"/>
          <p:cNvSpPr/>
          <p:nvPr/>
        </p:nvSpPr>
        <p:spPr>
          <a:xfrm>
            <a:off x="10049694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17,9 %</a:t>
            </a:r>
            <a:endParaRPr lang="en-US" sz="480" dirty="0"/>
          </a:p>
        </p:txBody>
      </p:sp>
      <p:sp>
        <p:nvSpPr>
          <p:cNvPr id="79" name="Text 76"/>
          <p:cNvSpPr/>
          <p:nvPr/>
        </p:nvSpPr>
        <p:spPr>
          <a:xfrm>
            <a:off x="10772087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13,1 %</a:t>
            </a:r>
            <a:endParaRPr lang="en-US" sz="480" dirty="0"/>
          </a:p>
        </p:txBody>
      </p:sp>
      <p:sp>
        <p:nvSpPr>
          <p:cNvPr id="80" name="Text 77"/>
          <p:cNvSpPr/>
          <p:nvPr/>
        </p:nvSpPr>
        <p:spPr>
          <a:xfrm>
            <a:off x="11127837" y="32582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480" dirty="0"/>
          </a:p>
        </p:txBody>
      </p:sp>
      <p:sp>
        <p:nvSpPr>
          <p:cNvPr id="81" name="Text 78"/>
          <p:cNvSpPr/>
          <p:nvPr/>
        </p:nvSpPr>
        <p:spPr>
          <a:xfrm>
            <a:off x="7882513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480" dirty="0"/>
          </a:p>
        </p:txBody>
      </p:sp>
      <p:sp>
        <p:nvSpPr>
          <p:cNvPr id="82" name="Text 79"/>
          <p:cNvSpPr/>
          <p:nvPr/>
        </p:nvSpPr>
        <p:spPr>
          <a:xfrm>
            <a:off x="8243710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29,8 %</a:t>
            </a:r>
            <a:endParaRPr lang="en-US" sz="480" dirty="0"/>
          </a:p>
        </p:txBody>
      </p:sp>
      <p:sp>
        <p:nvSpPr>
          <p:cNvPr id="83" name="Text 80"/>
          <p:cNvSpPr/>
          <p:nvPr/>
        </p:nvSpPr>
        <p:spPr>
          <a:xfrm>
            <a:off x="8604907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27,6 %</a:t>
            </a:r>
            <a:endParaRPr lang="en-US" sz="480" dirty="0"/>
          </a:p>
        </p:txBody>
      </p:sp>
      <p:sp>
        <p:nvSpPr>
          <p:cNvPr id="84" name="Text 81"/>
          <p:cNvSpPr/>
          <p:nvPr/>
        </p:nvSpPr>
        <p:spPr>
          <a:xfrm>
            <a:off x="8966103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480" dirty="0"/>
          </a:p>
        </p:txBody>
      </p:sp>
      <p:sp>
        <p:nvSpPr>
          <p:cNvPr id="85" name="Text 82"/>
          <p:cNvSpPr/>
          <p:nvPr/>
        </p:nvSpPr>
        <p:spPr>
          <a:xfrm>
            <a:off x="9327300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30,3 %</a:t>
            </a:r>
            <a:endParaRPr lang="en-US" sz="480" dirty="0"/>
          </a:p>
        </p:txBody>
      </p:sp>
      <p:sp>
        <p:nvSpPr>
          <p:cNvPr id="86" name="Text 83"/>
          <p:cNvSpPr/>
          <p:nvPr/>
        </p:nvSpPr>
        <p:spPr>
          <a:xfrm>
            <a:off x="9688497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30,3 %</a:t>
            </a:r>
            <a:endParaRPr lang="en-US" sz="480" dirty="0"/>
          </a:p>
        </p:txBody>
      </p:sp>
      <p:sp>
        <p:nvSpPr>
          <p:cNvPr id="87" name="Text 84"/>
          <p:cNvSpPr/>
          <p:nvPr/>
        </p:nvSpPr>
        <p:spPr>
          <a:xfrm>
            <a:off x="10049694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26,0 %</a:t>
            </a:r>
            <a:endParaRPr lang="en-US" sz="480" dirty="0"/>
          </a:p>
        </p:txBody>
      </p:sp>
      <p:sp>
        <p:nvSpPr>
          <p:cNvPr id="88" name="Text 85"/>
          <p:cNvSpPr/>
          <p:nvPr/>
        </p:nvSpPr>
        <p:spPr>
          <a:xfrm>
            <a:off x="10410891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29,0 %</a:t>
            </a:r>
            <a:endParaRPr lang="en-US" sz="480" dirty="0"/>
          </a:p>
        </p:txBody>
      </p:sp>
      <p:sp>
        <p:nvSpPr>
          <p:cNvPr id="89" name="Text 86"/>
          <p:cNvSpPr/>
          <p:nvPr/>
        </p:nvSpPr>
        <p:spPr>
          <a:xfrm>
            <a:off x="10772087" y="3334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29,7 %</a:t>
            </a:r>
            <a:endParaRPr lang="en-US" sz="480" dirty="0"/>
          </a:p>
        </p:txBody>
      </p:sp>
      <p:sp>
        <p:nvSpPr>
          <p:cNvPr id="90" name="Text 87"/>
          <p:cNvSpPr/>
          <p:nvPr/>
        </p:nvSpPr>
        <p:spPr>
          <a:xfrm>
            <a:off x="11127837" y="33344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27,8 %</a:t>
            </a:r>
            <a:endParaRPr lang="en-US" sz="480" dirty="0"/>
          </a:p>
        </p:txBody>
      </p:sp>
      <p:sp>
        <p:nvSpPr>
          <p:cNvPr id="91" name="Text 88"/>
          <p:cNvSpPr/>
          <p:nvPr/>
        </p:nvSpPr>
        <p:spPr>
          <a:xfrm>
            <a:off x="7882513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11,7 %</a:t>
            </a:r>
            <a:endParaRPr lang="en-US" sz="480" dirty="0"/>
          </a:p>
        </p:txBody>
      </p:sp>
      <p:sp>
        <p:nvSpPr>
          <p:cNvPr id="92" name="Text 89"/>
          <p:cNvSpPr/>
          <p:nvPr/>
        </p:nvSpPr>
        <p:spPr>
          <a:xfrm>
            <a:off x="8243710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11,3 %</a:t>
            </a:r>
            <a:endParaRPr lang="en-US" sz="480" dirty="0"/>
          </a:p>
        </p:txBody>
      </p:sp>
      <p:sp>
        <p:nvSpPr>
          <p:cNvPr id="93" name="Text 90"/>
          <p:cNvSpPr/>
          <p:nvPr/>
        </p:nvSpPr>
        <p:spPr>
          <a:xfrm>
            <a:off x="8604907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10,5 %</a:t>
            </a:r>
            <a:endParaRPr lang="en-US" sz="480" dirty="0"/>
          </a:p>
        </p:txBody>
      </p:sp>
      <p:sp>
        <p:nvSpPr>
          <p:cNvPr id="94" name="Text 91"/>
          <p:cNvSpPr/>
          <p:nvPr/>
        </p:nvSpPr>
        <p:spPr>
          <a:xfrm>
            <a:off x="9327300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480" dirty="0"/>
          </a:p>
        </p:txBody>
      </p:sp>
      <p:sp>
        <p:nvSpPr>
          <p:cNvPr id="95" name="Text 92"/>
          <p:cNvSpPr/>
          <p:nvPr/>
        </p:nvSpPr>
        <p:spPr>
          <a:xfrm>
            <a:off x="9688497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11,5 %</a:t>
            </a:r>
            <a:endParaRPr lang="en-US" sz="480" dirty="0"/>
          </a:p>
        </p:txBody>
      </p:sp>
      <p:sp>
        <p:nvSpPr>
          <p:cNvPr id="96" name="Text 93"/>
          <p:cNvSpPr/>
          <p:nvPr/>
        </p:nvSpPr>
        <p:spPr>
          <a:xfrm>
            <a:off x="10410891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480" dirty="0"/>
          </a:p>
        </p:txBody>
      </p:sp>
      <p:sp>
        <p:nvSpPr>
          <p:cNvPr id="97" name="Text 94"/>
          <p:cNvSpPr/>
          <p:nvPr/>
        </p:nvSpPr>
        <p:spPr>
          <a:xfrm>
            <a:off x="10772087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11,3 %</a:t>
            </a:r>
            <a:endParaRPr lang="en-US" sz="480" dirty="0"/>
          </a:p>
        </p:txBody>
      </p:sp>
      <p:sp>
        <p:nvSpPr>
          <p:cNvPr id="98" name="Text 95"/>
          <p:cNvSpPr/>
          <p:nvPr/>
        </p:nvSpPr>
        <p:spPr>
          <a:xfrm>
            <a:off x="11127837" y="34106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10,6 %</a:t>
            </a:r>
            <a:endParaRPr lang="en-US" sz="480" dirty="0"/>
          </a:p>
        </p:txBody>
      </p:sp>
      <p:sp>
        <p:nvSpPr>
          <p:cNvPr id="99" name="Text 96"/>
          <p:cNvSpPr/>
          <p:nvPr/>
        </p:nvSpPr>
        <p:spPr>
          <a:xfrm>
            <a:off x="7882513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11,8 %</a:t>
            </a:r>
            <a:endParaRPr lang="en-US" sz="480" dirty="0"/>
          </a:p>
        </p:txBody>
      </p:sp>
      <p:sp>
        <p:nvSpPr>
          <p:cNvPr id="100" name="Text 97"/>
          <p:cNvSpPr/>
          <p:nvPr/>
        </p:nvSpPr>
        <p:spPr>
          <a:xfrm>
            <a:off x="8243710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11,4 %</a:t>
            </a:r>
            <a:endParaRPr lang="en-US" sz="480" dirty="0"/>
          </a:p>
        </p:txBody>
      </p:sp>
      <p:sp>
        <p:nvSpPr>
          <p:cNvPr id="101" name="Text 98"/>
          <p:cNvSpPr/>
          <p:nvPr/>
        </p:nvSpPr>
        <p:spPr>
          <a:xfrm>
            <a:off x="8604907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10,6 %</a:t>
            </a:r>
            <a:endParaRPr lang="en-US" sz="480" dirty="0"/>
          </a:p>
        </p:txBody>
      </p:sp>
      <p:sp>
        <p:nvSpPr>
          <p:cNvPr id="102" name="Text 99"/>
          <p:cNvSpPr/>
          <p:nvPr/>
        </p:nvSpPr>
        <p:spPr>
          <a:xfrm>
            <a:off x="9327300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480" dirty="0"/>
          </a:p>
        </p:txBody>
      </p:sp>
      <p:sp>
        <p:nvSpPr>
          <p:cNvPr id="103" name="Text 100"/>
          <p:cNvSpPr/>
          <p:nvPr/>
        </p:nvSpPr>
        <p:spPr>
          <a:xfrm>
            <a:off x="9688497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480" dirty="0"/>
          </a:p>
        </p:txBody>
      </p:sp>
      <p:sp>
        <p:nvSpPr>
          <p:cNvPr id="104" name="Text 101"/>
          <p:cNvSpPr/>
          <p:nvPr/>
        </p:nvSpPr>
        <p:spPr>
          <a:xfrm>
            <a:off x="10049694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480" dirty="0"/>
          </a:p>
        </p:txBody>
      </p:sp>
      <p:sp>
        <p:nvSpPr>
          <p:cNvPr id="105" name="Text 102"/>
          <p:cNvSpPr/>
          <p:nvPr/>
        </p:nvSpPr>
        <p:spPr>
          <a:xfrm>
            <a:off x="10410891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480" dirty="0"/>
          </a:p>
        </p:txBody>
      </p:sp>
      <p:sp>
        <p:nvSpPr>
          <p:cNvPr id="106" name="Text 103"/>
          <p:cNvSpPr/>
          <p:nvPr/>
        </p:nvSpPr>
        <p:spPr>
          <a:xfrm>
            <a:off x="10772087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11,4 %</a:t>
            </a:r>
            <a:endParaRPr lang="en-US" sz="480" dirty="0"/>
          </a:p>
        </p:txBody>
      </p:sp>
      <p:sp>
        <p:nvSpPr>
          <p:cNvPr id="107" name="Text 104"/>
          <p:cNvSpPr/>
          <p:nvPr/>
        </p:nvSpPr>
        <p:spPr>
          <a:xfrm>
            <a:off x="11127837" y="37154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10,6 %</a:t>
            </a:r>
            <a:endParaRPr lang="en-US" sz="480" dirty="0"/>
          </a:p>
        </p:txBody>
      </p:sp>
      <p:sp>
        <p:nvSpPr>
          <p:cNvPr id="108" name="Text 105"/>
          <p:cNvSpPr/>
          <p:nvPr/>
        </p:nvSpPr>
        <p:spPr>
          <a:xfrm>
            <a:off x="7882513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480" dirty="0"/>
          </a:p>
        </p:txBody>
      </p:sp>
      <p:sp>
        <p:nvSpPr>
          <p:cNvPr id="109" name="Text 106"/>
          <p:cNvSpPr/>
          <p:nvPr/>
        </p:nvSpPr>
        <p:spPr>
          <a:xfrm>
            <a:off x="8243710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480" dirty="0"/>
          </a:p>
        </p:txBody>
      </p:sp>
      <p:sp>
        <p:nvSpPr>
          <p:cNvPr id="110" name="Text 107"/>
          <p:cNvSpPr/>
          <p:nvPr/>
        </p:nvSpPr>
        <p:spPr>
          <a:xfrm>
            <a:off x="8604907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480" dirty="0"/>
          </a:p>
        </p:txBody>
      </p:sp>
      <p:sp>
        <p:nvSpPr>
          <p:cNvPr id="111" name="Text 108"/>
          <p:cNvSpPr/>
          <p:nvPr/>
        </p:nvSpPr>
        <p:spPr>
          <a:xfrm>
            <a:off x="8966103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480" dirty="0"/>
          </a:p>
        </p:txBody>
      </p:sp>
      <p:sp>
        <p:nvSpPr>
          <p:cNvPr id="112" name="Text 109"/>
          <p:cNvSpPr/>
          <p:nvPr/>
        </p:nvSpPr>
        <p:spPr>
          <a:xfrm>
            <a:off x="9327300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13,2 %</a:t>
            </a:r>
            <a:endParaRPr lang="en-US" sz="480" dirty="0"/>
          </a:p>
        </p:txBody>
      </p:sp>
      <p:sp>
        <p:nvSpPr>
          <p:cNvPr id="113" name="Text 110"/>
          <p:cNvSpPr/>
          <p:nvPr/>
        </p:nvSpPr>
        <p:spPr>
          <a:xfrm>
            <a:off x="9688497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480" dirty="0"/>
          </a:p>
        </p:txBody>
      </p:sp>
      <p:sp>
        <p:nvSpPr>
          <p:cNvPr id="114" name="Text 111"/>
          <p:cNvSpPr/>
          <p:nvPr/>
        </p:nvSpPr>
        <p:spPr>
          <a:xfrm>
            <a:off x="10049694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25,5 %</a:t>
            </a:r>
            <a:endParaRPr lang="en-US" sz="480" dirty="0"/>
          </a:p>
        </p:txBody>
      </p:sp>
      <p:sp>
        <p:nvSpPr>
          <p:cNvPr id="115" name="Text 112"/>
          <p:cNvSpPr/>
          <p:nvPr/>
        </p:nvSpPr>
        <p:spPr>
          <a:xfrm>
            <a:off x="10410891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480" dirty="0"/>
          </a:p>
        </p:txBody>
      </p:sp>
      <p:sp>
        <p:nvSpPr>
          <p:cNvPr id="116" name="Text 113"/>
          <p:cNvSpPr/>
          <p:nvPr/>
        </p:nvSpPr>
        <p:spPr>
          <a:xfrm>
            <a:off x="10772087" y="3791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480" dirty="0"/>
          </a:p>
        </p:txBody>
      </p:sp>
      <p:sp>
        <p:nvSpPr>
          <p:cNvPr id="117" name="Text 114"/>
          <p:cNvSpPr/>
          <p:nvPr/>
        </p:nvSpPr>
        <p:spPr>
          <a:xfrm>
            <a:off x="11127837" y="37916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20,6 %</a:t>
            </a:r>
            <a:endParaRPr lang="en-US" sz="480" dirty="0"/>
          </a:p>
        </p:txBody>
      </p:sp>
      <p:sp>
        <p:nvSpPr>
          <p:cNvPr id="118" name="Text 115"/>
          <p:cNvSpPr/>
          <p:nvPr/>
        </p:nvSpPr>
        <p:spPr>
          <a:xfrm>
            <a:off x="8604907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12,2 %</a:t>
            </a:r>
            <a:endParaRPr lang="en-US" sz="480" dirty="0"/>
          </a:p>
        </p:txBody>
      </p:sp>
      <p:sp>
        <p:nvSpPr>
          <p:cNvPr id="119" name="Text 116"/>
          <p:cNvSpPr/>
          <p:nvPr/>
        </p:nvSpPr>
        <p:spPr>
          <a:xfrm>
            <a:off x="8966103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29,0 %</a:t>
            </a:r>
            <a:endParaRPr lang="en-US" sz="480" dirty="0"/>
          </a:p>
        </p:txBody>
      </p:sp>
      <p:sp>
        <p:nvSpPr>
          <p:cNvPr id="120" name="Text 117"/>
          <p:cNvSpPr/>
          <p:nvPr/>
        </p:nvSpPr>
        <p:spPr>
          <a:xfrm>
            <a:off x="10049694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480" dirty="0"/>
          </a:p>
        </p:txBody>
      </p:sp>
      <p:sp>
        <p:nvSpPr>
          <p:cNvPr id="121" name="Text 118"/>
          <p:cNvSpPr/>
          <p:nvPr/>
        </p:nvSpPr>
        <p:spPr>
          <a:xfrm>
            <a:off x="11127837" y="38678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12,0 %</a:t>
            </a:r>
            <a:endParaRPr lang="en-US" sz="480" dirty="0"/>
          </a:p>
        </p:txBody>
      </p:sp>
      <p:sp>
        <p:nvSpPr>
          <p:cNvPr id="122" name="Text 119"/>
          <p:cNvSpPr/>
          <p:nvPr/>
        </p:nvSpPr>
        <p:spPr>
          <a:xfrm>
            <a:off x="8966103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480" dirty="0"/>
          </a:p>
        </p:txBody>
      </p:sp>
      <p:sp>
        <p:nvSpPr>
          <p:cNvPr id="123" name="Text 120"/>
          <p:cNvSpPr/>
          <p:nvPr/>
        </p:nvSpPr>
        <p:spPr>
          <a:xfrm>
            <a:off x="533387" y="952500"/>
            <a:ext cx="56869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79,5 %</a:t>
            </a:r>
            <a:endParaRPr lang="en-US" sz="1380" dirty="0"/>
          </a:p>
        </p:txBody>
      </p:sp>
      <p:sp>
        <p:nvSpPr>
          <p:cNvPr id="124" name="Text 121"/>
          <p:cNvSpPr/>
          <p:nvPr/>
        </p:nvSpPr>
        <p:spPr>
          <a:xfrm>
            <a:off x="4374991" y="952500"/>
            <a:ext cx="54140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1380" dirty="0"/>
          </a:p>
        </p:txBody>
      </p:sp>
      <p:sp>
        <p:nvSpPr>
          <p:cNvPr id="125" name="Text 122"/>
          <p:cNvSpPr/>
          <p:nvPr/>
        </p:nvSpPr>
        <p:spPr>
          <a:xfrm>
            <a:off x="495288" y="188669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26" name="Text 123"/>
          <p:cNvSpPr/>
          <p:nvPr/>
        </p:nvSpPr>
        <p:spPr>
          <a:xfrm>
            <a:off x="2572756" y="188669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27" name="Text 124"/>
          <p:cNvSpPr/>
          <p:nvPr/>
        </p:nvSpPr>
        <p:spPr>
          <a:xfrm>
            <a:off x="2572756" y="202956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28" name="Text 125"/>
          <p:cNvSpPr/>
          <p:nvPr/>
        </p:nvSpPr>
        <p:spPr>
          <a:xfrm>
            <a:off x="495288" y="217244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29" name="Text 126"/>
          <p:cNvSpPr/>
          <p:nvPr/>
        </p:nvSpPr>
        <p:spPr>
          <a:xfrm>
            <a:off x="2572756" y="217244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30" name="Text 127"/>
          <p:cNvSpPr/>
          <p:nvPr/>
        </p:nvSpPr>
        <p:spPr>
          <a:xfrm>
            <a:off x="495288" y="231531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31" name="Text 128"/>
          <p:cNvSpPr/>
          <p:nvPr/>
        </p:nvSpPr>
        <p:spPr>
          <a:xfrm>
            <a:off x="2572756" y="231531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32" name="Text 129"/>
          <p:cNvSpPr/>
          <p:nvPr/>
        </p:nvSpPr>
        <p:spPr>
          <a:xfrm>
            <a:off x="2572756" y="245819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495288" y="260106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2572756" y="260106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495288" y="274394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636" dirty="0"/>
          </a:p>
        </p:txBody>
      </p:sp>
      <p:sp>
        <p:nvSpPr>
          <p:cNvPr id="136" name="Text 133"/>
          <p:cNvSpPr/>
          <p:nvPr/>
        </p:nvSpPr>
        <p:spPr>
          <a:xfrm>
            <a:off x="2572756" y="274394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1.404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2572756" y="288681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1.089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2572756" y="302969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1.606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495288" y="317256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41" name="Text 138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7316013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7316013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7316013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7316013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6257769" y="2305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7316013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6257769" y="2401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Julio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7316013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1.404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7316013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1.089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10239394" y="2496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7316013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1.606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6257769" y="2686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9273649" y="2686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1.854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11127837" y="3048744"/>
            <a:ext cx="559045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59" name="Text 156"/>
          <p:cNvSpPr/>
          <p:nvPr/>
        </p:nvSpPr>
        <p:spPr>
          <a:xfrm>
            <a:off x="8966103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480" dirty="0"/>
          </a:p>
        </p:txBody>
      </p:sp>
      <p:sp>
        <p:nvSpPr>
          <p:cNvPr id="160" name="Text 157"/>
          <p:cNvSpPr/>
          <p:nvPr/>
        </p:nvSpPr>
        <p:spPr>
          <a:xfrm>
            <a:off x="10410891" y="3258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7,7 %</a:t>
            </a:r>
            <a:endParaRPr lang="en-US" sz="480" dirty="0"/>
          </a:p>
        </p:txBody>
      </p:sp>
      <p:sp>
        <p:nvSpPr>
          <p:cNvPr id="161" name="Text 158"/>
          <p:cNvSpPr/>
          <p:nvPr/>
        </p:nvSpPr>
        <p:spPr>
          <a:xfrm>
            <a:off x="8966103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162" name="Text 159"/>
          <p:cNvSpPr/>
          <p:nvPr/>
        </p:nvSpPr>
        <p:spPr>
          <a:xfrm>
            <a:off x="10049694" y="3410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480" dirty="0"/>
          </a:p>
        </p:txBody>
      </p:sp>
      <p:sp>
        <p:nvSpPr>
          <p:cNvPr id="163" name="Text 160"/>
          <p:cNvSpPr/>
          <p:nvPr/>
        </p:nvSpPr>
        <p:spPr>
          <a:xfrm>
            <a:off x="7882513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480" dirty="0"/>
          </a:p>
        </p:txBody>
      </p:sp>
      <p:sp>
        <p:nvSpPr>
          <p:cNvPr id="164" name="Text 161"/>
          <p:cNvSpPr/>
          <p:nvPr/>
        </p:nvSpPr>
        <p:spPr>
          <a:xfrm>
            <a:off x="8243710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8,4 %</a:t>
            </a:r>
            <a:endParaRPr lang="en-US" sz="480" dirty="0"/>
          </a:p>
        </p:txBody>
      </p:sp>
      <p:sp>
        <p:nvSpPr>
          <p:cNvPr id="165" name="Text 162"/>
          <p:cNvSpPr/>
          <p:nvPr/>
        </p:nvSpPr>
        <p:spPr>
          <a:xfrm>
            <a:off x="8604907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480" dirty="0"/>
          </a:p>
        </p:txBody>
      </p:sp>
      <p:sp>
        <p:nvSpPr>
          <p:cNvPr id="166" name="Text 163"/>
          <p:cNvSpPr/>
          <p:nvPr/>
        </p:nvSpPr>
        <p:spPr>
          <a:xfrm>
            <a:off x="8966103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167" name="Text 164"/>
          <p:cNvSpPr/>
          <p:nvPr/>
        </p:nvSpPr>
        <p:spPr>
          <a:xfrm>
            <a:off x="9327300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480" dirty="0"/>
          </a:p>
        </p:txBody>
      </p:sp>
      <p:sp>
        <p:nvSpPr>
          <p:cNvPr id="168" name="Text 165"/>
          <p:cNvSpPr/>
          <p:nvPr/>
        </p:nvSpPr>
        <p:spPr>
          <a:xfrm>
            <a:off x="9688497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480" dirty="0"/>
          </a:p>
        </p:txBody>
      </p:sp>
      <p:sp>
        <p:nvSpPr>
          <p:cNvPr id="169" name="Text 166"/>
          <p:cNvSpPr/>
          <p:nvPr/>
        </p:nvSpPr>
        <p:spPr>
          <a:xfrm>
            <a:off x="10049694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7,3 %</a:t>
            </a:r>
            <a:endParaRPr lang="en-US" sz="480" dirty="0"/>
          </a:p>
        </p:txBody>
      </p:sp>
      <p:sp>
        <p:nvSpPr>
          <p:cNvPr id="170" name="Text 167"/>
          <p:cNvSpPr/>
          <p:nvPr/>
        </p:nvSpPr>
        <p:spPr>
          <a:xfrm>
            <a:off x="10410891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8,2 %</a:t>
            </a:r>
            <a:endParaRPr lang="en-US" sz="480" dirty="0"/>
          </a:p>
        </p:txBody>
      </p:sp>
      <p:sp>
        <p:nvSpPr>
          <p:cNvPr id="171" name="Text 168"/>
          <p:cNvSpPr/>
          <p:nvPr/>
        </p:nvSpPr>
        <p:spPr>
          <a:xfrm>
            <a:off x="10772087" y="3486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8,4 %</a:t>
            </a:r>
            <a:endParaRPr lang="en-US" sz="480" dirty="0"/>
          </a:p>
        </p:txBody>
      </p:sp>
      <p:sp>
        <p:nvSpPr>
          <p:cNvPr id="172" name="Text 169"/>
          <p:cNvSpPr/>
          <p:nvPr/>
        </p:nvSpPr>
        <p:spPr>
          <a:xfrm>
            <a:off x="11127837" y="34868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480" dirty="0"/>
          </a:p>
        </p:txBody>
      </p:sp>
      <p:sp>
        <p:nvSpPr>
          <p:cNvPr id="173" name="Text 170"/>
          <p:cNvSpPr/>
          <p:nvPr/>
        </p:nvSpPr>
        <p:spPr>
          <a:xfrm>
            <a:off x="7882513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480" dirty="0"/>
          </a:p>
        </p:txBody>
      </p:sp>
      <p:sp>
        <p:nvSpPr>
          <p:cNvPr id="174" name="Text 171"/>
          <p:cNvSpPr/>
          <p:nvPr/>
        </p:nvSpPr>
        <p:spPr>
          <a:xfrm>
            <a:off x="8243710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175" name="Text 172"/>
          <p:cNvSpPr/>
          <p:nvPr/>
        </p:nvSpPr>
        <p:spPr>
          <a:xfrm>
            <a:off x="8604907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480" dirty="0"/>
          </a:p>
        </p:txBody>
      </p:sp>
      <p:sp>
        <p:nvSpPr>
          <p:cNvPr id="176" name="Text 173"/>
          <p:cNvSpPr/>
          <p:nvPr/>
        </p:nvSpPr>
        <p:spPr>
          <a:xfrm>
            <a:off x="8966103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480" dirty="0"/>
          </a:p>
        </p:txBody>
      </p:sp>
      <p:sp>
        <p:nvSpPr>
          <p:cNvPr id="177" name="Text 174"/>
          <p:cNvSpPr/>
          <p:nvPr/>
        </p:nvSpPr>
        <p:spPr>
          <a:xfrm>
            <a:off x="9327300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178" name="Text 175"/>
          <p:cNvSpPr/>
          <p:nvPr/>
        </p:nvSpPr>
        <p:spPr>
          <a:xfrm>
            <a:off x="9688497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179" name="Text 176"/>
          <p:cNvSpPr/>
          <p:nvPr/>
        </p:nvSpPr>
        <p:spPr>
          <a:xfrm>
            <a:off x="10049694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480" dirty="0"/>
          </a:p>
        </p:txBody>
      </p:sp>
      <p:sp>
        <p:nvSpPr>
          <p:cNvPr id="180" name="Text 177"/>
          <p:cNvSpPr/>
          <p:nvPr/>
        </p:nvSpPr>
        <p:spPr>
          <a:xfrm>
            <a:off x="10410891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181" name="Text 178"/>
          <p:cNvSpPr/>
          <p:nvPr/>
        </p:nvSpPr>
        <p:spPr>
          <a:xfrm>
            <a:off x="10772087" y="3563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182" name="Text 179"/>
          <p:cNvSpPr/>
          <p:nvPr/>
        </p:nvSpPr>
        <p:spPr>
          <a:xfrm>
            <a:off x="11127837" y="35630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480" dirty="0"/>
          </a:p>
        </p:txBody>
      </p:sp>
      <p:sp>
        <p:nvSpPr>
          <p:cNvPr id="183" name="Text 180"/>
          <p:cNvSpPr/>
          <p:nvPr/>
        </p:nvSpPr>
        <p:spPr>
          <a:xfrm>
            <a:off x="7882513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480" dirty="0"/>
          </a:p>
        </p:txBody>
      </p:sp>
      <p:sp>
        <p:nvSpPr>
          <p:cNvPr id="184" name="Text 181"/>
          <p:cNvSpPr/>
          <p:nvPr/>
        </p:nvSpPr>
        <p:spPr>
          <a:xfrm>
            <a:off x="8243710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185" name="Text 182"/>
          <p:cNvSpPr/>
          <p:nvPr/>
        </p:nvSpPr>
        <p:spPr>
          <a:xfrm>
            <a:off x="8604907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480" dirty="0"/>
          </a:p>
        </p:txBody>
      </p:sp>
      <p:sp>
        <p:nvSpPr>
          <p:cNvPr id="186" name="Text 183"/>
          <p:cNvSpPr/>
          <p:nvPr/>
        </p:nvSpPr>
        <p:spPr>
          <a:xfrm>
            <a:off x="8966103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187" name="Text 184"/>
          <p:cNvSpPr/>
          <p:nvPr/>
        </p:nvSpPr>
        <p:spPr>
          <a:xfrm>
            <a:off x="9327300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480" dirty="0"/>
          </a:p>
        </p:txBody>
      </p:sp>
      <p:sp>
        <p:nvSpPr>
          <p:cNvPr id="188" name="Text 185"/>
          <p:cNvSpPr/>
          <p:nvPr/>
        </p:nvSpPr>
        <p:spPr>
          <a:xfrm>
            <a:off x="9688497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189" name="Text 186"/>
          <p:cNvSpPr/>
          <p:nvPr/>
        </p:nvSpPr>
        <p:spPr>
          <a:xfrm>
            <a:off x="10049694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480" dirty="0"/>
          </a:p>
        </p:txBody>
      </p:sp>
      <p:sp>
        <p:nvSpPr>
          <p:cNvPr id="190" name="Text 187"/>
          <p:cNvSpPr/>
          <p:nvPr/>
        </p:nvSpPr>
        <p:spPr>
          <a:xfrm>
            <a:off x="10410891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480" dirty="0"/>
          </a:p>
        </p:txBody>
      </p:sp>
      <p:sp>
        <p:nvSpPr>
          <p:cNvPr id="191" name="Text 188"/>
          <p:cNvSpPr/>
          <p:nvPr/>
        </p:nvSpPr>
        <p:spPr>
          <a:xfrm>
            <a:off x="10772087" y="3639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192" name="Text 189"/>
          <p:cNvSpPr/>
          <p:nvPr/>
        </p:nvSpPr>
        <p:spPr>
          <a:xfrm>
            <a:off x="11127837" y="36392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480" dirty="0"/>
          </a:p>
        </p:txBody>
      </p:sp>
      <p:sp>
        <p:nvSpPr>
          <p:cNvPr id="193" name="Text 190"/>
          <p:cNvSpPr/>
          <p:nvPr/>
        </p:nvSpPr>
        <p:spPr>
          <a:xfrm>
            <a:off x="8966103" y="3715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194" name="Text 191"/>
          <p:cNvSpPr/>
          <p:nvPr/>
        </p:nvSpPr>
        <p:spPr>
          <a:xfrm>
            <a:off x="7882513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480" dirty="0"/>
          </a:p>
        </p:txBody>
      </p:sp>
      <p:sp>
        <p:nvSpPr>
          <p:cNvPr id="195" name="Text 192"/>
          <p:cNvSpPr/>
          <p:nvPr/>
        </p:nvSpPr>
        <p:spPr>
          <a:xfrm>
            <a:off x="8243710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480" dirty="0"/>
          </a:p>
        </p:txBody>
      </p:sp>
      <p:sp>
        <p:nvSpPr>
          <p:cNvPr id="196" name="Text 193"/>
          <p:cNvSpPr/>
          <p:nvPr/>
        </p:nvSpPr>
        <p:spPr>
          <a:xfrm>
            <a:off x="9327300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7,7 %</a:t>
            </a:r>
            <a:endParaRPr lang="en-US" sz="480" dirty="0"/>
          </a:p>
        </p:txBody>
      </p:sp>
      <p:sp>
        <p:nvSpPr>
          <p:cNvPr id="197" name="Text 194"/>
          <p:cNvSpPr/>
          <p:nvPr/>
        </p:nvSpPr>
        <p:spPr>
          <a:xfrm>
            <a:off x="9688497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7,7 %</a:t>
            </a:r>
            <a:endParaRPr lang="en-US" sz="480" dirty="0"/>
          </a:p>
        </p:txBody>
      </p:sp>
      <p:sp>
        <p:nvSpPr>
          <p:cNvPr id="198" name="Text 195"/>
          <p:cNvSpPr/>
          <p:nvPr/>
        </p:nvSpPr>
        <p:spPr>
          <a:xfrm>
            <a:off x="10410891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480" dirty="0"/>
          </a:p>
        </p:txBody>
      </p:sp>
      <p:sp>
        <p:nvSpPr>
          <p:cNvPr id="199" name="Text 196"/>
          <p:cNvSpPr/>
          <p:nvPr/>
        </p:nvSpPr>
        <p:spPr>
          <a:xfrm>
            <a:off x="10772087" y="38678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480" dirty="0"/>
          </a:p>
        </p:txBody>
      </p:sp>
      <p:sp>
        <p:nvSpPr>
          <p:cNvPr id="200" name="Text 197"/>
          <p:cNvSpPr/>
          <p:nvPr/>
        </p:nvSpPr>
        <p:spPr>
          <a:xfrm>
            <a:off x="7882513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201" name="Text 198"/>
          <p:cNvSpPr/>
          <p:nvPr/>
        </p:nvSpPr>
        <p:spPr>
          <a:xfrm>
            <a:off x="8243710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480" dirty="0"/>
          </a:p>
        </p:txBody>
      </p:sp>
      <p:sp>
        <p:nvSpPr>
          <p:cNvPr id="202" name="Text 199"/>
          <p:cNvSpPr/>
          <p:nvPr/>
        </p:nvSpPr>
        <p:spPr>
          <a:xfrm>
            <a:off x="8604907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6,6 %</a:t>
            </a:r>
            <a:endParaRPr lang="en-US" sz="480" dirty="0"/>
          </a:p>
        </p:txBody>
      </p:sp>
      <p:sp>
        <p:nvSpPr>
          <p:cNvPr id="203" name="Text 200"/>
          <p:cNvSpPr/>
          <p:nvPr/>
        </p:nvSpPr>
        <p:spPr>
          <a:xfrm>
            <a:off x="9327300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480" dirty="0"/>
          </a:p>
        </p:txBody>
      </p:sp>
      <p:sp>
        <p:nvSpPr>
          <p:cNvPr id="204" name="Text 201"/>
          <p:cNvSpPr/>
          <p:nvPr/>
        </p:nvSpPr>
        <p:spPr>
          <a:xfrm>
            <a:off x="9688497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480" dirty="0"/>
          </a:p>
        </p:txBody>
      </p:sp>
      <p:sp>
        <p:nvSpPr>
          <p:cNvPr id="205" name="Text 202"/>
          <p:cNvSpPr/>
          <p:nvPr/>
        </p:nvSpPr>
        <p:spPr>
          <a:xfrm>
            <a:off x="10049694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480" dirty="0"/>
          </a:p>
        </p:txBody>
      </p:sp>
      <p:sp>
        <p:nvSpPr>
          <p:cNvPr id="206" name="Text 203"/>
          <p:cNvSpPr/>
          <p:nvPr/>
        </p:nvSpPr>
        <p:spPr>
          <a:xfrm>
            <a:off x="10410891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480" dirty="0"/>
          </a:p>
        </p:txBody>
      </p:sp>
      <p:sp>
        <p:nvSpPr>
          <p:cNvPr id="207" name="Text 204"/>
          <p:cNvSpPr/>
          <p:nvPr/>
        </p:nvSpPr>
        <p:spPr>
          <a:xfrm>
            <a:off x="10772087" y="39440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480" dirty="0"/>
          </a:p>
        </p:txBody>
      </p:sp>
      <p:sp>
        <p:nvSpPr>
          <p:cNvPr id="208" name="Text 205"/>
          <p:cNvSpPr/>
          <p:nvPr/>
        </p:nvSpPr>
        <p:spPr>
          <a:xfrm>
            <a:off x="11127837" y="39440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6,5 %</a:t>
            </a:r>
            <a:endParaRPr lang="en-US" sz="480" dirty="0"/>
          </a:p>
        </p:txBody>
      </p:sp>
      <p:sp>
        <p:nvSpPr>
          <p:cNvPr id="209" name="Text 206"/>
          <p:cNvSpPr/>
          <p:nvPr/>
        </p:nvSpPr>
        <p:spPr>
          <a:xfrm>
            <a:off x="7882513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480" dirty="0"/>
          </a:p>
        </p:txBody>
      </p:sp>
      <p:sp>
        <p:nvSpPr>
          <p:cNvPr id="210" name="Text 207"/>
          <p:cNvSpPr/>
          <p:nvPr/>
        </p:nvSpPr>
        <p:spPr>
          <a:xfrm>
            <a:off x="8243710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480" dirty="0"/>
          </a:p>
        </p:txBody>
      </p:sp>
      <p:sp>
        <p:nvSpPr>
          <p:cNvPr id="211" name="Text 208"/>
          <p:cNvSpPr/>
          <p:nvPr/>
        </p:nvSpPr>
        <p:spPr>
          <a:xfrm>
            <a:off x="8604907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480" dirty="0"/>
          </a:p>
        </p:txBody>
      </p:sp>
      <p:sp>
        <p:nvSpPr>
          <p:cNvPr id="212" name="Text 209"/>
          <p:cNvSpPr/>
          <p:nvPr/>
        </p:nvSpPr>
        <p:spPr>
          <a:xfrm>
            <a:off x="8966103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213" name="Text 210"/>
          <p:cNvSpPr/>
          <p:nvPr/>
        </p:nvSpPr>
        <p:spPr>
          <a:xfrm>
            <a:off x="9327300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480" dirty="0"/>
          </a:p>
        </p:txBody>
      </p:sp>
      <p:sp>
        <p:nvSpPr>
          <p:cNvPr id="214" name="Text 211"/>
          <p:cNvSpPr/>
          <p:nvPr/>
        </p:nvSpPr>
        <p:spPr>
          <a:xfrm>
            <a:off x="9688497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480" dirty="0"/>
          </a:p>
        </p:txBody>
      </p:sp>
      <p:sp>
        <p:nvSpPr>
          <p:cNvPr id="215" name="Text 212"/>
          <p:cNvSpPr/>
          <p:nvPr/>
        </p:nvSpPr>
        <p:spPr>
          <a:xfrm>
            <a:off x="10049694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480" dirty="0"/>
          </a:p>
        </p:txBody>
      </p:sp>
      <p:sp>
        <p:nvSpPr>
          <p:cNvPr id="216" name="Text 213"/>
          <p:cNvSpPr/>
          <p:nvPr/>
        </p:nvSpPr>
        <p:spPr>
          <a:xfrm>
            <a:off x="10410891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480" dirty="0"/>
          </a:p>
        </p:txBody>
      </p:sp>
      <p:sp>
        <p:nvSpPr>
          <p:cNvPr id="217" name="Text 214"/>
          <p:cNvSpPr/>
          <p:nvPr/>
        </p:nvSpPr>
        <p:spPr>
          <a:xfrm>
            <a:off x="10772087" y="40202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480" dirty="0"/>
          </a:p>
        </p:txBody>
      </p:sp>
      <p:sp>
        <p:nvSpPr>
          <p:cNvPr id="218" name="Text 215"/>
          <p:cNvSpPr/>
          <p:nvPr/>
        </p:nvSpPr>
        <p:spPr>
          <a:xfrm>
            <a:off x="11127837" y="40202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219" name="Text 216"/>
          <p:cNvSpPr/>
          <p:nvPr/>
        </p:nvSpPr>
        <p:spPr>
          <a:xfrm>
            <a:off x="7882513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20" name="Text 217"/>
          <p:cNvSpPr/>
          <p:nvPr/>
        </p:nvSpPr>
        <p:spPr>
          <a:xfrm>
            <a:off x="8243710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21" name="Text 218"/>
          <p:cNvSpPr/>
          <p:nvPr/>
        </p:nvSpPr>
        <p:spPr>
          <a:xfrm>
            <a:off x="8604907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22" name="Text 219"/>
          <p:cNvSpPr/>
          <p:nvPr/>
        </p:nvSpPr>
        <p:spPr>
          <a:xfrm>
            <a:off x="8966103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480" dirty="0"/>
          </a:p>
        </p:txBody>
      </p:sp>
      <p:sp>
        <p:nvSpPr>
          <p:cNvPr id="223" name="Text 220"/>
          <p:cNvSpPr/>
          <p:nvPr/>
        </p:nvSpPr>
        <p:spPr>
          <a:xfrm>
            <a:off x="9327300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24" name="Text 221"/>
          <p:cNvSpPr/>
          <p:nvPr/>
        </p:nvSpPr>
        <p:spPr>
          <a:xfrm>
            <a:off x="9688497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25" name="Text 222"/>
          <p:cNvSpPr/>
          <p:nvPr/>
        </p:nvSpPr>
        <p:spPr>
          <a:xfrm>
            <a:off x="10049694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480" dirty="0"/>
          </a:p>
        </p:txBody>
      </p:sp>
      <p:sp>
        <p:nvSpPr>
          <p:cNvPr id="226" name="Text 223"/>
          <p:cNvSpPr/>
          <p:nvPr/>
        </p:nvSpPr>
        <p:spPr>
          <a:xfrm>
            <a:off x="10410891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27" name="Text 224"/>
          <p:cNvSpPr/>
          <p:nvPr/>
        </p:nvSpPr>
        <p:spPr>
          <a:xfrm>
            <a:off x="10772087" y="40964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480" dirty="0"/>
          </a:p>
        </p:txBody>
      </p:sp>
      <p:sp>
        <p:nvSpPr>
          <p:cNvPr id="228" name="Text 225"/>
          <p:cNvSpPr/>
          <p:nvPr/>
        </p:nvSpPr>
        <p:spPr>
          <a:xfrm>
            <a:off x="11127837" y="40964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229" name="Text 226"/>
          <p:cNvSpPr/>
          <p:nvPr/>
        </p:nvSpPr>
        <p:spPr>
          <a:xfrm>
            <a:off x="7882513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0" name="Text 227"/>
          <p:cNvSpPr/>
          <p:nvPr/>
        </p:nvSpPr>
        <p:spPr>
          <a:xfrm>
            <a:off x="8243710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1" name="Text 228"/>
          <p:cNvSpPr/>
          <p:nvPr/>
        </p:nvSpPr>
        <p:spPr>
          <a:xfrm>
            <a:off x="8604907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2" name="Text 229"/>
          <p:cNvSpPr/>
          <p:nvPr/>
        </p:nvSpPr>
        <p:spPr>
          <a:xfrm>
            <a:off x="8966103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3" name="Text 230"/>
          <p:cNvSpPr/>
          <p:nvPr/>
        </p:nvSpPr>
        <p:spPr>
          <a:xfrm>
            <a:off x="9327300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4" name="Text 231"/>
          <p:cNvSpPr/>
          <p:nvPr/>
        </p:nvSpPr>
        <p:spPr>
          <a:xfrm>
            <a:off x="9688497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5" name="Text 232"/>
          <p:cNvSpPr/>
          <p:nvPr/>
        </p:nvSpPr>
        <p:spPr>
          <a:xfrm>
            <a:off x="10049694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6" name="Text 233"/>
          <p:cNvSpPr/>
          <p:nvPr/>
        </p:nvSpPr>
        <p:spPr>
          <a:xfrm>
            <a:off x="10410891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7" name="Text 234"/>
          <p:cNvSpPr/>
          <p:nvPr/>
        </p:nvSpPr>
        <p:spPr>
          <a:xfrm>
            <a:off x="10772087" y="4172694"/>
            <a:ext cx="372033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8" name="Text 235"/>
          <p:cNvSpPr/>
          <p:nvPr/>
        </p:nvSpPr>
        <p:spPr>
          <a:xfrm>
            <a:off x="11127837" y="4172694"/>
            <a:ext cx="55904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239" name="Text 236"/>
          <p:cNvSpPr/>
          <p:nvPr/>
        </p:nvSpPr>
        <p:spPr>
          <a:xfrm>
            <a:off x="8216595" y="952500"/>
            <a:ext cx="47309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1.854</a:t>
            </a:r>
            <a:endParaRPr lang="en-US" sz="1380" dirty="0"/>
          </a:p>
        </p:txBody>
      </p:sp>
      <p:sp>
        <p:nvSpPr>
          <p:cNvPr id="240" name="Text 237"/>
          <p:cNvSpPr/>
          <p:nvPr/>
        </p:nvSpPr>
        <p:spPr>
          <a:xfrm>
            <a:off x="495288" y="245819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41" name="Text 238"/>
          <p:cNvSpPr/>
          <p:nvPr/>
        </p:nvSpPr>
        <p:spPr>
          <a:xfrm>
            <a:off x="6257769" y="2210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495288" y="1715244"/>
            <a:ext cx="224062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43" name="Text 240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44" name="Text 241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273649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9273649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9273649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9273649" y="2210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9273649" y="2305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9273649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251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9273649" y="2591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7882513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432" dirty="0"/>
          </a:p>
        </p:txBody>
      </p:sp>
      <p:sp>
        <p:nvSpPr>
          <p:cNvPr id="253" name="Text 250"/>
          <p:cNvSpPr/>
          <p:nvPr/>
        </p:nvSpPr>
        <p:spPr>
          <a:xfrm>
            <a:off x="8243710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432" dirty="0"/>
          </a:p>
        </p:txBody>
      </p:sp>
      <p:sp>
        <p:nvSpPr>
          <p:cNvPr id="254" name="Text 251"/>
          <p:cNvSpPr/>
          <p:nvPr/>
        </p:nvSpPr>
        <p:spPr>
          <a:xfrm>
            <a:off x="8604907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432" dirty="0"/>
          </a:p>
        </p:txBody>
      </p:sp>
      <p:sp>
        <p:nvSpPr>
          <p:cNvPr id="255" name="Text 252"/>
          <p:cNvSpPr/>
          <p:nvPr/>
        </p:nvSpPr>
        <p:spPr>
          <a:xfrm>
            <a:off x="8966103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432" dirty="0"/>
          </a:p>
        </p:txBody>
      </p:sp>
      <p:sp>
        <p:nvSpPr>
          <p:cNvPr id="256" name="Text 253"/>
          <p:cNvSpPr/>
          <p:nvPr/>
        </p:nvSpPr>
        <p:spPr>
          <a:xfrm>
            <a:off x="9327300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432" dirty="0"/>
          </a:p>
        </p:txBody>
      </p:sp>
      <p:sp>
        <p:nvSpPr>
          <p:cNvPr id="257" name="Text 254"/>
          <p:cNvSpPr/>
          <p:nvPr/>
        </p:nvSpPr>
        <p:spPr>
          <a:xfrm>
            <a:off x="9688497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432" dirty="0"/>
          </a:p>
        </p:txBody>
      </p:sp>
      <p:sp>
        <p:nvSpPr>
          <p:cNvPr id="258" name="Text 255"/>
          <p:cNvSpPr/>
          <p:nvPr/>
        </p:nvSpPr>
        <p:spPr>
          <a:xfrm>
            <a:off x="10049694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432" dirty="0"/>
          </a:p>
        </p:txBody>
      </p:sp>
      <p:sp>
        <p:nvSpPr>
          <p:cNvPr id="259" name="Text 256"/>
          <p:cNvSpPr/>
          <p:nvPr/>
        </p:nvSpPr>
        <p:spPr>
          <a:xfrm>
            <a:off x="10410891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432" dirty="0"/>
          </a:p>
        </p:txBody>
      </p:sp>
      <p:sp>
        <p:nvSpPr>
          <p:cNvPr id="260" name="Text 257"/>
          <p:cNvSpPr/>
          <p:nvPr/>
        </p:nvSpPr>
        <p:spPr>
          <a:xfrm>
            <a:off x="10772087" y="3086844"/>
            <a:ext cx="372033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432" dirty="0"/>
          </a:p>
        </p:txBody>
      </p:sp>
      <p:sp>
        <p:nvSpPr>
          <p:cNvPr id="261" name="Text 258"/>
          <p:cNvSpPr/>
          <p:nvPr/>
        </p:nvSpPr>
        <p:spPr>
          <a:xfrm>
            <a:off x="9273649" y="2496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</a:t>
            </a:r>
            <a:endParaRPr lang="en-US" sz="5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41233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Buena contactabilidad inicial (53 %), útil como referencia para futuras pruebas tácticas.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39462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piloto de un solo mes (enero) sobre solicitudes de cancelaciones previas.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89856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533387" y="1200894"/>
            <a:ext cx="18158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4374991" y="1200894"/>
            <a:ext cx="17083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6372066" y="254391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8216595" y="1200894"/>
            <a:ext cx="1421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504812" y="359166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6267293" y="30487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16" name="Text 13"/>
          <p:cNvSpPr/>
          <p:nvPr/>
        </p:nvSpPr>
        <p:spPr>
          <a:xfrm>
            <a:off x="6267293" y="31249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480" dirty="0"/>
          </a:p>
        </p:txBody>
      </p:sp>
      <p:sp>
        <p:nvSpPr>
          <p:cNvPr id="17" name="Text 14"/>
          <p:cNvSpPr/>
          <p:nvPr/>
        </p:nvSpPr>
        <p:spPr>
          <a:xfrm>
            <a:off x="6267293" y="32773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18" name="Text 15"/>
          <p:cNvSpPr/>
          <p:nvPr/>
        </p:nvSpPr>
        <p:spPr>
          <a:xfrm>
            <a:off x="533387" y="809625"/>
            <a:ext cx="13153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4374991" y="809625"/>
            <a:ext cx="14096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267293" y="35059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6267293" y="33535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2" name="Text 19"/>
          <p:cNvSpPr/>
          <p:nvPr/>
        </p:nvSpPr>
        <p:spPr>
          <a:xfrm>
            <a:off x="6267293" y="35821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480" dirty="0"/>
          </a:p>
        </p:txBody>
      </p:sp>
      <p:sp>
        <p:nvSpPr>
          <p:cNvPr id="23" name="Text 20"/>
          <p:cNvSpPr/>
          <p:nvPr/>
        </p:nvSpPr>
        <p:spPr>
          <a:xfrm>
            <a:off x="504812" y="332496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28963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6267293" y="32011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26" name="Text 23"/>
          <p:cNvSpPr/>
          <p:nvPr/>
        </p:nvSpPr>
        <p:spPr>
          <a:xfrm>
            <a:off x="6267293" y="36583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27" name="Text 24"/>
          <p:cNvSpPr/>
          <p:nvPr/>
        </p:nvSpPr>
        <p:spPr>
          <a:xfrm>
            <a:off x="8216595" y="809625"/>
            <a:ext cx="10203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504812" y="345831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504812" y="372501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29725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504812" y="385836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6267293" y="2762994"/>
            <a:ext cx="1674684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67293" y="3429744"/>
            <a:ext cx="1674684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35" name="Text 32"/>
          <p:cNvSpPr/>
          <p:nvPr/>
        </p:nvSpPr>
        <p:spPr>
          <a:xfrm>
            <a:off x="2951194" y="1715244"/>
            <a:ext cx="156845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1540477" y="1715244"/>
            <a:ext cx="1456400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477220" y="1715244"/>
            <a:ext cx="145670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95288" y="20295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4477220" y="188669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4477220" y="2743944"/>
            <a:ext cx="145670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504812" y="3153519"/>
            <a:ext cx="1674684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6" name="Text 43"/>
          <p:cNvSpPr/>
          <p:nvPr/>
        </p:nvSpPr>
        <p:spPr>
          <a:xfrm>
            <a:off x="8294831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7" name="Text 44"/>
          <p:cNvSpPr/>
          <p:nvPr/>
        </p:nvSpPr>
        <p:spPr>
          <a:xfrm>
            <a:off x="7876944" y="28963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480" dirty="0"/>
          </a:p>
        </p:txBody>
      </p:sp>
      <p:sp>
        <p:nvSpPr>
          <p:cNvPr id="48" name="Text 45"/>
          <p:cNvSpPr/>
          <p:nvPr/>
        </p:nvSpPr>
        <p:spPr>
          <a:xfrm>
            <a:off x="11128144" y="28963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480" dirty="0"/>
          </a:p>
        </p:txBody>
      </p:sp>
      <p:sp>
        <p:nvSpPr>
          <p:cNvPr id="49" name="Text 46"/>
          <p:cNvSpPr/>
          <p:nvPr/>
        </p:nvSpPr>
        <p:spPr>
          <a:xfrm>
            <a:off x="7876944" y="30487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480" dirty="0"/>
          </a:p>
        </p:txBody>
      </p:sp>
      <p:sp>
        <p:nvSpPr>
          <p:cNvPr id="50" name="Text 47"/>
          <p:cNvSpPr/>
          <p:nvPr/>
        </p:nvSpPr>
        <p:spPr>
          <a:xfrm>
            <a:off x="11128144" y="30487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480" dirty="0"/>
          </a:p>
        </p:txBody>
      </p:sp>
      <p:sp>
        <p:nvSpPr>
          <p:cNvPr id="51" name="Text 48"/>
          <p:cNvSpPr/>
          <p:nvPr/>
        </p:nvSpPr>
        <p:spPr>
          <a:xfrm>
            <a:off x="7876944" y="31249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480" dirty="0"/>
          </a:p>
        </p:txBody>
      </p:sp>
      <p:sp>
        <p:nvSpPr>
          <p:cNvPr id="52" name="Text 49"/>
          <p:cNvSpPr/>
          <p:nvPr/>
        </p:nvSpPr>
        <p:spPr>
          <a:xfrm>
            <a:off x="11128144" y="31249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480" dirty="0"/>
          </a:p>
        </p:txBody>
      </p:sp>
      <p:sp>
        <p:nvSpPr>
          <p:cNvPr id="53" name="Text 50"/>
          <p:cNvSpPr/>
          <p:nvPr/>
        </p:nvSpPr>
        <p:spPr>
          <a:xfrm>
            <a:off x="7876944" y="34297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480" dirty="0"/>
          </a:p>
        </p:txBody>
      </p:sp>
      <p:sp>
        <p:nvSpPr>
          <p:cNvPr id="54" name="Text 51"/>
          <p:cNvSpPr/>
          <p:nvPr/>
        </p:nvSpPr>
        <p:spPr>
          <a:xfrm>
            <a:off x="11128144" y="34297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480" dirty="0"/>
          </a:p>
        </p:txBody>
      </p:sp>
      <p:sp>
        <p:nvSpPr>
          <p:cNvPr id="55" name="Text 52"/>
          <p:cNvSpPr/>
          <p:nvPr/>
        </p:nvSpPr>
        <p:spPr>
          <a:xfrm>
            <a:off x="7876944" y="35059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480" dirty="0"/>
          </a:p>
        </p:txBody>
      </p:sp>
      <p:sp>
        <p:nvSpPr>
          <p:cNvPr id="56" name="Text 53"/>
          <p:cNvSpPr/>
          <p:nvPr/>
        </p:nvSpPr>
        <p:spPr>
          <a:xfrm>
            <a:off x="11128144" y="35059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480" dirty="0"/>
          </a:p>
        </p:txBody>
      </p:sp>
      <p:sp>
        <p:nvSpPr>
          <p:cNvPr id="57" name="Text 54"/>
          <p:cNvSpPr/>
          <p:nvPr/>
        </p:nvSpPr>
        <p:spPr>
          <a:xfrm>
            <a:off x="533387" y="952500"/>
            <a:ext cx="572635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58" name="Text 55"/>
          <p:cNvSpPr/>
          <p:nvPr/>
        </p:nvSpPr>
        <p:spPr>
          <a:xfrm>
            <a:off x="495288" y="18866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188669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95288" y="21724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95288" y="231531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95288" y="2601069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95288" y="274394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40477" y="2743944"/>
            <a:ext cx="1456400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5365663" y="3153519"/>
            <a:ext cx="558739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04812" y="3991719"/>
            <a:ext cx="1674684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67" name="Text 64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552" dirty="0"/>
          </a:p>
        </p:txBody>
      </p:sp>
      <p:sp>
        <p:nvSpPr>
          <p:cNvPr id="69" name="Text 66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552" dirty="0"/>
          </a:p>
        </p:txBody>
      </p:sp>
      <p:sp>
        <p:nvSpPr>
          <p:cNvPr id="70" name="Text 67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552" dirty="0"/>
          </a:p>
        </p:txBody>
      </p:sp>
      <p:sp>
        <p:nvSpPr>
          <p:cNvPr id="71" name="Text 68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552" dirty="0"/>
          </a:p>
        </p:txBody>
      </p:sp>
      <p:sp>
        <p:nvSpPr>
          <p:cNvPr id="72" name="Text 69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552" dirty="0"/>
          </a:p>
        </p:txBody>
      </p:sp>
      <p:sp>
        <p:nvSpPr>
          <p:cNvPr id="73" name="Text 70"/>
          <p:cNvSpPr/>
          <p:nvPr/>
        </p:nvSpPr>
        <p:spPr>
          <a:xfrm>
            <a:off x="6257769" y="2305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552" dirty="0"/>
          </a:p>
        </p:txBody>
      </p:sp>
      <p:sp>
        <p:nvSpPr>
          <p:cNvPr id="74" name="Text 71"/>
          <p:cNvSpPr/>
          <p:nvPr/>
        </p:nvSpPr>
        <p:spPr>
          <a:xfrm>
            <a:off x="6257769" y="2401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75" name="Text 72"/>
          <p:cNvSpPr/>
          <p:nvPr/>
        </p:nvSpPr>
        <p:spPr>
          <a:xfrm>
            <a:off x="7316013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10239394" y="2401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11128144" y="2762994"/>
            <a:ext cx="558739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7876944" y="29725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480" dirty="0"/>
          </a:p>
        </p:txBody>
      </p:sp>
      <p:sp>
        <p:nvSpPr>
          <p:cNvPr id="79" name="Text 76"/>
          <p:cNvSpPr/>
          <p:nvPr/>
        </p:nvSpPr>
        <p:spPr>
          <a:xfrm>
            <a:off x="11128144" y="29725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480" dirty="0"/>
          </a:p>
        </p:txBody>
      </p:sp>
      <p:sp>
        <p:nvSpPr>
          <p:cNvPr id="80" name="Text 77"/>
          <p:cNvSpPr/>
          <p:nvPr/>
        </p:nvSpPr>
        <p:spPr>
          <a:xfrm>
            <a:off x="7876944" y="32011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480" dirty="0"/>
          </a:p>
        </p:txBody>
      </p:sp>
      <p:sp>
        <p:nvSpPr>
          <p:cNvPr id="81" name="Text 78"/>
          <p:cNvSpPr/>
          <p:nvPr/>
        </p:nvSpPr>
        <p:spPr>
          <a:xfrm>
            <a:off x="11128144" y="32011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480" dirty="0"/>
          </a:p>
        </p:txBody>
      </p:sp>
      <p:sp>
        <p:nvSpPr>
          <p:cNvPr id="82" name="Text 79"/>
          <p:cNvSpPr/>
          <p:nvPr/>
        </p:nvSpPr>
        <p:spPr>
          <a:xfrm>
            <a:off x="7876944" y="32773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480" dirty="0"/>
          </a:p>
        </p:txBody>
      </p:sp>
      <p:sp>
        <p:nvSpPr>
          <p:cNvPr id="83" name="Text 80"/>
          <p:cNvSpPr/>
          <p:nvPr/>
        </p:nvSpPr>
        <p:spPr>
          <a:xfrm>
            <a:off x="11128144" y="32773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480" dirty="0"/>
          </a:p>
        </p:txBody>
      </p:sp>
      <p:sp>
        <p:nvSpPr>
          <p:cNvPr id="84" name="Text 81"/>
          <p:cNvSpPr/>
          <p:nvPr/>
        </p:nvSpPr>
        <p:spPr>
          <a:xfrm>
            <a:off x="7876944" y="33535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85" name="Text 82"/>
          <p:cNvSpPr/>
          <p:nvPr/>
        </p:nvSpPr>
        <p:spPr>
          <a:xfrm>
            <a:off x="11128144" y="33535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480" dirty="0"/>
          </a:p>
        </p:txBody>
      </p:sp>
      <p:sp>
        <p:nvSpPr>
          <p:cNvPr id="86" name="Text 83"/>
          <p:cNvSpPr/>
          <p:nvPr/>
        </p:nvSpPr>
        <p:spPr>
          <a:xfrm>
            <a:off x="7876944" y="35821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480" dirty="0"/>
          </a:p>
        </p:txBody>
      </p:sp>
      <p:sp>
        <p:nvSpPr>
          <p:cNvPr id="87" name="Text 84"/>
          <p:cNvSpPr/>
          <p:nvPr/>
        </p:nvSpPr>
        <p:spPr>
          <a:xfrm>
            <a:off x="11128144" y="35821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480" dirty="0"/>
          </a:p>
        </p:txBody>
      </p:sp>
      <p:sp>
        <p:nvSpPr>
          <p:cNvPr id="88" name="Text 85"/>
          <p:cNvSpPr/>
          <p:nvPr/>
        </p:nvSpPr>
        <p:spPr>
          <a:xfrm>
            <a:off x="7876944" y="3658344"/>
            <a:ext cx="55812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89" name="Text 86"/>
          <p:cNvSpPr/>
          <p:nvPr/>
        </p:nvSpPr>
        <p:spPr>
          <a:xfrm>
            <a:off x="11128144" y="3658344"/>
            <a:ext cx="558739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90" name="Text 87"/>
          <p:cNvSpPr/>
          <p:nvPr/>
        </p:nvSpPr>
        <p:spPr>
          <a:xfrm>
            <a:off x="4374991" y="952500"/>
            <a:ext cx="481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  <p:sp>
        <p:nvSpPr>
          <p:cNvPr id="91" name="Text 88"/>
          <p:cNvSpPr/>
          <p:nvPr/>
        </p:nvSpPr>
        <p:spPr>
          <a:xfrm>
            <a:off x="495288" y="2458194"/>
            <a:ext cx="112023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6257769" y="2210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495288" y="171524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951194" y="188669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5" name="Text 92"/>
          <p:cNvSpPr/>
          <p:nvPr/>
        </p:nvSpPr>
        <p:spPr>
          <a:xfrm>
            <a:off x="2951194" y="2743944"/>
            <a:ext cx="1568454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2114463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18" dirty="0"/>
          </a:p>
        </p:txBody>
      </p:sp>
      <p:sp>
        <p:nvSpPr>
          <p:cNvPr id="97" name="Text 94"/>
          <p:cNvSpPr/>
          <p:nvPr/>
        </p:nvSpPr>
        <p:spPr>
          <a:xfrm>
            <a:off x="2656333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18" dirty="0"/>
          </a:p>
        </p:txBody>
      </p:sp>
      <p:sp>
        <p:nvSpPr>
          <p:cNvPr id="98" name="Text 95"/>
          <p:cNvSpPr/>
          <p:nvPr/>
        </p:nvSpPr>
        <p:spPr>
          <a:xfrm>
            <a:off x="3198202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18" dirty="0"/>
          </a:p>
        </p:txBody>
      </p:sp>
      <p:sp>
        <p:nvSpPr>
          <p:cNvPr id="99" name="Text 96"/>
          <p:cNvSpPr/>
          <p:nvPr/>
        </p:nvSpPr>
        <p:spPr>
          <a:xfrm>
            <a:off x="3740072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18" dirty="0"/>
          </a:p>
        </p:txBody>
      </p:sp>
      <p:sp>
        <p:nvSpPr>
          <p:cNvPr id="100" name="Text 97"/>
          <p:cNvSpPr/>
          <p:nvPr/>
        </p:nvSpPr>
        <p:spPr>
          <a:xfrm>
            <a:off x="4281942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18" dirty="0"/>
          </a:p>
        </p:txBody>
      </p:sp>
      <p:sp>
        <p:nvSpPr>
          <p:cNvPr id="101" name="Text 98"/>
          <p:cNvSpPr/>
          <p:nvPr/>
        </p:nvSpPr>
        <p:spPr>
          <a:xfrm>
            <a:off x="4823811" y="3182094"/>
            <a:ext cx="558126" cy="7620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51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18" dirty="0"/>
          </a:p>
        </p:txBody>
      </p:sp>
      <p:sp>
        <p:nvSpPr>
          <p:cNvPr id="102" name="Text 99"/>
          <p:cNvSpPr/>
          <p:nvPr/>
        </p:nvSpPr>
        <p:spPr>
          <a:xfrm>
            <a:off x="2114463" y="399171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3" name="Text 100"/>
          <p:cNvSpPr/>
          <p:nvPr/>
        </p:nvSpPr>
        <p:spPr>
          <a:xfrm>
            <a:off x="5365663" y="399171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4" name="Text 101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7876944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432" dirty="0"/>
          </a:p>
        </p:txBody>
      </p:sp>
      <p:sp>
        <p:nvSpPr>
          <p:cNvPr id="106" name="Text 103"/>
          <p:cNvSpPr/>
          <p:nvPr/>
        </p:nvSpPr>
        <p:spPr>
          <a:xfrm>
            <a:off x="8418813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432" dirty="0"/>
          </a:p>
        </p:txBody>
      </p:sp>
      <p:sp>
        <p:nvSpPr>
          <p:cNvPr id="107" name="Text 104"/>
          <p:cNvSpPr/>
          <p:nvPr/>
        </p:nvSpPr>
        <p:spPr>
          <a:xfrm>
            <a:off x="8960683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432" dirty="0"/>
          </a:p>
        </p:txBody>
      </p:sp>
      <p:sp>
        <p:nvSpPr>
          <p:cNvPr id="108" name="Text 105"/>
          <p:cNvSpPr/>
          <p:nvPr/>
        </p:nvSpPr>
        <p:spPr>
          <a:xfrm>
            <a:off x="9502553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432" dirty="0"/>
          </a:p>
        </p:txBody>
      </p:sp>
      <p:sp>
        <p:nvSpPr>
          <p:cNvPr id="109" name="Text 106"/>
          <p:cNvSpPr/>
          <p:nvPr/>
        </p:nvSpPr>
        <p:spPr>
          <a:xfrm>
            <a:off x="10044422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432" dirty="0"/>
          </a:p>
        </p:txBody>
      </p:sp>
      <p:sp>
        <p:nvSpPr>
          <p:cNvPr id="110" name="Text 107"/>
          <p:cNvSpPr/>
          <p:nvPr/>
        </p:nvSpPr>
        <p:spPr>
          <a:xfrm>
            <a:off x="10586292" y="2801094"/>
            <a:ext cx="558126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432" dirty="0"/>
          </a:p>
        </p:txBody>
      </p:sp>
      <p:sp>
        <p:nvSpPr>
          <p:cNvPr id="111" name="Text 108"/>
          <p:cNvSpPr/>
          <p:nvPr/>
        </p:nvSpPr>
        <p:spPr>
          <a:xfrm>
            <a:off x="2114463" y="332496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2" name="Text 109"/>
          <p:cNvSpPr/>
          <p:nvPr/>
        </p:nvSpPr>
        <p:spPr>
          <a:xfrm>
            <a:off x="5365663" y="332496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2114463" y="345831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5365663" y="345831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2114463" y="359166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5365663" y="359166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2114463" y="372501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576" dirty="0"/>
          </a:p>
        </p:txBody>
      </p:sp>
      <p:sp>
        <p:nvSpPr>
          <p:cNvPr id="118" name="Text 115"/>
          <p:cNvSpPr/>
          <p:nvPr/>
        </p:nvSpPr>
        <p:spPr>
          <a:xfrm>
            <a:off x="5365663" y="372501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576" dirty="0"/>
          </a:p>
        </p:txBody>
      </p:sp>
      <p:sp>
        <p:nvSpPr>
          <p:cNvPr id="119" name="Text 116"/>
          <p:cNvSpPr/>
          <p:nvPr/>
        </p:nvSpPr>
        <p:spPr>
          <a:xfrm>
            <a:off x="2114463" y="3858369"/>
            <a:ext cx="558126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576" dirty="0"/>
          </a:p>
        </p:txBody>
      </p:sp>
      <p:sp>
        <p:nvSpPr>
          <p:cNvPr id="120" name="Text 117"/>
          <p:cNvSpPr/>
          <p:nvPr/>
        </p:nvSpPr>
        <p:spPr>
          <a:xfrm>
            <a:off x="5365663" y="3858369"/>
            <a:ext cx="558739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576" dirty="0"/>
          </a:p>
        </p:txBody>
      </p:sp>
      <p:sp>
        <p:nvSpPr>
          <p:cNvPr id="121" name="Text 118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9273649" y="2401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8216595" y="952500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28" y="2591544"/>
            <a:ext cx="5060575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sin descarte: el insumo se fabrica directamente desde Xuma con registros ya validados, por lo que el 100 % de la base recibida es apta para gestión — no existe rechazo en esta campaña.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49742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nueva (seguro para motociclistas), arrancó en agosto y ya suma 254 ventas en su primer corte.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49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Buena conversión de arranque (5,3 % sobre contacto), con septiembre como mejor mes del lanzamiento.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33387" y="1200894"/>
            <a:ext cx="36095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dashboard muestra 256 en el encabezado — diferencia sin explicar, ver observaciones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419987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Rueda Seguro SBS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372066" y="225816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6267293" y="35249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480" dirty="0"/>
          </a:p>
        </p:txBody>
      </p:sp>
      <p:sp>
        <p:nvSpPr>
          <p:cNvPr id="10" name="Text 7"/>
          <p:cNvSpPr/>
          <p:nvPr/>
        </p:nvSpPr>
        <p:spPr>
          <a:xfrm>
            <a:off x="6267293" y="29153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quien conduce la motocicleta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4374991" y="1200894"/>
            <a:ext cx="15013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gestionados, ago-oct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6267293" y="27629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15" name="Text 12"/>
          <p:cNvSpPr/>
          <p:nvPr/>
        </p:nvSpPr>
        <p:spPr>
          <a:xfrm>
            <a:off x="6267293" y="31439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Superó tiempo de tipificación</a:t>
            </a:r>
            <a:endParaRPr lang="en-US" sz="480" dirty="0"/>
          </a:p>
        </p:txBody>
      </p:sp>
      <p:sp>
        <p:nvSpPr>
          <p:cNvPr id="16" name="Text 13"/>
          <p:cNvSpPr/>
          <p:nvPr/>
        </p:nvSpPr>
        <p:spPr>
          <a:xfrm>
            <a:off x="6267293" y="30677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Usuario brinda otro teléfono</a:t>
            </a:r>
            <a:endParaRPr lang="en-US" sz="480" dirty="0"/>
          </a:p>
        </p:txBody>
      </p:sp>
      <p:sp>
        <p:nvSpPr>
          <p:cNvPr id="17" name="Text 14"/>
          <p:cNvSpPr/>
          <p:nvPr/>
        </p:nvSpPr>
        <p:spPr>
          <a:xfrm>
            <a:off x="6267293" y="29915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18" name="Text 15"/>
          <p:cNvSpPr/>
          <p:nvPr/>
        </p:nvSpPr>
        <p:spPr>
          <a:xfrm>
            <a:off x="8216595" y="1200894"/>
            <a:ext cx="11531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contactados, ago-oct</a:t>
            </a:r>
            <a:endParaRPr lang="en-US" sz="648" dirty="0"/>
          </a:p>
        </p:txBody>
      </p:sp>
      <p:sp>
        <p:nvSpPr>
          <p:cNvPr id="19" name="Text 16"/>
          <p:cNvSpPr/>
          <p:nvPr/>
        </p:nvSpPr>
        <p:spPr>
          <a:xfrm>
            <a:off x="609585" y="1486644"/>
            <a:ext cx="1470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Insumo Recibido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3725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6267293" y="32201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2" name="Text 19"/>
          <p:cNvSpPr/>
          <p:nvPr/>
        </p:nvSpPr>
        <p:spPr>
          <a:xfrm>
            <a:off x="2572756" y="1715244"/>
            <a:ext cx="3361171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6267293" y="26105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24" name="Text 21"/>
          <p:cNvSpPr/>
          <p:nvPr/>
        </p:nvSpPr>
        <p:spPr>
          <a:xfrm>
            <a:off x="6267293" y="28391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6267293" y="36011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26" name="Text 23"/>
          <p:cNvSpPr/>
          <p:nvPr/>
        </p:nvSpPr>
        <p:spPr>
          <a:xfrm>
            <a:off x="533387" y="809625"/>
            <a:ext cx="9474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(AGO-OCT)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9305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267293" y="26867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30" name="Text 27"/>
          <p:cNvSpPr/>
          <p:nvPr/>
        </p:nvSpPr>
        <p:spPr>
          <a:xfrm>
            <a:off x="6267293" y="2477244"/>
            <a:ext cx="1674531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32963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6267293" y="344879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480" dirty="0"/>
          </a:p>
        </p:txBody>
      </p:sp>
      <p:sp>
        <p:nvSpPr>
          <p:cNvPr id="33" name="Text 30"/>
          <p:cNvSpPr/>
          <p:nvPr/>
        </p:nvSpPr>
        <p:spPr>
          <a:xfrm>
            <a:off x="495288" y="202956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Septiembre</a:t>
            </a:r>
            <a:endParaRPr lang="en-US" sz="636" dirty="0"/>
          </a:p>
        </p:txBody>
      </p:sp>
      <p:sp>
        <p:nvSpPr>
          <p:cNvPr id="34" name="Text 31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Septiembre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8216595" y="809625"/>
            <a:ext cx="6641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672" dirty="0"/>
          </a:p>
        </p:txBody>
      </p:sp>
      <p:sp>
        <p:nvSpPr>
          <p:cNvPr id="37" name="Text 34"/>
          <p:cNvSpPr/>
          <p:nvPr/>
        </p:nvSpPr>
        <p:spPr>
          <a:xfrm>
            <a:off x="495288" y="217244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Octubre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Octubre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495288" y="188669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2572756" y="188669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12.445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2572756" y="231531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16.360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12.445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552" dirty="0"/>
          </a:p>
        </p:txBody>
      </p:sp>
      <p:sp>
        <p:nvSpPr>
          <p:cNvPr id="46" name="Text 43"/>
          <p:cNvSpPr/>
          <p:nvPr/>
        </p:nvSpPr>
        <p:spPr>
          <a:xfrm>
            <a:off x="8294831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552" dirty="0"/>
          </a:p>
        </p:txBody>
      </p:sp>
      <p:sp>
        <p:nvSpPr>
          <p:cNvPr id="47" name="Text 44"/>
          <p:cNvSpPr/>
          <p:nvPr/>
        </p:nvSpPr>
        <p:spPr>
          <a:xfrm>
            <a:off x="8294831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46,1 %</a:t>
            </a:r>
            <a:endParaRPr lang="en-US" sz="552" dirty="0"/>
          </a:p>
        </p:txBody>
      </p:sp>
      <p:sp>
        <p:nvSpPr>
          <p:cNvPr id="48" name="Text 45"/>
          <p:cNvSpPr/>
          <p:nvPr/>
        </p:nvSpPr>
        <p:spPr>
          <a:xfrm>
            <a:off x="7316013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16.360</a:t>
            </a:r>
            <a:endParaRPr lang="en-US" sz="552" dirty="0"/>
          </a:p>
        </p:txBody>
      </p:sp>
      <p:sp>
        <p:nvSpPr>
          <p:cNvPr id="49" name="Text 46"/>
          <p:cNvSpPr/>
          <p:nvPr/>
        </p:nvSpPr>
        <p:spPr>
          <a:xfrm>
            <a:off x="8294831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45,6 %</a:t>
            </a:r>
            <a:endParaRPr lang="en-US" sz="552" dirty="0"/>
          </a:p>
        </p:txBody>
      </p:sp>
      <p:sp>
        <p:nvSpPr>
          <p:cNvPr id="50" name="Text 47"/>
          <p:cNvSpPr/>
          <p:nvPr/>
        </p:nvSpPr>
        <p:spPr>
          <a:xfrm>
            <a:off x="7860534" y="2610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480" dirty="0"/>
          </a:p>
        </p:txBody>
      </p:sp>
      <p:sp>
        <p:nvSpPr>
          <p:cNvPr id="51" name="Text 48"/>
          <p:cNvSpPr/>
          <p:nvPr/>
        </p:nvSpPr>
        <p:spPr>
          <a:xfrm>
            <a:off x="8944423" y="2610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480" dirty="0"/>
          </a:p>
        </p:txBody>
      </p:sp>
      <p:sp>
        <p:nvSpPr>
          <p:cNvPr id="52" name="Text 49"/>
          <p:cNvSpPr/>
          <p:nvPr/>
        </p:nvSpPr>
        <p:spPr>
          <a:xfrm>
            <a:off x="10028311" y="2610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46,1 %</a:t>
            </a:r>
            <a:endParaRPr lang="en-US" sz="480" dirty="0"/>
          </a:p>
        </p:txBody>
      </p:sp>
      <p:sp>
        <p:nvSpPr>
          <p:cNvPr id="53" name="Text 50"/>
          <p:cNvSpPr/>
          <p:nvPr/>
        </p:nvSpPr>
        <p:spPr>
          <a:xfrm>
            <a:off x="11128450" y="26105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48,4 %</a:t>
            </a:r>
            <a:endParaRPr lang="en-US" sz="480" dirty="0"/>
          </a:p>
        </p:txBody>
      </p:sp>
      <p:sp>
        <p:nvSpPr>
          <p:cNvPr id="54" name="Text 51"/>
          <p:cNvSpPr/>
          <p:nvPr/>
        </p:nvSpPr>
        <p:spPr>
          <a:xfrm>
            <a:off x="7860534" y="2762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12,6 %</a:t>
            </a:r>
            <a:endParaRPr lang="en-US" sz="480" dirty="0"/>
          </a:p>
        </p:txBody>
      </p:sp>
      <p:sp>
        <p:nvSpPr>
          <p:cNvPr id="55" name="Text 52"/>
          <p:cNvSpPr/>
          <p:nvPr/>
        </p:nvSpPr>
        <p:spPr>
          <a:xfrm>
            <a:off x="8944423" y="2762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480" dirty="0"/>
          </a:p>
        </p:txBody>
      </p:sp>
      <p:sp>
        <p:nvSpPr>
          <p:cNvPr id="56" name="Text 53"/>
          <p:cNvSpPr/>
          <p:nvPr/>
        </p:nvSpPr>
        <p:spPr>
          <a:xfrm>
            <a:off x="10028311" y="2762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14,1 %</a:t>
            </a:r>
            <a:endParaRPr lang="en-US" sz="480" dirty="0"/>
          </a:p>
        </p:txBody>
      </p:sp>
      <p:sp>
        <p:nvSpPr>
          <p:cNvPr id="57" name="Text 54"/>
          <p:cNvSpPr/>
          <p:nvPr/>
        </p:nvSpPr>
        <p:spPr>
          <a:xfrm>
            <a:off x="11128450" y="27629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480" dirty="0"/>
          </a:p>
        </p:txBody>
      </p:sp>
      <p:sp>
        <p:nvSpPr>
          <p:cNvPr id="58" name="Text 55"/>
          <p:cNvSpPr/>
          <p:nvPr/>
        </p:nvSpPr>
        <p:spPr>
          <a:xfrm>
            <a:off x="8944423" y="3220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480" dirty="0"/>
          </a:p>
        </p:txBody>
      </p:sp>
      <p:sp>
        <p:nvSpPr>
          <p:cNvPr id="59" name="Text 56"/>
          <p:cNvSpPr/>
          <p:nvPr/>
        </p:nvSpPr>
        <p:spPr>
          <a:xfrm>
            <a:off x="10028311" y="3220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480" dirty="0"/>
          </a:p>
        </p:txBody>
      </p:sp>
      <p:sp>
        <p:nvSpPr>
          <p:cNvPr id="60" name="Text 57"/>
          <p:cNvSpPr/>
          <p:nvPr/>
        </p:nvSpPr>
        <p:spPr>
          <a:xfrm>
            <a:off x="11128450" y="32201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10,5 %</a:t>
            </a:r>
            <a:endParaRPr lang="en-US" sz="480" dirty="0"/>
          </a:p>
        </p:txBody>
      </p:sp>
      <p:sp>
        <p:nvSpPr>
          <p:cNvPr id="61" name="Text 58"/>
          <p:cNvSpPr/>
          <p:nvPr/>
        </p:nvSpPr>
        <p:spPr>
          <a:xfrm>
            <a:off x="7860534" y="32963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58,8 %</a:t>
            </a:r>
            <a:endParaRPr lang="en-US" sz="480" dirty="0"/>
          </a:p>
        </p:txBody>
      </p:sp>
      <p:sp>
        <p:nvSpPr>
          <p:cNvPr id="62" name="Text 59"/>
          <p:cNvSpPr/>
          <p:nvPr/>
        </p:nvSpPr>
        <p:spPr>
          <a:xfrm>
            <a:off x="8944423" y="32963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480" dirty="0"/>
          </a:p>
        </p:txBody>
      </p:sp>
      <p:sp>
        <p:nvSpPr>
          <p:cNvPr id="63" name="Text 60"/>
          <p:cNvSpPr/>
          <p:nvPr/>
        </p:nvSpPr>
        <p:spPr>
          <a:xfrm>
            <a:off x="10028311" y="32963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53,9 %</a:t>
            </a:r>
            <a:endParaRPr lang="en-US" sz="480" dirty="0"/>
          </a:p>
        </p:txBody>
      </p:sp>
      <p:sp>
        <p:nvSpPr>
          <p:cNvPr id="64" name="Text 61"/>
          <p:cNvSpPr/>
          <p:nvPr/>
        </p:nvSpPr>
        <p:spPr>
          <a:xfrm>
            <a:off x="11128450" y="32963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51,6 %</a:t>
            </a:r>
            <a:endParaRPr lang="en-US" sz="480" dirty="0"/>
          </a:p>
        </p:txBody>
      </p:sp>
      <p:sp>
        <p:nvSpPr>
          <p:cNvPr id="65" name="Text 62"/>
          <p:cNvSpPr/>
          <p:nvPr/>
        </p:nvSpPr>
        <p:spPr>
          <a:xfrm>
            <a:off x="7860534" y="3372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47,5 %</a:t>
            </a:r>
            <a:endParaRPr lang="en-US" sz="480" dirty="0"/>
          </a:p>
        </p:txBody>
      </p:sp>
      <p:sp>
        <p:nvSpPr>
          <p:cNvPr id="66" name="Text 63"/>
          <p:cNvSpPr/>
          <p:nvPr/>
        </p:nvSpPr>
        <p:spPr>
          <a:xfrm>
            <a:off x="8944423" y="3372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25,5 %</a:t>
            </a:r>
            <a:endParaRPr lang="en-US" sz="480" dirty="0"/>
          </a:p>
        </p:txBody>
      </p:sp>
      <p:sp>
        <p:nvSpPr>
          <p:cNvPr id="67" name="Text 64"/>
          <p:cNvSpPr/>
          <p:nvPr/>
        </p:nvSpPr>
        <p:spPr>
          <a:xfrm>
            <a:off x="10028311" y="3372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43,5 %</a:t>
            </a:r>
            <a:endParaRPr lang="en-US" sz="480" dirty="0"/>
          </a:p>
        </p:txBody>
      </p:sp>
      <p:sp>
        <p:nvSpPr>
          <p:cNvPr id="68" name="Text 65"/>
          <p:cNvSpPr/>
          <p:nvPr/>
        </p:nvSpPr>
        <p:spPr>
          <a:xfrm>
            <a:off x="11128450" y="33725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41,7 %</a:t>
            </a:r>
            <a:endParaRPr lang="en-US" sz="480" dirty="0"/>
          </a:p>
        </p:txBody>
      </p:sp>
      <p:sp>
        <p:nvSpPr>
          <p:cNvPr id="69" name="Text 66"/>
          <p:cNvSpPr/>
          <p:nvPr/>
        </p:nvSpPr>
        <p:spPr>
          <a:xfrm>
            <a:off x="4374991" y="952500"/>
            <a:ext cx="57642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48,4 %</a:t>
            </a:r>
            <a:endParaRPr lang="en-US" sz="1380" dirty="0"/>
          </a:p>
        </p:txBody>
      </p:sp>
      <p:sp>
        <p:nvSpPr>
          <p:cNvPr id="70" name="Text 67"/>
          <p:cNvSpPr/>
          <p:nvPr/>
        </p:nvSpPr>
        <p:spPr>
          <a:xfrm>
            <a:off x="2572756" y="202956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2.378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2572756" y="217244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1.537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95288" y="231531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75" name="Text 72"/>
          <p:cNvSpPr/>
          <p:nvPr/>
        </p:nvSpPr>
        <p:spPr>
          <a:xfrm>
            <a:off x="7316013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2.378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10239394" y="1924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7316013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1.537</a:t>
            </a:r>
            <a:endParaRPr lang="en-US" sz="552" dirty="0"/>
          </a:p>
        </p:txBody>
      </p:sp>
      <p:sp>
        <p:nvSpPr>
          <p:cNvPr id="78" name="Text 75"/>
          <p:cNvSpPr/>
          <p:nvPr/>
        </p:nvSpPr>
        <p:spPr>
          <a:xfrm>
            <a:off x="10239394" y="2020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79" name="Text 76"/>
          <p:cNvSpPr/>
          <p:nvPr/>
        </p:nvSpPr>
        <p:spPr>
          <a:xfrm>
            <a:off x="6257769" y="21152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10239394" y="21152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11128450" y="2477244"/>
            <a:ext cx="558432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860534" y="2686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480" dirty="0"/>
          </a:p>
        </p:txBody>
      </p:sp>
      <p:sp>
        <p:nvSpPr>
          <p:cNvPr id="83" name="Text 80"/>
          <p:cNvSpPr/>
          <p:nvPr/>
        </p:nvSpPr>
        <p:spPr>
          <a:xfrm>
            <a:off x="8944423" y="2686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480" dirty="0"/>
          </a:p>
        </p:txBody>
      </p:sp>
      <p:sp>
        <p:nvSpPr>
          <p:cNvPr id="84" name="Text 81"/>
          <p:cNvSpPr/>
          <p:nvPr/>
        </p:nvSpPr>
        <p:spPr>
          <a:xfrm>
            <a:off x="10028311" y="2686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480" dirty="0"/>
          </a:p>
        </p:txBody>
      </p:sp>
      <p:sp>
        <p:nvSpPr>
          <p:cNvPr id="85" name="Text 82"/>
          <p:cNvSpPr/>
          <p:nvPr/>
        </p:nvSpPr>
        <p:spPr>
          <a:xfrm>
            <a:off x="11128450" y="26867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480" dirty="0"/>
          </a:p>
        </p:txBody>
      </p:sp>
      <p:sp>
        <p:nvSpPr>
          <p:cNvPr id="86" name="Text 83"/>
          <p:cNvSpPr/>
          <p:nvPr/>
        </p:nvSpPr>
        <p:spPr>
          <a:xfrm>
            <a:off x="7860534" y="2839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87" name="Text 84"/>
          <p:cNvSpPr/>
          <p:nvPr/>
        </p:nvSpPr>
        <p:spPr>
          <a:xfrm>
            <a:off x="8944423" y="2839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8,2 %</a:t>
            </a:r>
            <a:endParaRPr lang="en-US" sz="480" dirty="0"/>
          </a:p>
        </p:txBody>
      </p:sp>
      <p:sp>
        <p:nvSpPr>
          <p:cNvPr id="88" name="Text 85"/>
          <p:cNvSpPr/>
          <p:nvPr/>
        </p:nvSpPr>
        <p:spPr>
          <a:xfrm>
            <a:off x="10028311" y="2839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5,5 %</a:t>
            </a:r>
            <a:endParaRPr lang="en-US" sz="480" dirty="0"/>
          </a:p>
        </p:txBody>
      </p:sp>
      <p:sp>
        <p:nvSpPr>
          <p:cNvPr id="89" name="Text 86"/>
          <p:cNvSpPr/>
          <p:nvPr/>
        </p:nvSpPr>
        <p:spPr>
          <a:xfrm>
            <a:off x="11128450" y="28391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480" dirty="0"/>
          </a:p>
        </p:txBody>
      </p:sp>
      <p:sp>
        <p:nvSpPr>
          <p:cNvPr id="90" name="Text 87"/>
          <p:cNvSpPr/>
          <p:nvPr/>
        </p:nvSpPr>
        <p:spPr>
          <a:xfrm>
            <a:off x="7860534" y="29153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480" dirty="0"/>
          </a:p>
        </p:txBody>
      </p:sp>
      <p:sp>
        <p:nvSpPr>
          <p:cNvPr id="91" name="Text 88"/>
          <p:cNvSpPr/>
          <p:nvPr/>
        </p:nvSpPr>
        <p:spPr>
          <a:xfrm>
            <a:off x="8944423" y="29153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480" dirty="0"/>
          </a:p>
        </p:txBody>
      </p:sp>
      <p:sp>
        <p:nvSpPr>
          <p:cNvPr id="92" name="Text 89"/>
          <p:cNvSpPr/>
          <p:nvPr/>
        </p:nvSpPr>
        <p:spPr>
          <a:xfrm>
            <a:off x="10028311" y="29153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93" name="Text 90"/>
          <p:cNvSpPr/>
          <p:nvPr/>
        </p:nvSpPr>
        <p:spPr>
          <a:xfrm>
            <a:off x="11128450" y="29153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480" dirty="0"/>
          </a:p>
        </p:txBody>
      </p:sp>
      <p:sp>
        <p:nvSpPr>
          <p:cNvPr id="94" name="Text 91"/>
          <p:cNvSpPr/>
          <p:nvPr/>
        </p:nvSpPr>
        <p:spPr>
          <a:xfrm>
            <a:off x="7860534" y="2991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95" name="Text 92"/>
          <p:cNvSpPr/>
          <p:nvPr/>
        </p:nvSpPr>
        <p:spPr>
          <a:xfrm>
            <a:off x="8944423" y="2991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6,2 %</a:t>
            </a:r>
            <a:endParaRPr lang="en-US" sz="480" dirty="0"/>
          </a:p>
        </p:txBody>
      </p:sp>
      <p:sp>
        <p:nvSpPr>
          <p:cNvPr id="96" name="Text 93"/>
          <p:cNvSpPr/>
          <p:nvPr/>
        </p:nvSpPr>
        <p:spPr>
          <a:xfrm>
            <a:off x="10028311" y="29915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480" dirty="0"/>
          </a:p>
        </p:txBody>
      </p:sp>
      <p:sp>
        <p:nvSpPr>
          <p:cNvPr id="97" name="Text 94"/>
          <p:cNvSpPr/>
          <p:nvPr/>
        </p:nvSpPr>
        <p:spPr>
          <a:xfrm>
            <a:off x="11128450" y="29915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480" dirty="0"/>
          </a:p>
        </p:txBody>
      </p:sp>
      <p:sp>
        <p:nvSpPr>
          <p:cNvPr id="98" name="Text 95"/>
          <p:cNvSpPr/>
          <p:nvPr/>
        </p:nvSpPr>
        <p:spPr>
          <a:xfrm>
            <a:off x="7860534" y="3067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480" dirty="0"/>
          </a:p>
        </p:txBody>
      </p:sp>
      <p:sp>
        <p:nvSpPr>
          <p:cNvPr id="99" name="Text 96"/>
          <p:cNvSpPr/>
          <p:nvPr/>
        </p:nvSpPr>
        <p:spPr>
          <a:xfrm>
            <a:off x="8944423" y="3067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480" dirty="0"/>
          </a:p>
        </p:txBody>
      </p:sp>
      <p:sp>
        <p:nvSpPr>
          <p:cNvPr id="100" name="Text 97"/>
          <p:cNvSpPr/>
          <p:nvPr/>
        </p:nvSpPr>
        <p:spPr>
          <a:xfrm>
            <a:off x="10028311" y="3067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480" dirty="0"/>
          </a:p>
        </p:txBody>
      </p:sp>
      <p:sp>
        <p:nvSpPr>
          <p:cNvPr id="101" name="Text 98"/>
          <p:cNvSpPr/>
          <p:nvPr/>
        </p:nvSpPr>
        <p:spPr>
          <a:xfrm>
            <a:off x="11128450" y="30677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480" dirty="0"/>
          </a:p>
        </p:txBody>
      </p:sp>
      <p:sp>
        <p:nvSpPr>
          <p:cNvPr id="102" name="Text 99"/>
          <p:cNvSpPr/>
          <p:nvPr/>
        </p:nvSpPr>
        <p:spPr>
          <a:xfrm>
            <a:off x="7860534" y="3143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480" dirty="0"/>
          </a:p>
        </p:txBody>
      </p:sp>
      <p:sp>
        <p:nvSpPr>
          <p:cNvPr id="103" name="Text 100"/>
          <p:cNvSpPr/>
          <p:nvPr/>
        </p:nvSpPr>
        <p:spPr>
          <a:xfrm>
            <a:off x="8944423" y="3143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104" name="Text 101"/>
          <p:cNvSpPr/>
          <p:nvPr/>
        </p:nvSpPr>
        <p:spPr>
          <a:xfrm>
            <a:off x="10028311" y="3143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480" dirty="0"/>
          </a:p>
        </p:txBody>
      </p:sp>
      <p:sp>
        <p:nvSpPr>
          <p:cNvPr id="105" name="Text 102"/>
          <p:cNvSpPr/>
          <p:nvPr/>
        </p:nvSpPr>
        <p:spPr>
          <a:xfrm>
            <a:off x="11128450" y="31439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480" dirty="0"/>
          </a:p>
        </p:txBody>
      </p:sp>
      <p:sp>
        <p:nvSpPr>
          <p:cNvPr id="106" name="Text 103"/>
          <p:cNvSpPr/>
          <p:nvPr/>
        </p:nvSpPr>
        <p:spPr>
          <a:xfrm>
            <a:off x="7860534" y="3220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8,9 %</a:t>
            </a:r>
            <a:endParaRPr lang="en-US" sz="480" dirty="0"/>
          </a:p>
        </p:txBody>
      </p:sp>
      <p:sp>
        <p:nvSpPr>
          <p:cNvPr id="107" name="Text 104"/>
          <p:cNvSpPr/>
          <p:nvPr/>
        </p:nvSpPr>
        <p:spPr>
          <a:xfrm>
            <a:off x="7860534" y="3448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6,6 %</a:t>
            </a:r>
            <a:endParaRPr lang="en-US" sz="480" dirty="0"/>
          </a:p>
        </p:txBody>
      </p:sp>
      <p:sp>
        <p:nvSpPr>
          <p:cNvPr id="108" name="Text 105"/>
          <p:cNvSpPr/>
          <p:nvPr/>
        </p:nvSpPr>
        <p:spPr>
          <a:xfrm>
            <a:off x="8944423" y="3448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480" dirty="0"/>
          </a:p>
        </p:txBody>
      </p:sp>
      <p:sp>
        <p:nvSpPr>
          <p:cNvPr id="109" name="Text 106"/>
          <p:cNvSpPr/>
          <p:nvPr/>
        </p:nvSpPr>
        <p:spPr>
          <a:xfrm>
            <a:off x="10028311" y="34487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480" dirty="0"/>
          </a:p>
        </p:txBody>
      </p:sp>
      <p:sp>
        <p:nvSpPr>
          <p:cNvPr id="110" name="Text 107"/>
          <p:cNvSpPr/>
          <p:nvPr/>
        </p:nvSpPr>
        <p:spPr>
          <a:xfrm>
            <a:off x="11128450" y="34487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480" dirty="0"/>
          </a:p>
        </p:txBody>
      </p:sp>
      <p:sp>
        <p:nvSpPr>
          <p:cNvPr id="111" name="Text 108"/>
          <p:cNvSpPr/>
          <p:nvPr/>
        </p:nvSpPr>
        <p:spPr>
          <a:xfrm>
            <a:off x="7860534" y="3524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480" dirty="0"/>
          </a:p>
        </p:txBody>
      </p:sp>
      <p:sp>
        <p:nvSpPr>
          <p:cNvPr id="112" name="Text 109"/>
          <p:cNvSpPr/>
          <p:nvPr/>
        </p:nvSpPr>
        <p:spPr>
          <a:xfrm>
            <a:off x="8944423" y="3524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480" dirty="0"/>
          </a:p>
        </p:txBody>
      </p:sp>
      <p:sp>
        <p:nvSpPr>
          <p:cNvPr id="113" name="Text 110"/>
          <p:cNvSpPr/>
          <p:nvPr/>
        </p:nvSpPr>
        <p:spPr>
          <a:xfrm>
            <a:off x="10028311" y="35249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480" dirty="0"/>
          </a:p>
        </p:txBody>
      </p:sp>
      <p:sp>
        <p:nvSpPr>
          <p:cNvPr id="114" name="Text 111"/>
          <p:cNvSpPr/>
          <p:nvPr/>
        </p:nvSpPr>
        <p:spPr>
          <a:xfrm>
            <a:off x="11128450" y="35249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480" dirty="0"/>
          </a:p>
        </p:txBody>
      </p:sp>
      <p:sp>
        <p:nvSpPr>
          <p:cNvPr id="115" name="Text 112"/>
          <p:cNvSpPr/>
          <p:nvPr/>
        </p:nvSpPr>
        <p:spPr>
          <a:xfrm>
            <a:off x="7860534" y="3601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116" name="Text 113"/>
          <p:cNvSpPr/>
          <p:nvPr/>
        </p:nvSpPr>
        <p:spPr>
          <a:xfrm>
            <a:off x="8944423" y="3601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117" name="Text 114"/>
          <p:cNvSpPr/>
          <p:nvPr/>
        </p:nvSpPr>
        <p:spPr>
          <a:xfrm>
            <a:off x="10028311" y="3601194"/>
            <a:ext cx="1116405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118" name="Text 115"/>
          <p:cNvSpPr/>
          <p:nvPr/>
        </p:nvSpPr>
        <p:spPr>
          <a:xfrm>
            <a:off x="11128450" y="3601194"/>
            <a:ext cx="558432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119" name="Text 116"/>
          <p:cNvSpPr/>
          <p:nvPr/>
        </p:nvSpPr>
        <p:spPr>
          <a:xfrm>
            <a:off x="8216595" y="952500"/>
            <a:ext cx="45857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1380" dirty="0"/>
          </a:p>
        </p:txBody>
      </p:sp>
      <p:sp>
        <p:nvSpPr>
          <p:cNvPr id="120" name="Text 117"/>
          <p:cNvSpPr/>
          <p:nvPr/>
        </p:nvSpPr>
        <p:spPr>
          <a:xfrm>
            <a:off x="495288" y="1715244"/>
            <a:ext cx="224062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21" name="Text 118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22" name="Text 119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273649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9273649" y="21152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7860534" y="2515344"/>
            <a:ext cx="1116405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432" dirty="0"/>
          </a:p>
        </p:txBody>
      </p:sp>
      <p:sp>
        <p:nvSpPr>
          <p:cNvPr id="126" name="Text 123"/>
          <p:cNvSpPr/>
          <p:nvPr/>
        </p:nvSpPr>
        <p:spPr>
          <a:xfrm>
            <a:off x="8944423" y="2515344"/>
            <a:ext cx="1116405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432" dirty="0"/>
          </a:p>
        </p:txBody>
      </p:sp>
      <p:sp>
        <p:nvSpPr>
          <p:cNvPr id="127" name="Text 124"/>
          <p:cNvSpPr/>
          <p:nvPr/>
        </p:nvSpPr>
        <p:spPr>
          <a:xfrm>
            <a:off x="10028311" y="2515344"/>
            <a:ext cx="1116405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432" dirty="0"/>
          </a:p>
        </p:txBody>
      </p:sp>
      <p:sp>
        <p:nvSpPr>
          <p:cNvPr id="128" name="Text 125"/>
          <p:cNvSpPr/>
          <p:nvPr/>
        </p:nvSpPr>
        <p:spPr>
          <a:xfrm>
            <a:off x="533387" y="952500"/>
            <a:ext cx="33206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1380" dirty="0"/>
          </a:p>
        </p:txBody>
      </p:sp>
      <p:sp>
        <p:nvSpPr>
          <p:cNvPr id="129" name="Text 126"/>
          <p:cNvSpPr/>
          <p:nvPr/>
        </p:nvSpPr>
        <p:spPr>
          <a:xfrm>
            <a:off x="9273649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</a:t>
            </a:r>
            <a:endParaRPr lang="en-US" sz="5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28" y="2448669"/>
            <a:ext cx="5060575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sin descarte: el insumo se fabrica directamente desde Xuma con registros ya validados, por lo que el 100 % de la base recibida es apta para gestión — no existe rechazo en esta campaña.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540103"/>
            <a:ext cx="4305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Octubre ya duplica el volumen de registros de agosto, con margen de crecimiento para 2S.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393656"/>
            <a:ext cx="37250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nueva, arrancó en agosto con 57 ventas en sus dos primeros cortes.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6267293" y="2972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Usuario agresivo / no permite brindar información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423615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Billetera Protegida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372066" y="2162919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6267293" y="3353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480" dirty="0"/>
          </a:p>
        </p:txBody>
      </p:sp>
      <p:sp>
        <p:nvSpPr>
          <p:cNvPr id="10" name="Text 7"/>
          <p:cNvSpPr/>
          <p:nvPr/>
        </p:nvSpPr>
        <p:spPr>
          <a:xfrm>
            <a:off x="4374991" y="1200894"/>
            <a:ext cx="15013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gestionados, ago-oct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533387" y="1200894"/>
            <a:ext cx="1458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nueva, arrancó en agosto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714357" y="6237684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6267293" y="2667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480" dirty="0"/>
          </a:p>
        </p:txBody>
      </p:sp>
      <p:sp>
        <p:nvSpPr>
          <p:cNvPr id="15" name="Text 12"/>
          <p:cNvSpPr/>
          <p:nvPr/>
        </p:nvSpPr>
        <p:spPr>
          <a:xfrm>
            <a:off x="6267293" y="2896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Superó tiempo de tipificación</a:t>
            </a:r>
            <a:endParaRPr lang="en-US" sz="480" dirty="0"/>
          </a:p>
        </p:txBody>
      </p:sp>
      <p:sp>
        <p:nvSpPr>
          <p:cNvPr id="16" name="Text 13"/>
          <p:cNvSpPr/>
          <p:nvPr/>
        </p:nvSpPr>
        <p:spPr>
          <a:xfrm>
            <a:off x="6267293" y="28201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480" dirty="0"/>
          </a:p>
        </p:txBody>
      </p:sp>
      <p:sp>
        <p:nvSpPr>
          <p:cNvPr id="17" name="Text 14"/>
          <p:cNvSpPr/>
          <p:nvPr/>
        </p:nvSpPr>
        <p:spPr>
          <a:xfrm>
            <a:off x="8216595" y="1200894"/>
            <a:ext cx="11531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contactados, ago-oct</a:t>
            </a:r>
            <a:endParaRPr lang="en-US" sz="648" dirty="0"/>
          </a:p>
        </p:txBody>
      </p:sp>
      <p:sp>
        <p:nvSpPr>
          <p:cNvPr id="18" name="Text 15"/>
          <p:cNvSpPr/>
          <p:nvPr/>
        </p:nvSpPr>
        <p:spPr>
          <a:xfrm>
            <a:off x="609585" y="1486644"/>
            <a:ext cx="1470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Insumo Recibido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2011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480" dirty="0"/>
          </a:p>
        </p:txBody>
      </p:sp>
      <p:sp>
        <p:nvSpPr>
          <p:cNvPr id="20" name="Text 17"/>
          <p:cNvSpPr/>
          <p:nvPr/>
        </p:nvSpPr>
        <p:spPr>
          <a:xfrm>
            <a:off x="6267293" y="3048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480" dirty="0"/>
          </a:p>
        </p:txBody>
      </p:sp>
      <p:sp>
        <p:nvSpPr>
          <p:cNvPr id="21" name="Text 18"/>
          <p:cNvSpPr/>
          <p:nvPr/>
        </p:nvSpPr>
        <p:spPr>
          <a:xfrm>
            <a:off x="2572756" y="1715244"/>
            <a:ext cx="3361171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267293" y="2515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480" dirty="0"/>
          </a:p>
        </p:txBody>
      </p:sp>
      <p:sp>
        <p:nvSpPr>
          <p:cNvPr id="23" name="Text 20"/>
          <p:cNvSpPr/>
          <p:nvPr/>
        </p:nvSpPr>
        <p:spPr>
          <a:xfrm>
            <a:off x="6267293" y="27439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480" dirty="0"/>
          </a:p>
        </p:txBody>
      </p:sp>
      <p:sp>
        <p:nvSpPr>
          <p:cNvPr id="24" name="Text 21"/>
          <p:cNvSpPr/>
          <p:nvPr/>
        </p:nvSpPr>
        <p:spPr>
          <a:xfrm>
            <a:off x="6267293" y="3429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480" dirty="0"/>
          </a:p>
        </p:txBody>
      </p:sp>
      <p:sp>
        <p:nvSpPr>
          <p:cNvPr id="25" name="Text 22"/>
          <p:cNvSpPr/>
          <p:nvPr/>
        </p:nvSpPr>
        <p:spPr>
          <a:xfrm>
            <a:off x="533387" y="809625"/>
            <a:ext cx="9474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(AGO-OCT)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4374991" y="809625"/>
            <a:ext cx="9305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10239394" y="1696194"/>
            <a:ext cx="145701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267293" y="2591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480" dirty="0"/>
          </a:p>
        </p:txBody>
      </p:sp>
      <p:sp>
        <p:nvSpPr>
          <p:cNvPr id="29" name="Text 26"/>
          <p:cNvSpPr/>
          <p:nvPr/>
        </p:nvSpPr>
        <p:spPr>
          <a:xfrm>
            <a:off x="6267293" y="2381994"/>
            <a:ext cx="1674531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6267293" y="31249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6267293" y="3277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l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8294831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8216595" y="809625"/>
            <a:ext cx="6641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672" dirty="0"/>
          </a:p>
        </p:txBody>
      </p:sp>
      <p:sp>
        <p:nvSpPr>
          <p:cNvPr id="34" name="Text 31"/>
          <p:cNvSpPr/>
          <p:nvPr/>
        </p:nvSpPr>
        <p:spPr>
          <a:xfrm>
            <a:off x="495288" y="2029569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Octubre</a:t>
            </a:r>
            <a:endParaRPr lang="en-US" sz="636" dirty="0"/>
          </a:p>
        </p:txBody>
      </p:sp>
      <p:sp>
        <p:nvSpPr>
          <p:cNvPr id="35" name="Text 32"/>
          <p:cNvSpPr/>
          <p:nvPr/>
        </p:nvSpPr>
        <p:spPr>
          <a:xfrm>
            <a:off x="6257769" y="192479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Octubre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495288" y="188669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636" dirty="0"/>
          </a:p>
        </p:txBody>
      </p:sp>
      <p:sp>
        <p:nvSpPr>
          <p:cNvPr id="37" name="Text 34"/>
          <p:cNvSpPr/>
          <p:nvPr/>
        </p:nvSpPr>
        <p:spPr>
          <a:xfrm>
            <a:off x="2572756" y="2029569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11.123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2572756" y="217244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15.743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9273649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257769" y="18295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8294831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50,3 %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7316013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11.123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8294831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45,9 %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7316013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15.743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8294831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47,2 %</a:t>
            </a:r>
            <a:endParaRPr lang="en-US" sz="552" dirty="0"/>
          </a:p>
        </p:txBody>
      </p:sp>
      <p:sp>
        <p:nvSpPr>
          <p:cNvPr id="46" name="Text 43"/>
          <p:cNvSpPr/>
          <p:nvPr/>
        </p:nvSpPr>
        <p:spPr>
          <a:xfrm>
            <a:off x="7844278" y="2515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50,3 %</a:t>
            </a:r>
            <a:endParaRPr lang="en-US" sz="480" dirty="0"/>
          </a:p>
        </p:txBody>
      </p:sp>
      <p:sp>
        <p:nvSpPr>
          <p:cNvPr id="47" name="Text 44"/>
          <p:cNvSpPr/>
          <p:nvPr/>
        </p:nvSpPr>
        <p:spPr>
          <a:xfrm>
            <a:off x="9470036" y="2515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45,9 %</a:t>
            </a:r>
            <a:endParaRPr lang="en-US" sz="480" dirty="0"/>
          </a:p>
        </p:txBody>
      </p:sp>
      <p:sp>
        <p:nvSpPr>
          <p:cNvPr id="48" name="Text 45"/>
          <p:cNvSpPr/>
          <p:nvPr/>
        </p:nvSpPr>
        <p:spPr>
          <a:xfrm>
            <a:off x="11128297" y="25153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48,2 %</a:t>
            </a:r>
            <a:endParaRPr lang="en-US" sz="480" dirty="0"/>
          </a:p>
        </p:txBody>
      </p:sp>
      <p:sp>
        <p:nvSpPr>
          <p:cNvPr id="49" name="Text 46"/>
          <p:cNvSpPr/>
          <p:nvPr/>
        </p:nvSpPr>
        <p:spPr>
          <a:xfrm>
            <a:off x="7844278" y="2667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15,8 %</a:t>
            </a:r>
            <a:endParaRPr lang="en-US" sz="480" dirty="0"/>
          </a:p>
        </p:txBody>
      </p:sp>
      <p:sp>
        <p:nvSpPr>
          <p:cNvPr id="50" name="Text 47"/>
          <p:cNvSpPr/>
          <p:nvPr/>
        </p:nvSpPr>
        <p:spPr>
          <a:xfrm>
            <a:off x="9470036" y="2667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14,4 %</a:t>
            </a:r>
            <a:endParaRPr lang="en-US" sz="480" dirty="0"/>
          </a:p>
        </p:txBody>
      </p:sp>
      <p:sp>
        <p:nvSpPr>
          <p:cNvPr id="51" name="Text 48"/>
          <p:cNvSpPr/>
          <p:nvPr/>
        </p:nvSpPr>
        <p:spPr>
          <a:xfrm>
            <a:off x="11128297" y="26677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480" dirty="0"/>
          </a:p>
        </p:txBody>
      </p:sp>
      <p:sp>
        <p:nvSpPr>
          <p:cNvPr id="52" name="Text 49"/>
          <p:cNvSpPr/>
          <p:nvPr/>
        </p:nvSpPr>
        <p:spPr>
          <a:xfrm>
            <a:off x="7844278" y="3048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480" dirty="0"/>
          </a:p>
        </p:txBody>
      </p:sp>
      <p:sp>
        <p:nvSpPr>
          <p:cNvPr id="53" name="Text 50"/>
          <p:cNvSpPr/>
          <p:nvPr/>
        </p:nvSpPr>
        <p:spPr>
          <a:xfrm>
            <a:off x="9470036" y="3048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480" dirty="0"/>
          </a:p>
        </p:txBody>
      </p:sp>
      <p:sp>
        <p:nvSpPr>
          <p:cNvPr id="54" name="Text 51"/>
          <p:cNvSpPr/>
          <p:nvPr/>
        </p:nvSpPr>
        <p:spPr>
          <a:xfrm>
            <a:off x="11128297" y="30487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10,6 %</a:t>
            </a:r>
            <a:endParaRPr lang="en-US" sz="480" dirty="0"/>
          </a:p>
        </p:txBody>
      </p:sp>
      <p:sp>
        <p:nvSpPr>
          <p:cNvPr id="55" name="Text 52"/>
          <p:cNvSpPr/>
          <p:nvPr/>
        </p:nvSpPr>
        <p:spPr>
          <a:xfrm>
            <a:off x="7844278" y="31249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49,7 %</a:t>
            </a:r>
            <a:endParaRPr lang="en-US" sz="480" dirty="0"/>
          </a:p>
        </p:txBody>
      </p:sp>
      <p:sp>
        <p:nvSpPr>
          <p:cNvPr id="56" name="Text 53"/>
          <p:cNvSpPr/>
          <p:nvPr/>
        </p:nvSpPr>
        <p:spPr>
          <a:xfrm>
            <a:off x="9470036" y="31249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54,1 %</a:t>
            </a:r>
            <a:endParaRPr lang="en-US" sz="480" dirty="0"/>
          </a:p>
        </p:txBody>
      </p:sp>
      <p:sp>
        <p:nvSpPr>
          <p:cNvPr id="57" name="Text 54"/>
          <p:cNvSpPr/>
          <p:nvPr/>
        </p:nvSpPr>
        <p:spPr>
          <a:xfrm>
            <a:off x="11128297" y="31249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51,8 %</a:t>
            </a:r>
            <a:endParaRPr lang="en-US" sz="480" dirty="0"/>
          </a:p>
        </p:txBody>
      </p:sp>
      <p:sp>
        <p:nvSpPr>
          <p:cNvPr id="58" name="Text 55"/>
          <p:cNvSpPr/>
          <p:nvPr/>
        </p:nvSpPr>
        <p:spPr>
          <a:xfrm>
            <a:off x="7844278" y="32011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37,0 %</a:t>
            </a:r>
            <a:endParaRPr lang="en-US" sz="480" dirty="0"/>
          </a:p>
        </p:txBody>
      </p:sp>
      <p:sp>
        <p:nvSpPr>
          <p:cNvPr id="59" name="Text 56"/>
          <p:cNvSpPr/>
          <p:nvPr/>
        </p:nvSpPr>
        <p:spPr>
          <a:xfrm>
            <a:off x="9470036" y="32011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40,3 %</a:t>
            </a:r>
            <a:endParaRPr lang="en-US" sz="480" dirty="0"/>
          </a:p>
        </p:txBody>
      </p:sp>
      <p:sp>
        <p:nvSpPr>
          <p:cNvPr id="60" name="Text 57"/>
          <p:cNvSpPr/>
          <p:nvPr/>
        </p:nvSpPr>
        <p:spPr>
          <a:xfrm>
            <a:off x="11128297" y="32011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38,5 %</a:t>
            </a:r>
            <a:endParaRPr lang="en-US" sz="480" dirty="0"/>
          </a:p>
        </p:txBody>
      </p:sp>
      <p:sp>
        <p:nvSpPr>
          <p:cNvPr id="61" name="Text 58"/>
          <p:cNvSpPr/>
          <p:nvPr/>
        </p:nvSpPr>
        <p:spPr>
          <a:xfrm>
            <a:off x="9470036" y="3277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10,3 %</a:t>
            </a:r>
            <a:endParaRPr lang="en-US" sz="480" dirty="0"/>
          </a:p>
        </p:txBody>
      </p:sp>
      <p:sp>
        <p:nvSpPr>
          <p:cNvPr id="62" name="Text 59"/>
          <p:cNvSpPr/>
          <p:nvPr/>
        </p:nvSpPr>
        <p:spPr>
          <a:xfrm>
            <a:off x="4374991" y="952500"/>
            <a:ext cx="57515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48,2 %</a:t>
            </a:r>
            <a:endParaRPr lang="en-US" sz="1380" dirty="0"/>
          </a:p>
        </p:txBody>
      </p:sp>
      <p:sp>
        <p:nvSpPr>
          <p:cNvPr id="63" name="Text 60"/>
          <p:cNvSpPr/>
          <p:nvPr/>
        </p:nvSpPr>
        <p:spPr>
          <a:xfrm>
            <a:off x="2572756" y="1886694"/>
            <a:ext cx="3361171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4.620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95288" y="2172444"/>
            <a:ext cx="2240627" cy="952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7316013" y="1696194"/>
            <a:ext cx="1008183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7316013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4.620</a:t>
            </a:r>
            <a:endParaRPr lang="en-US" sz="552" dirty="0"/>
          </a:p>
        </p:txBody>
      </p:sp>
      <p:sp>
        <p:nvSpPr>
          <p:cNvPr id="67" name="Text 64"/>
          <p:cNvSpPr/>
          <p:nvPr/>
        </p:nvSpPr>
        <p:spPr>
          <a:xfrm>
            <a:off x="10239394" y="18295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68" name="Text 65"/>
          <p:cNvSpPr/>
          <p:nvPr/>
        </p:nvSpPr>
        <p:spPr>
          <a:xfrm>
            <a:off x="10239394" y="192479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69" name="Text 66"/>
          <p:cNvSpPr/>
          <p:nvPr/>
        </p:nvSpPr>
        <p:spPr>
          <a:xfrm>
            <a:off x="6257769" y="2020044"/>
            <a:ext cx="1120237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52" dirty="0"/>
          </a:p>
        </p:txBody>
      </p:sp>
      <p:sp>
        <p:nvSpPr>
          <p:cNvPr id="70" name="Text 67"/>
          <p:cNvSpPr/>
          <p:nvPr/>
        </p:nvSpPr>
        <p:spPr>
          <a:xfrm>
            <a:off x="10239394" y="2020044"/>
            <a:ext cx="145701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71" name="Text 68"/>
          <p:cNvSpPr/>
          <p:nvPr/>
        </p:nvSpPr>
        <p:spPr>
          <a:xfrm>
            <a:off x="11128297" y="2381994"/>
            <a:ext cx="558586" cy="133350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7844278" y="2591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480" dirty="0"/>
          </a:p>
        </p:txBody>
      </p:sp>
      <p:sp>
        <p:nvSpPr>
          <p:cNvPr id="73" name="Text 70"/>
          <p:cNvSpPr/>
          <p:nvPr/>
        </p:nvSpPr>
        <p:spPr>
          <a:xfrm>
            <a:off x="9470036" y="2591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480" dirty="0"/>
          </a:p>
        </p:txBody>
      </p:sp>
      <p:sp>
        <p:nvSpPr>
          <p:cNvPr id="74" name="Text 71"/>
          <p:cNvSpPr/>
          <p:nvPr/>
        </p:nvSpPr>
        <p:spPr>
          <a:xfrm>
            <a:off x="11128297" y="25915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480" dirty="0"/>
          </a:p>
        </p:txBody>
      </p:sp>
      <p:sp>
        <p:nvSpPr>
          <p:cNvPr id="75" name="Text 72"/>
          <p:cNvSpPr/>
          <p:nvPr/>
        </p:nvSpPr>
        <p:spPr>
          <a:xfrm>
            <a:off x="7844278" y="27439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8,3 %</a:t>
            </a:r>
            <a:endParaRPr lang="en-US" sz="480" dirty="0"/>
          </a:p>
        </p:txBody>
      </p:sp>
      <p:sp>
        <p:nvSpPr>
          <p:cNvPr id="76" name="Text 73"/>
          <p:cNvSpPr/>
          <p:nvPr/>
        </p:nvSpPr>
        <p:spPr>
          <a:xfrm>
            <a:off x="9470036" y="27439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480" dirty="0"/>
          </a:p>
        </p:txBody>
      </p:sp>
      <p:sp>
        <p:nvSpPr>
          <p:cNvPr id="77" name="Text 74"/>
          <p:cNvSpPr/>
          <p:nvPr/>
        </p:nvSpPr>
        <p:spPr>
          <a:xfrm>
            <a:off x="11128297" y="27439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480" dirty="0"/>
          </a:p>
        </p:txBody>
      </p:sp>
      <p:sp>
        <p:nvSpPr>
          <p:cNvPr id="78" name="Text 75"/>
          <p:cNvSpPr/>
          <p:nvPr/>
        </p:nvSpPr>
        <p:spPr>
          <a:xfrm>
            <a:off x="7844278" y="28201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480" dirty="0"/>
          </a:p>
        </p:txBody>
      </p:sp>
      <p:sp>
        <p:nvSpPr>
          <p:cNvPr id="79" name="Text 76"/>
          <p:cNvSpPr/>
          <p:nvPr/>
        </p:nvSpPr>
        <p:spPr>
          <a:xfrm>
            <a:off x="9470036" y="28201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480" dirty="0"/>
          </a:p>
        </p:txBody>
      </p:sp>
      <p:sp>
        <p:nvSpPr>
          <p:cNvPr id="80" name="Text 77"/>
          <p:cNvSpPr/>
          <p:nvPr/>
        </p:nvSpPr>
        <p:spPr>
          <a:xfrm>
            <a:off x="11128297" y="28201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81" name="Text 78"/>
          <p:cNvSpPr/>
          <p:nvPr/>
        </p:nvSpPr>
        <p:spPr>
          <a:xfrm>
            <a:off x="7844278" y="2896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480" dirty="0"/>
          </a:p>
        </p:txBody>
      </p:sp>
      <p:sp>
        <p:nvSpPr>
          <p:cNvPr id="82" name="Text 79"/>
          <p:cNvSpPr/>
          <p:nvPr/>
        </p:nvSpPr>
        <p:spPr>
          <a:xfrm>
            <a:off x="9470036" y="2896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480" dirty="0"/>
          </a:p>
        </p:txBody>
      </p:sp>
      <p:sp>
        <p:nvSpPr>
          <p:cNvPr id="83" name="Text 80"/>
          <p:cNvSpPr/>
          <p:nvPr/>
        </p:nvSpPr>
        <p:spPr>
          <a:xfrm>
            <a:off x="11128297" y="28963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480" dirty="0"/>
          </a:p>
        </p:txBody>
      </p:sp>
      <p:sp>
        <p:nvSpPr>
          <p:cNvPr id="84" name="Text 81"/>
          <p:cNvSpPr/>
          <p:nvPr/>
        </p:nvSpPr>
        <p:spPr>
          <a:xfrm>
            <a:off x="7844278" y="2972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480" dirty="0"/>
          </a:p>
        </p:txBody>
      </p:sp>
      <p:sp>
        <p:nvSpPr>
          <p:cNvPr id="85" name="Text 82"/>
          <p:cNvSpPr/>
          <p:nvPr/>
        </p:nvSpPr>
        <p:spPr>
          <a:xfrm>
            <a:off x="9470036" y="2972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480" dirty="0"/>
          </a:p>
        </p:txBody>
      </p:sp>
      <p:sp>
        <p:nvSpPr>
          <p:cNvPr id="86" name="Text 83"/>
          <p:cNvSpPr/>
          <p:nvPr/>
        </p:nvSpPr>
        <p:spPr>
          <a:xfrm>
            <a:off x="11128297" y="29725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480" dirty="0"/>
          </a:p>
        </p:txBody>
      </p:sp>
      <p:sp>
        <p:nvSpPr>
          <p:cNvPr id="87" name="Text 84"/>
          <p:cNvSpPr/>
          <p:nvPr/>
        </p:nvSpPr>
        <p:spPr>
          <a:xfrm>
            <a:off x="7844278" y="32773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9,4 %</a:t>
            </a:r>
            <a:endParaRPr lang="en-US" sz="480" dirty="0"/>
          </a:p>
        </p:txBody>
      </p:sp>
      <p:sp>
        <p:nvSpPr>
          <p:cNvPr id="88" name="Text 85"/>
          <p:cNvSpPr/>
          <p:nvPr/>
        </p:nvSpPr>
        <p:spPr>
          <a:xfrm>
            <a:off x="11128297" y="32773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480" dirty="0"/>
          </a:p>
        </p:txBody>
      </p:sp>
      <p:sp>
        <p:nvSpPr>
          <p:cNvPr id="89" name="Text 86"/>
          <p:cNvSpPr/>
          <p:nvPr/>
        </p:nvSpPr>
        <p:spPr>
          <a:xfrm>
            <a:off x="7844278" y="3353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480" dirty="0"/>
          </a:p>
        </p:txBody>
      </p:sp>
      <p:sp>
        <p:nvSpPr>
          <p:cNvPr id="90" name="Text 87"/>
          <p:cNvSpPr/>
          <p:nvPr/>
        </p:nvSpPr>
        <p:spPr>
          <a:xfrm>
            <a:off x="9470036" y="33535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480" dirty="0"/>
          </a:p>
        </p:txBody>
      </p:sp>
      <p:sp>
        <p:nvSpPr>
          <p:cNvPr id="91" name="Text 88"/>
          <p:cNvSpPr/>
          <p:nvPr/>
        </p:nvSpPr>
        <p:spPr>
          <a:xfrm>
            <a:off x="11128297" y="33535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480" dirty="0"/>
          </a:p>
        </p:txBody>
      </p:sp>
      <p:sp>
        <p:nvSpPr>
          <p:cNvPr id="92" name="Text 89"/>
          <p:cNvSpPr/>
          <p:nvPr/>
        </p:nvSpPr>
        <p:spPr>
          <a:xfrm>
            <a:off x="7844278" y="3429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93" name="Text 90"/>
          <p:cNvSpPr/>
          <p:nvPr/>
        </p:nvSpPr>
        <p:spPr>
          <a:xfrm>
            <a:off x="9470036" y="3429744"/>
            <a:ext cx="1674531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94" name="Text 91"/>
          <p:cNvSpPr/>
          <p:nvPr/>
        </p:nvSpPr>
        <p:spPr>
          <a:xfrm>
            <a:off x="11128297" y="3429744"/>
            <a:ext cx="558586" cy="66675"/>
          </a:xfrm>
          <a:prstGeom prst="rect">
            <a:avLst/>
          </a:prstGeom>
          <a:noFill/>
          <a:ln/>
        </p:spPr>
        <p:txBody>
          <a:bodyPr wrap="square" lIns="0" tIns="28575" rIns="28575" bIns="0" rtlCol="0" anchor="ctr"/>
          <a:lstStyle/>
          <a:p>
            <a:pPr algn="r" indent="0" marL="0">
              <a:buNone/>
            </a:pPr>
            <a:r>
              <a:rPr lang="en-US" sz="4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480" dirty="0"/>
          </a:p>
        </p:txBody>
      </p:sp>
      <p:sp>
        <p:nvSpPr>
          <p:cNvPr id="95" name="Text 92"/>
          <p:cNvSpPr/>
          <p:nvPr/>
        </p:nvSpPr>
        <p:spPr>
          <a:xfrm>
            <a:off x="8216595" y="952500"/>
            <a:ext cx="44753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1380" dirty="0"/>
          </a:p>
        </p:txBody>
      </p:sp>
      <p:sp>
        <p:nvSpPr>
          <p:cNvPr id="96" name="Text 93"/>
          <p:cNvSpPr/>
          <p:nvPr/>
        </p:nvSpPr>
        <p:spPr>
          <a:xfrm>
            <a:off x="495288" y="1715244"/>
            <a:ext cx="224062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6257769" y="1696194"/>
            <a:ext cx="1120237" cy="13335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7844278" y="2420094"/>
            <a:ext cx="1674531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432" dirty="0"/>
          </a:p>
        </p:txBody>
      </p:sp>
      <p:sp>
        <p:nvSpPr>
          <p:cNvPr id="99" name="Text 96"/>
          <p:cNvSpPr/>
          <p:nvPr/>
        </p:nvSpPr>
        <p:spPr>
          <a:xfrm>
            <a:off x="9470036" y="2420094"/>
            <a:ext cx="1674531" cy="57150"/>
          </a:xfrm>
          <a:prstGeom prst="rect">
            <a:avLst/>
          </a:prstGeom>
          <a:noFill/>
          <a:ln/>
        </p:spPr>
        <p:txBody>
          <a:bodyPr wrap="square" lIns="0" tIns="19050" rIns="19050" bIns="0" rtlCol="0" anchor="ctr"/>
          <a:lstStyle/>
          <a:p>
            <a:pPr algn="r" indent="0" marL="0">
              <a:buNone/>
            </a:pPr>
            <a:r>
              <a:rPr lang="en-US" sz="43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432" dirty="0"/>
          </a:p>
        </p:txBody>
      </p:sp>
      <p:sp>
        <p:nvSpPr>
          <p:cNvPr id="100" name="Text 97"/>
          <p:cNvSpPr/>
          <p:nvPr/>
        </p:nvSpPr>
        <p:spPr>
          <a:xfrm>
            <a:off x="9273649" y="18295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9273649" y="192479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9273649" y="2020044"/>
            <a:ext cx="1008183" cy="85725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533387" y="952500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13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1871" y="6051203"/>
            <a:ext cx="6140242" cy="46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equipo que rinde: el equipo creció de 15 a 21 asesores (+40 %), pero la productividad media bajó de 150 a 110 pólizas/asesor. El top 5 concentra el 37 % de las ventas (4.279 pólizas): el reto del 2S no es sumar gente, es nivelar al resto hacia ese estándar.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857229" y="1028700"/>
            <a:ext cx="298453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Equipo activo a junio (21 asesores) · histórico ene–jun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809605" y="6534150"/>
            <a:ext cx="2227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4.279 pólizas (37 %)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semestre.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7229" y="5943600"/>
            <a:ext cx="2183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Lectura del equipo </a:t>
            </a:r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asesores activos por mes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3259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1151454" y="3139083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9" name="Text 6"/>
          <p:cNvSpPr/>
          <p:nvPr/>
        </p:nvSpPr>
        <p:spPr>
          <a:xfrm>
            <a:off x="1151454" y="4812060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1151454" y="2040136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151454" y="2226022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151454" y="1668363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151454" y="3510855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151454" y="1483072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151454" y="2953196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151454" y="3324969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151454" y="2767310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151454" y="4068514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151454" y="3696742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151454" y="1854250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151454" y="5183832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151454" y="4254401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151454" y="4626173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151454" y="2401342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151454" y="4997946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151454" y="3882628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151454" y="2581424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1151454" y="4440287"/>
            <a:ext cx="3302768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1151454" y="1276350"/>
            <a:ext cx="3302768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8764302" y="5364956"/>
            <a:ext cx="923720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13.499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8764302" y="1276350"/>
            <a:ext cx="923720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10753681" y="1478310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1.844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0753681" y="1663601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1.510</a:t>
            </a:r>
            <a:endParaRPr lang="en-US" sz="660" dirty="0"/>
          </a:p>
        </p:txBody>
      </p:sp>
      <p:sp>
        <p:nvSpPr>
          <p:cNvPr id="34" name="Text 31"/>
          <p:cNvSpPr/>
          <p:nvPr/>
        </p:nvSpPr>
        <p:spPr>
          <a:xfrm>
            <a:off x="10753681" y="1849487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1.354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0753681" y="2035373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1.273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10753681" y="2221260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1.330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10753681" y="2401342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1.326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10753681" y="2581424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1.214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10753681" y="2767310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1.235</a:t>
            </a:r>
            <a:endParaRPr lang="en-US" sz="660" dirty="0"/>
          </a:p>
        </p:txBody>
      </p:sp>
      <p:sp>
        <p:nvSpPr>
          <p:cNvPr id="40" name="Text 37"/>
          <p:cNvSpPr/>
          <p:nvPr/>
        </p:nvSpPr>
        <p:spPr>
          <a:xfrm>
            <a:off x="10753681" y="2953196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1.146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0753681" y="3324969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1.090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1151454" y="5364956"/>
            <a:ext cx="3302768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43" name="Text 40"/>
          <p:cNvSpPr/>
          <p:nvPr/>
        </p:nvSpPr>
        <p:spPr>
          <a:xfrm>
            <a:off x="4335920" y="5364956"/>
            <a:ext cx="758935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2.109</a:t>
            </a:r>
            <a:endParaRPr lang="en-US" sz="696" dirty="0"/>
          </a:p>
        </p:txBody>
      </p:sp>
      <p:sp>
        <p:nvSpPr>
          <p:cNvPr id="44" name="Text 41"/>
          <p:cNvSpPr/>
          <p:nvPr/>
        </p:nvSpPr>
        <p:spPr>
          <a:xfrm>
            <a:off x="5072727" y="5364956"/>
            <a:ext cx="75970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2.344</a:t>
            </a:r>
            <a:endParaRPr lang="en-US" sz="696" dirty="0"/>
          </a:p>
        </p:txBody>
      </p:sp>
      <p:sp>
        <p:nvSpPr>
          <p:cNvPr id="45" name="Text 42"/>
          <p:cNvSpPr/>
          <p:nvPr/>
        </p:nvSpPr>
        <p:spPr>
          <a:xfrm>
            <a:off x="5810480" y="5364956"/>
            <a:ext cx="75356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2.313</a:t>
            </a:r>
            <a:endParaRPr lang="en-US" sz="696" dirty="0"/>
          </a:p>
        </p:txBody>
      </p:sp>
      <p:sp>
        <p:nvSpPr>
          <p:cNvPr id="46" name="Text 43"/>
          <p:cNvSpPr/>
          <p:nvPr/>
        </p:nvSpPr>
        <p:spPr>
          <a:xfrm>
            <a:off x="6542020" y="5364956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2.235</a:t>
            </a:r>
            <a:endParaRPr lang="en-US" sz="696" dirty="0"/>
          </a:p>
        </p:txBody>
      </p:sp>
      <p:sp>
        <p:nvSpPr>
          <p:cNvPr id="47" name="Text 44"/>
          <p:cNvSpPr/>
          <p:nvPr/>
        </p:nvSpPr>
        <p:spPr>
          <a:xfrm>
            <a:off x="7275351" y="5364956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2.184</a:t>
            </a:r>
            <a:endParaRPr lang="en-US" sz="696" dirty="0"/>
          </a:p>
        </p:txBody>
      </p:sp>
      <p:sp>
        <p:nvSpPr>
          <p:cNvPr id="48" name="Text 45"/>
          <p:cNvSpPr/>
          <p:nvPr/>
        </p:nvSpPr>
        <p:spPr>
          <a:xfrm>
            <a:off x="8043155" y="5364956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49" name="Text 46"/>
          <p:cNvSpPr/>
          <p:nvPr/>
        </p:nvSpPr>
        <p:spPr>
          <a:xfrm>
            <a:off x="809605" y="55435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</a:t>
            </a:r>
            <a:endParaRPr lang="en-US" sz="648" dirty="0"/>
          </a:p>
        </p:txBody>
      </p:sp>
      <p:sp>
        <p:nvSpPr>
          <p:cNvPr id="50" name="Text 47"/>
          <p:cNvSpPr/>
          <p:nvPr/>
        </p:nvSpPr>
        <p:spPr>
          <a:xfrm>
            <a:off x="4335920" y="1276350"/>
            <a:ext cx="758935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5072727" y="1276350"/>
            <a:ext cx="759701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5810480" y="1276350"/>
            <a:ext cx="753569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542020" y="1276350"/>
            <a:ext cx="756329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7275351" y="1276350"/>
            <a:ext cx="789592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8043155" y="1276350"/>
            <a:ext cx="748051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335920" y="1478310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5072727" y="1478310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5810480" y="1478310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6542020" y="1478310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7275351" y="1478310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8043155" y="1478310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8764302" y="1478310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219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9672052" y="1478310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10203727" y="1478310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4335920" y="1663601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5072727" y="1663601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5810480" y="1663601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6542020" y="1663601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7275351" y="1663601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8043155" y="1663601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8764302" y="1663601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9672052" y="1663601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10203727" y="1663601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4335920" y="1849487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5072727" y="1849487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5810480" y="1849487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6542020" y="1849487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7275351" y="1849487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8043155" y="1849487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8764302" y="1849487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160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9672052" y="1849487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10203727" y="1849487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4335920" y="2035373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5072727" y="2035373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5810480" y="2035373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6542020" y="2035373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7275351" y="2035373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8043155" y="2035373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9672052" y="2035373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0" name="Text 87"/>
          <p:cNvSpPr/>
          <p:nvPr/>
        </p:nvSpPr>
        <p:spPr>
          <a:xfrm>
            <a:off x="10203727" y="2035373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60" dirty="0"/>
          </a:p>
        </p:txBody>
      </p:sp>
      <p:sp>
        <p:nvSpPr>
          <p:cNvPr id="91" name="Text 88"/>
          <p:cNvSpPr/>
          <p:nvPr/>
        </p:nvSpPr>
        <p:spPr>
          <a:xfrm>
            <a:off x="4335920" y="2221260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92" name="Text 89"/>
          <p:cNvSpPr/>
          <p:nvPr/>
        </p:nvSpPr>
        <p:spPr>
          <a:xfrm>
            <a:off x="5072727" y="2221260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3" name="Text 90"/>
          <p:cNvSpPr/>
          <p:nvPr/>
        </p:nvSpPr>
        <p:spPr>
          <a:xfrm>
            <a:off x="5810480" y="2221260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6542020" y="2221260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7275351" y="2221260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8043155" y="2221260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8764302" y="2221260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162</a:t>
            </a:r>
            <a:endParaRPr lang="en-US" sz="660" dirty="0"/>
          </a:p>
        </p:txBody>
      </p:sp>
      <p:sp>
        <p:nvSpPr>
          <p:cNvPr id="98" name="Text 95"/>
          <p:cNvSpPr/>
          <p:nvPr/>
        </p:nvSpPr>
        <p:spPr>
          <a:xfrm>
            <a:off x="9672052" y="2221260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10203727" y="2221260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60" dirty="0"/>
          </a:p>
        </p:txBody>
      </p:sp>
      <p:sp>
        <p:nvSpPr>
          <p:cNvPr id="100" name="Text 97"/>
          <p:cNvSpPr/>
          <p:nvPr/>
        </p:nvSpPr>
        <p:spPr>
          <a:xfrm>
            <a:off x="4335920" y="2401342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5072727" y="2401342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5810480" y="2401342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6542020" y="2401342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8043155" y="2401342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105" name="Text 102"/>
          <p:cNvSpPr/>
          <p:nvPr/>
        </p:nvSpPr>
        <p:spPr>
          <a:xfrm>
            <a:off x="8764302" y="2401342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9672052" y="2401342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07" name="Text 104"/>
          <p:cNvSpPr/>
          <p:nvPr/>
        </p:nvSpPr>
        <p:spPr>
          <a:xfrm>
            <a:off x="10203727" y="2401342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4335920" y="2581424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5072727" y="2581424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5810480" y="2581424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6542020" y="2581424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7275351" y="2576661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13" name="Text 110"/>
          <p:cNvSpPr/>
          <p:nvPr/>
        </p:nvSpPr>
        <p:spPr>
          <a:xfrm>
            <a:off x="8043155" y="2576661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14" name="Text 111"/>
          <p:cNvSpPr/>
          <p:nvPr/>
        </p:nvSpPr>
        <p:spPr>
          <a:xfrm>
            <a:off x="8764302" y="2581424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5" name="Text 112"/>
          <p:cNvSpPr/>
          <p:nvPr/>
        </p:nvSpPr>
        <p:spPr>
          <a:xfrm>
            <a:off x="9672052" y="2581424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4335920" y="2767310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117" name="Text 114"/>
          <p:cNvSpPr/>
          <p:nvPr/>
        </p:nvSpPr>
        <p:spPr>
          <a:xfrm>
            <a:off x="5072727" y="2767310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5810480" y="2767310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119" name="Text 116"/>
          <p:cNvSpPr/>
          <p:nvPr/>
        </p:nvSpPr>
        <p:spPr>
          <a:xfrm>
            <a:off x="6542020" y="2767310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20" name="Text 117"/>
          <p:cNvSpPr/>
          <p:nvPr/>
        </p:nvSpPr>
        <p:spPr>
          <a:xfrm>
            <a:off x="7275351" y="2767310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1" name="Text 118"/>
          <p:cNvSpPr/>
          <p:nvPr/>
        </p:nvSpPr>
        <p:spPr>
          <a:xfrm>
            <a:off x="8043155" y="2762548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8764302" y="2767310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123" name="Text 120"/>
          <p:cNvSpPr/>
          <p:nvPr/>
        </p:nvSpPr>
        <p:spPr>
          <a:xfrm>
            <a:off x="9672052" y="2767310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</a:t>
            </a:r>
            <a:endParaRPr lang="en-US" sz="660" dirty="0"/>
          </a:p>
        </p:txBody>
      </p:sp>
      <p:sp>
        <p:nvSpPr>
          <p:cNvPr id="124" name="Text 121"/>
          <p:cNvSpPr/>
          <p:nvPr/>
        </p:nvSpPr>
        <p:spPr>
          <a:xfrm>
            <a:off x="10203727" y="2767310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4335920" y="2953196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5072727" y="2953196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27" name="Text 124"/>
          <p:cNvSpPr/>
          <p:nvPr/>
        </p:nvSpPr>
        <p:spPr>
          <a:xfrm>
            <a:off x="5810480" y="2953196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6542020" y="2948434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29" name="Text 126"/>
          <p:cNvSpPr/>
          <p:nvPr/>
        </p:nvSpPr>
        <p:spPr>
          <a:xfrm>
            <a:off x="7275351" y="2953196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30" name="Text 127"/>
          <p:cNvSpPr/>
          <p:nvPr/>
        </p:nvSpPr>
        <p:spPr>
          <a:xfrm>
            <a:off x="8043155" y="2948434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31" name="Text 128"/>
          <p:cNvSpPr/>
          <p:nvPr/>
        </p:nvSpPr>
        <p:spPr>
          <a:xfrm>
            <a:off x="8764302" y="2953196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32" name="Text 129"/>
          <p:cNvSpPr/>
          <p:nvPr/>
        </p:nvSpPr>
        <p:spPr>
          <a:xfrm>
            <a:off x="4335920" y="3139083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5072727" y="3139083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5810480" y="3139083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6542020" y="3139083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36" name="Text 133"/>
          <p:cNvSpPr/>
          <p:nvPr/>
        </p:nvSpPr>
        <p:spPr>
          <a:xfrm>
            <a:off x="7275351" y="3134320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37" name="Text 134"/>
          <p:cNvSpPr/>
          <p:nvPr/>
        </p:nvSpPr>
        <p:spPr>
          <a:xfrm>
            <a:off x="8764302" y="3139083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10753681" y="3139083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879</a:t>
            </a:r>
            <a:endParaRPr lang="en-US" sz="660" dirty="0"/>
          </a:p>
        </p:txBody>
      </p:sp>
      <p:sp>
        <p:nvSpPr>
          <p:cNvPr id="139" name="Text 136"/>
          <p:cNvSpPr/>
          <p:nvPr/>
        </p:nvSpPr>
        <p:spPr>
          <a:xfrm>
            <a:off x="4335920" y="3320207"/>
            <a:ext cx="758935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40" name="Text 137"/>
          <p:cNvSpPr/>
          <p:nvPr/>
        </p:nvSpPr>
        <p:spPr>
          <a:xfrm>
            <a:off x="5072727" y="3324969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5810480" y="3324969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6542020" y="3324969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43" name="Text 140"/>
          <p:cNvSpPr/>
          <p:nvPr/>
        </p:nvSpPr>
        <p:spPr>
          <a:xfrm>
            <a:off x="7275351" y="3320207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44" name="Text 141"/>
          <p:cNvSpPr/>
          <p:nvPr/>
        </p:nvSpPr>
        <p:spPr>
          <a:xfrm>
            <a:off x="8764302" y="3324969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9672052" y="3324969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60" dirty="0"/>
          </a:p>
        </p:txBody>
      </p:sp>
      <p:sp>
        <p:nvSpPr>
          <p:cNvPr id="146" name="Text 143"/>
          <p:cNvSpPr/>
          <p:nvPr/>
        </p:nvSpPr>
        <p:spPr>
          <a:xfrm>
            <a:off x="4335920" y="3510855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47" name="Text 144"/>
          <p:cNvSpPr/>
          <p:nvPr/>
        </p:nvSpPr>
        <p:spPr>
          <a:xfrm>
            <a:off x="5072727" y="3506093"/>
            <a:ext cx="75970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48" name="Text 145"/>
          <p:cNvSpPr/>
          <p:nvPr/>
        </p:nvSpPr>
        <p:spPr>
          <a:xfrm>
            <a:off x="6542020" y="3506093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49" name="Text 146"/>
          <p:cNvSpPr/>
          <p:nvPr/>
        </p:nvSpPr>
        <p:spPr>
          <a:xfrm>
            <a:off x="8043155" y="3506093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50" name="Text 147"/>
          <p:cNvSpPr/>
          <p:nvPr/>
        </p:nvSpPr>
        <p:spPr>
          <a:xfrm>
            <a:off x="8764302" y="3510855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660" dirty="0"/>
          </a:p>
        </p:txBody>
      </p:sp>
      <p:sp>
        <p:nvSpPr>
          <p:cNvPr id="151" name="Text 148"/>
          <p:cNvSpPr/>
          <p:nvPr/>
        </p:nvSpPr>
        <p:spPr>
          <a:xfrm>
            <a:off x="10753681" y="3510855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926</a:t>
            </a:r>
            <a:endParaRPr lang="en-US" sz="660" dirty="0"/>
          </a:p>
        </p:txBody>
      </p:sp>
      <p:sp>
        <p:nvSpPr>
          <p:cNvPr id="152" name="Text 149"/>
          <p:cNvSpPr/>
          <p:nvPr/>
        </p:nvSpPr>
        <p:spPr>
          <a:xfrm>
            <a:off x="4335920" y="3696742"/>
            <a:ext cx="75893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53" name="Text 150"/>
          <p:cNvSpPr/>
          <p:nvPr/>
        </p:nvSpPr>
        <p:spPr>
          <a:xfrm>
            <a:off x="5072727" y="3696742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54" name="Text 151"/>
          <p:cNvSpPr/>
          <p:nvPr/>
        </p:nvSpPr>
        <p:spPr>
          <a:xfrm>
            <a:off x="5810480" y="3696742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55" name="Text 152"/>
          <p:cNvSpPr/>
          <p:nvPr/>
        </p:nvSpPr>
        <p:spPr>
          <a:xfrm>
            <a:off x="9672052" y="3696742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</a:t>
            </a:r>
            <a:endParaRPr lang="en-US" sz="660" dirty="0"/>
          </a:p>
        </p:txBody>
      </p:sp>
      <p:sp>
        <p:nvSpPr>
          <p:cNvPr id="156" name="Text 153"/>
          <p:cNvSpPr/>
          <p:nvPr/>
        </p:nvSpPr>
        <p:spPr>
          <a:xfrm>
            <a:off x="10203727" y="3696742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60" dirty="0"/>
          </a:p>
        </p:txBody>
      </p:sp>
      <p:sp>
        <p:nvSpPr>
          <p:cNvPr id="157" name="Text 154"/>
          <p:cNvSpPr/>
          <p:nvPr/>
        </p:nvSpPr>
        <p:spPr>
          <a:xfrm>
            <a:off x="10753681" y="3696742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899</a:t>
            </a:r>
            <a:endParaRPr lang="en-US" sz="660" dirty="0"/>
          </a:p>
        </p:txBody>
      </p:sp>
      <p:sp>
        <p:nvSpPr>
          <p:cNvPr id="158" name="Text 155"/>
          <p:cNvSpPr/>
          <p:nvPr/>
        </p:nvSpPr>
        <p:spPr>
          <a:xfrm>
            <a:off x="4335920" y="3877866"/>
            <a:ext cx="758935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59" name="Text 156"/>
          <p:cNvSpPr/>
          <p:nvPr/>
        </p:nvSpPr>
        <p:spPr>
          <a:xfrm>
            <a:off x="5072727" y="3882628"/>
            <a:ext cx="75970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60" name="Text 157"/>
          <p:cNvSpPr/>
          <p:nvPr/>
        </p:nvSpPr>
        <p:spPr>
          <a:xfrm>
            <a:off x="6542020" y="3877866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61" name="Text 158"/>
          <p:cNvSpPr/>
          <p:nvPr/>
        </p:nvSpPr>
        <p:spPr>
          <a:xfrm>
            <a:off x="8764302" y="3882628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60" dirty="0"/>
          </a:p>
        </p:txBody>
      </p:sp>
      <p:sp>
        <p:nvSpPr>
          <p:cNvPr id="162" name="Text 159"/>
          <p:cNvSpPr/>
          <p:nvPr/>
        </p:nvSpPr>
        <p:spPr>
          <a:xfrm>
            <a:off x="10753681" y="3882628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163" name="Text 160"/>
          <p:cNvSpPr/>
          <p:nvPr/>
        </p:nvSpPr>
        <p:spPr>
          <a:xfrm>
            <a:off x="5810480" y="4068514"/>
            <a:ext cx="75356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64" name="Text 161"/>
          <p:cNvSpPr/>
          <p:nvPr/>
        </p:nvSpPr>
        <p:spPr>
          <a:xfrm>
            <a:off x="6542020" y="4068514"/>
            <a:ext cx="75632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65" name="Text 162"/>
          <p:cNvSpPr/>
          <p:nvPr/>
        </p:nvSpPr>
        <p:spPr>
          <a:xfrm>
            <a:off x="7275351" y="4063752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66" name="Text 163"/>
          <p:cNvSpPr/>
          <p:nvPr/>
        </p:nvSpPr>
        <p:spPr>
          <a:xfrm>
            <a:off x="8043155" y="4063752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67" name="Text 164"/>
          <p:cNvSpPr/>
          <p:nvPr/>
        </p:nvSpPr>
        <p:spPr>
          <a:xfrm>
            <a:off x="8764302" y="4068514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168" name="Text 165"/>
          <p:cNvSpPr/>
          <p:nvPr/>
        </p:nvSpPr>
        <p:spPr>
          <a:xfrm>
            <a:off x="9672052" y="4068514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</a:t>
            </a:r>
            <a:endParaRPr lang="en-US" sz="660" dirty="0"/>
          </a:p>
        </p:txBody>
      </p:sp>
      <p:sp>
        <p:nvSpPr>
          <p:cNvPr id="169" name="Text 166"/>
          <p:cNvSpPr/>
          <p:nvPr/>
        </p:nvSpPr>
        <p:spPr>
          <a:xfrm>
            <a:off x="10203727" y="4068514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</a:t>
            </a:r>
            <a:endParaRPr lang="en-US" sz="660" dirty="0"/>
          </a:p>
        </p:txBody>
      </p:sp>
      <p:sp>
        <p:nvSpPr>
          <p:cNvPr id="170" name="Text 167"/>
          <p:cNvSpPr/>
          <p:nvPr/>
        </p:nvSpPr>
        <p:spPr>
          <a:xfrm>
            <a:off x="10753681" y="4068514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964</a:t>
            </a:r>
            <a:endParaRPr lang="en-US" sz="660" dirty="0"/>
          </a:p>
        </p:txBody>
      </p:sp>
      <p:sp>
        <p:nvSpPr>
          <p:cNvPr id="171" name="Text 168"/>
          <p:cNvSpPr/>
          <p:nvPr/>
        </p:nvSpPr>
        <p:spPr>
          <a:xfrm>
            <a:off x="5810480" y="4249638"/>
            <a:ext cx="75356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72" name="Text 169"/>
          <p:cNvSpPr/>
          <p:nvPr/>
        </p:nvSpPr>
        <p:spPr>
          <a:xfrm>
            <a:off x="7275351" y="4249638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73" name="Text 170"/>
          <p:cNvSpPr/>
          <p:nvPr/>
        </p:nvSpPr>
        <p:spPr>
          <a:xfrm>
            <a:off x="8043155" y="4249638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74" name="Text 171"/>
          <p:cNvSpPr/>
          <p:nvPr/>
        </p:nvSpPr>
        <p:spPr>
          <a:xfrm>
            <a:off x="8764302" y="4254401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60" dirty="0"/>
          </a:p>
        </p:txBody>
      </p:sp>
      <p:sp>
        <p:nvSpPr>
          <p:cNvPr id="175" name="Text 172"/>
          <p:cNvSpPr/>
          <p:nvPr/>
        </p:nvSpPr>
        <p:spPr>
          <a:xfrm>
            <a:off x="10753681" y="4254401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753</a:t>
            </a:r>
            <a:endParaRPr lang="en-US" sz="660" dirty="0"/>
          </a:p>
        </p:txBody>
      </p:sp>
      <p:sp>
        <p:nvSpPr>
          <p:cNvPr id="176" name="Text 173"/>
          <p:cNvSpPr/>
          <p:nvPr/>
        </p:nvSpPr>
        <p:spPr>
          <a:xfrm>
            <a:off x="7275351" y="4435525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77" name="Text 174"/>
          <p:cNvSpPr/>
          <p:nvPr/>
        </p:nvSpPr>
        <p:spPr>
          <a:xfrm>
            <a:off x="8043155" y="4435525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78" name="Text 175"/>
          <p:cNvSpPr/>
          <p:nvPr/>
        </p:nvSpPr>
        <p:spPr>
          <a:xfrm>
            <a:off x="8764302" y="4440287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60" dirty="0"/>
          </a:p>
        </p:txBody>
      </p:sp>
      <p:sp>
        <p:nvSpPr>
          <p:cNvPr id="179" name="Text 176"/>
          <p:cNvSpPr/>
          <p:nvPr/>
        </p:nvSpPr>
        <p:spPr>
          <a:xfrm>
            <a:off x="10203727" y="4440287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</a:t>
            </a:r>
            <a:endParaRPr lang="en-US" sz="660" dirty="0"/>
          </a:p>
        </p:txBody>
      </p:sp>
      <p:sp>
        <p:nvSpPr>
          <p:cNvPr id="180" name="Text 177"/>
          <p:cNvSpPr/>
          <p:nvPr/>
        </p:nvSpPr>
        <p:spPr>
          <a:xfrm>
            <a:off x="10753681" y="4440287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543</a:t>
            </a:r>
            <a:endParaRPr lang="en-US" sz="660" dirty="0"/>
          </a:p>
        </p:txBody>
      </p:sp>
      <p:sp>
        <p:nvSpPr>
          <p:cNvPr id="181" name="Text 178"/>
          <p:cNvSpPr/>
          <p:nvPr/>
        </p:nvSpPr>
        <p:spPr>
          <a:xfrm>
            <a:off x="8764302" y="4626173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</a:t>
            </a:r>
            <a:endParaRPr lang="en-US" sz="660" dirty="0"/>
          </a:p>
        </p:txBody>
      </p:sp>
      <p:sp>
        <p:nvSpPr>
          <p:cNvPr id="182" name="Text 179"/>
          <p:cNvSpPr/>
          <p:nvPr/>
        </p:nvSpPr>
        <p:spPr>
          <a:xfrm>
            <a:off x="10753681" y="4626173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660" dirty="0"/>
          </a:p>
        </p:txBody>
      </p:sp>
      <p:sp>
        <p:nvSpPr>
          <p:cNvPr id="183" name="Text 180"/>
          <p:cNvSpPr/>
          <p:nvPr/>
        </p:nvSpPr>
        <p:spPr>
          <a:xfrm>
            <a:off x="8764302" y="4812060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60" dirty="0"/>
          </a:p>
        </p:txBody>
      </p:sp>
      <p:sp>
        <p:nvSpPr>
          <p:cNvPr id="184" name="Text 181"/>
          <p:cNvSpPr/>
          <p:nvPr/>
        </p:nvSpPr>
        <p:spPr>
          <a:xfrm>
            <a:off x="10753681" y="4812060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350</a:t>
            </a:r>
            <a:endParaRPr lang="en-US" sz="660" dirty="0"/>
          </a:p>
        </p:txBody>
      </p:sp>
      <p:sp>
        <p:nvSpPr>
          <p:cNvPr id="185" name="Text 182"/>
          <p:cNvSpPr/>
          <p:nvPr/>
        </p:nvSpPr>
        <p:spPr>
          <a:xfrm>
            <a:off x="734737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24" dirty="0"/>
          </a:p>
        </p:txBody>
      </p:sp>
      <p:sp>
        <p:nvSpPr>
          <p:cNvPr id="186" name="Text 183"/>
          <p:cNvSpPr/>
          <p:nvPr/>
        </p:nvSpPr>
        <p:spPr>
          <a:xfrm>
            <a:off x="104032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24" dirty="0"/>
          </a:p>
        </p:txBody>
      </p:sp>
      <p:sp>
        <p:nvSpPr>
          <p:cNvPr id="187" name="Text 184"/>
          <p:cNvSpPr/>
          <p:nvPr/>
        </p:nvSpPr>
        <p:spPr>
          <a:xfrm>
            <a:off x="1343848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88" name="Text 185"/>
          <p:cNvSpPr/>
          <p:nvPr/>
        </p:nvSpPr>
        <p:spPr>
          <a:xfrm>
            <a:off x="1653851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24" dirty="0"/>
          </a:p>
        </p:txBody>
      </p:sp>
      <p:sp>
        <p:nvSpPr>
          <p:cNvPr id="189" name="Text 186"/>
          <p:cNvSpPr/>
          <p:nvPr/>
        </p:nvSpPr>
        <p:spPr>
          <a:xfrm>
            <a:off x="1946965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24" dirty="0"/>
          </a:p>
        </p:txBody>
      </p:sp>
      <p:sp>
        <p:nvSpPr>
          <p:cNvPr id="190" name="Text 187"/>
          <p:cNvSpPr/>
          <p:nvPr/>
        </p:nvSpPr>
        <p:spPr>
          <a:xfrm>
            <a:off x="226296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91" name="Text 188"/>
          <p:cNvSpPr/>
          <p:nvPr/>
        </p:nvSpPr>
        <p:spPr>
          <a:xfrm>
            <a:off x="8764302" y="2035373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660" dirty="0"/>
          </a:p>
        </p:txBody>
      </p:sp>
      <p:sp>
        <p:nvSpPr>
          <p:cNvPr id="192" name="Text 189"/>
          <p:cNvSpPr/>
          <p:nvPr/>
        </p:nvSpPr>
        <p:spPr>
          <a:xfrm>
            <a:off x="7275351" y="2401342"/>
            <a:ext cx="78959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93" name="Text 190"/>
          <p:cNvSpPr/>
          <p:nvPr/>
        </p:nvSpPr>
        <p:spPr>
          <a:xfrm>
            <a:off x="10203727" y="2581424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</a:t>
            </a:r>
            <a:endParaRPr lang="en-US" sz="660" dirty="0"/>
          </a:p>
        </p:txBody>
      </p:sp>
      <p:sp>
        <p:nvSpPr>
          <p:cNvPr id="194" name="Text 191"/>
          <p:cNvSpPr/>
          <p:nvPr/>
        </p:nvSpPr>
        <p:spPr>
          <a:xfrm>
            <a:off x="9672052" y="2953196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60" dirty="0"/>
          </a:p>
        </p:txBody>
      </p:sp>
      <p:sp>
        <p:nvSpPr>
          <p:cNvPr id="195" name="Text 192"/>
          <p:cNvSpPr/>
          <p:nvPr/>
        </p:nvSpPr>
        <p:spPr>
          <a:xfrm>
            <a:off x="10203727" y="2953196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</a:t>
            </a:r>
            <a:endParaRPr lang="en-US" sz="660" dirty="0"/>
          </a:p>
        </p:txBody>
      </p:sp>
      <p:sp>
        <p:nvSpPr>
          <p:cNvPr id="196" name="Text 193"/>
          <p:cNvSpPr/>
          <p:nvPr/>
        </p:nvSpPr>
        <p:spPr>
          <a:xfrm>
            <a:off x="691434" y="3139083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97" name="Text 194"/>
          <p:cNvSpPr/>
          <p:nvPr/>
        </p:nvSpPr>
        <p:spPr>
          <a:xfrm>
            <a:off x="8043155" y="3134320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98" name="Text 195"/>
          <p:cNvSpPr/>
          <p:nvPr/>
        </p:nvSpPr>
        <p:spPr>
          <a:xfrm>
            <a:off x="691434" y="3324969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99" name="Text 196"/>
          <p:cNvSpPr/>
          <p:nvPr/>
        </p:nvSpPr>
        <p:spPr>
          <a:xfrm>
            <a:off x="8043155" y="3324969"/>
            <a:ext cx="74805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200" name="Text 197"/>
          <p:cNvSpPr/>
          <p:nvPr/>
        </p:nvSpPr>
        <p:spPr>
          <a:xfrm>
            <a:off x="10203727" y="3324969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60" dirty="0"/>
          </a:p>
        </p:txBody>
      </p:sp>
      <p:sp>
        <p:nvSpPr>
          <p:cNvPr id="201" name="Text 198"/>
          <p:cNvSpPr/>
          <p:nvPr/>
        </p:nvSpPr>
        <p:spPr>
          <a:xfrm>
            <a:off x="691434" y="3510855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202" name="Text 199"/>
          <p:cNvSpPr/>
          <p:nvPr/>
        </p:nvSpPr>
        <p:spPr>
          <a:xfrm>
            <a:off x="5810480" y="3506093"/>
            <a:ext cx="75356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203" name="Text 200"/>
          <p:cNvSpPr/>
          <p:nvPr/>
        </p:nvSpPr>
        <p:spPr>
          <a:xfrm>
            <a:off x="7275351" y="3506093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204" name="Text 201"/>
          <p:cNvSpPr/>
          <p:nvPr/>
        </p:nvSpPr>
        <p:spPr>
          <a:xfrm>
            <a:off x="9672052" y="3510855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60" dirty="0"/>
          </a:p>
        </p:txBody>
      </p:sp>
      <p:sp>
        <p:nvSpPr>
          <p:cNvPr id="205" name="Text 202"/>
          <p:cNvSpPr/>
          <p:nvPr/>
        </p:nvSpPr>
        <p:spPr>
          <a:xfrm>
            <a:off x="10203727" y="3510855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</a:t>
            </a:r>
            <a:endParaRPr lang="en-US" sz="660" dirty="0"/>
          </a:p>
        </p:txBody>
      </p:sp>
      <p:sp>
        <p:nvSpPr>
          <p:cNvPr id="206" name="Text 203"/>
          <p:cNvSpPr/>
          <p:nvPr/>
        </p:nvSpPr>
        <p:spPr>
          <a:xfrm>
            <a:off x="691434" y="3696742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207" name="Text 204"/>
          <p:cNvSpPr/>
          <p:nvPr/>
        </p:nvSpPr>
        <p:spPr>
          <a:xfrm>
            <a:off x="6542020" y="3691979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208" name="Text 205"/>
          <p:cNvSpPr/>
          <p:nvPr/>
        </p:nvSpPr>
        <p:spPr>
          <a:xfrm>
            <a:off x="7275351" y="3691979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209" name="Text 206"/>
          <p:cNvSpPr/>
          <p:nvPr/>
        </p:nvSpPr>
        <p:spPr>
          <a:xfrm>
            <a:off x="8043155" y="3691979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210" name="Text 207"/>
          <p:cNvSpPr/>
          <p:nvPr/>
        </p:nvSpPr>
        <p:spPr>
          <a:xfrm>
            <a:off x="8764302" y="3696742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660" dirty="0"/>
          </a:p>
        </p:txBody>
      </p:sp>
      <p:sp>
        <p:nvSpPr>
          <p:cNvPr id="211" name="Text 208"/>
          <p:cNvSpPr/>
          <p:nvPr/>
        </p:nvSpPr>
        <p:spPr>
          <a:xfrm>
            <a:off x="691434" y="3882628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212" name="Text 209"/>
          <p:cNvSpPr/>
          <p:nvPr/>
        </p:nvSpPr>
        <p:spPr>
          <a:xfrm>
            <a:off x="5810480" y="3877866"/>
            <a:ext cx="75356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213" name="Text 210"/>
          <p:cNvSpPr/>
          <p:nvPr/>
        </p:nvSpPr>
        <p:spPr>
          <a:xfrm>
            <a:off x="7275351" y="3877866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214" name="Text 211"/>
          <p:cNvSpPr/>
          <p:nvPr/>
        </p:nvSpPr>
        <p:spPr>
          <a:xfrm>
            <a:off x="8043155" y="3877866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215" name="Text 212"/>
          <p:cNvSpPr/>
          <p:nvPr/>
        </p:nvSpPr>
        <p:spPr>
          <a:xfrm>
            <a:off x="9672052" y="3882628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216" name="Text 213"/>
          <p:cNvSpPr/>
          <p:nvPr/>
        </p:nvSpPr>
        <p:spPr>
          <a:xfrm>
            <a:off x="10203727" y="3882628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</a:t>
            </a:r>
            <a:endParaRPr lang="en-US" sz="660" dirty="0"/>
          </a:p>
        </p:txBody>
      </p:sp>
      <p:sp>
        <p:nvSpPr>
          <p:cNvPr id="217" name="Text 214"/>
          <p:cNvSpPr/>
          <p:nvPr/>
        </p:nvSpPr>
        <p:spPr>
          <a:xfrm>
            <a:off x="691434" y="4068514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218" name="Text 215"/>
          <p:cNvSpPr/>
          <p:nvPr/>
        </p:nvSpPr>
        <p:spPr>
          <a:xfrm>
            <a:off x="5072727" y="4063752"/>
            <a:ext cx="75970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219" name="Text 216"/>
          <p:cNvSpPr/>
          <p:nvPr/>
        </p:nvSpPr>
        <p:spPr>
          <a:xfrm>
            <a:off x="691434" y="4254401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220" name="Text 217"/>
          <p:cNvSpPr/>
          <p:nvPr/>
        </p:nvSpPr>
        <p:spPr>
          <a:xfrm>
            <a:off x="5072727" y="4249638"/>
            <a:ext cx="75970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221" name="Text 218"/>
          <p:cNvSpPr/>
          <p:nvPr/>
        </p:nvSpPr>
        <p:spPr>
          <a:xfrm>
            <a:off x="6542020" y="4249638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222" name="Text 219"/>
          <p:cNvSpPr/>
          <p:nvPr/>
        </p:nvSpPr>
        <p:spPr>
          <a:xfrm>
            <a:off x="9672052" y="4254401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</a:t>
            </a:r>
            <a:endParaRPr lang="en-US" sz="660" dirty="0"/>
          </a:p>
        </p:txBody>
      </p:sp>
      <p:sp>
        <p:nvSpPr>
          <p:cNvPr id="223" name="Text 220"/>
          <p:cNvSpPr/>
          <p:nvPr/>
        </p:nvSpPr>
        <p:spPr>
          <a:xfrm>
            <a:off x="10203727" y="4254401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660" dirty="0"/>
          </a:p>
        </p:txBody>
      </p:sp>
      <p:sp>
        <p:nvSpPr>
          <p:cNvPr id="224" name="Text 221"/>
          <p:cNvSpPr/>
          <p:nvPr/>
        </p:nvSpPr>
        <p:spPr>
          <a:xfrm>
            <a:off x="691434" y="4440287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225" name="Text 222"/>
          <p:cNvSpPr/>
          <p:nvPr/>
        </p:nvSpPr>
        <p:spPr>
          <a:xfrm>
            <a:off x="9672052" y="4440287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60" dirty="0"/>
          </a:p>
        </p:txBody>
      </p:sp>
      <p:sp>
        <p:nvSpPr>
          <p:cNvPr id="226" name="Text 223"/>
          <p:cNvSpPr/>
          <p:nvPr/>
        </p:nvSpPr>
        <p:spPr>
          <a:xfrm>
            <a:off x="691434" y="4626173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227" name="Text 224"/>
          <p:cNvSpPr/>
          <p:nvPr/>
        </p:nvSpPr>
        <p:spPr>
          <a:xfrm>
            <a:off x="6542020" y="4621411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228" name="Text 225"/>
          <p:cNvSpPr/>
          <p:nvPr/>
        </p:nvSpPr>
        <p:spPr>
          <a:xfrm>
            <a:off x="7275351" y="4621411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229" name="Text 226"/>
          <p:cNvSpPr/>
          <p:nvPr/>
        </p:nvSpPr>
        <p:spPr>
          <a:xfrm>
            <a:off x="8043155" y="4621411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230" name="Text 227"/>
          <p:cNvSpPr/>
          <p:nvPr/>
        </p:nvSpPr>
        <p:spPr>
          <a:xfrm>
            <a:off x="9672052" y="4626173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660" dirty="0"/>
          </a:p>
        </p:txBody>
      </p:sp>
      <p:sp>
        <p:nvSpPr>
          <p:cNvPr id="231" name="Text 228"/>
          <p:cNvSpPr/>
          <p:nvPr/>
        </p:nvSpPr>
        <p:spPr>
          <a:xfrm>
            <a:off x="691434" y="4812060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232" name="Text 229"/>
          <p:cNvSpPr/>
          <p:nvPr/>
        </p:nvSpPr>
        <p:spPr>
          <a:xfrm>
            <a:off x="8043155" y="4807297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233" name="Text 230"/>
          <p:cNvSpPr/>
          <p:nvPr/>
        </p:nvSpPr>
        <p:spPr>
          <a:xfrm>
            <a:off x="9672052" y="4812060"/>
            <a:ext cx="548315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</a:t>
            </a:r>
            <a:endParaRPr lang="en-US" sz="660" dirty="0"/>
          </a:p>
        </p:txBody>
      </p:sp>
      <p:sp>
        <p:nvSpPr>
          <p:cNvPr id="234" name="Text 231"/>
          <p:cNvSpPr/>
          <p:nvPr/>
        </p:nvSpPr>
        <p:spPr>
          <a:xfrm>
            <a:off x="10203727" y="4812060"/>
            <a:ext cx="571309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</a:t>
            </a:r>
            <a:endParaRPr lang="en-US" sz="660" dirty="0"/>
          </a:p>
        </p:txBody>
      </p:sp>
      <p:sp>
        <p:nvSpPr>
          <p:cNvPr id="235" name="Text 232"/>
          <p:cNvSpPr/>
          <p:nvPr/>
        </p:nvSpPr>
        <p:spPr>
          <a:xfrm>
            <a:off x="691434" y="4997946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236" name="Text 233"/>
          <p:cNvSpPr/>
          <p:nvPr/>
        </p:nvSpPr>
        <p:spPr>
          <a:xfrm>
            <a:off x="7275351" y="4993184"/>
            <a:ext cx="789592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237" name="Text 234"/>
          <p:cNvSpPr/>
          <p:nvPr/>
        </p:nvSpPr>
        <p:spPr>
          <a:xfrm>
            <a:off x="8043155" y="4993184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238" name="Text 235"/>
          <p:cNvSpPr/>
          <p:nvPr/>
        </p:nvSpPr>
        <p:spPr>
          <a:xfrm>
            <a:off x="10753681" y="4997946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239" name="Text 236"/>
          <p:cNvSpPr/>
          <p:nvPr/>
        </p:nvSpPr>
        <p:spPr>
          <a:xfrm>
            <a:off x="691434" y="5183832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240" name="Text 237"/>
          <p:cNvSpPr/>
          <p:nvPr/>
        </p:nvSpPr>
        <p:spPr>
          <a:xfrm>
            <a:off x="8043155" y="5179070"/>
            <a:ext cx="748051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241" name="Text 238"/>
          <p:cNvSpPr/>
          <p:nvPr/>
        </p:nvSpPr>
        <p:spPr>
          <a:xfrm>
            <a:off x="8764302" y="5183832"/>
            <a:ext cx="923720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660" dirty="0"/>
          </a:p>
        </p:txBody>
      </p:sp>
      <p:sp>
        <p:nvSpPr>
          <p:cNvPr id="242" name="Text 239"/>
          <p:cNvSpPr/>
          <p:nvPr/>
        </p:nvSpPr>
        <p:spPr>
          <a:xfrm>
            <a:off x="10753681" y="5183832"/>
            <a:ext cx="733182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660" dirty="0"/>
          </a:p>
        </p:txBody>
      </p:sp>
      <p:sp>
        <p:nvSpPr>
          <p:cNvPr id="243" name="Text 240"/>
          <p:cNvSpPr/>
          <p:nvPr/>
        </p:nvSpPr>
        <p:spPr>
          <a:xfrm>
            <a:off x="75429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68" dirty="0"/>
          </a:p>
        </p:txBody>
      </p:sp>
      <p:sp>
        <p:nvSpPr>
          <p:cNvPr id="244" name="Text 241"/>
          <p:cNvSpPr/>
          <p:nvPr/>
        </p:nvSpPr>
        <p:spPr>
          <a:xfrm>
            <a:off x="1058149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68" dirty="0"/>
          </a:p>
        </p:txBody>
      </p:sp>
      <p:sp>
        <p:nvSpPr>
          <p:cNvPr id="245" name="Text 242"/>
          <p:cNvSpPr/>
          <p:nvPr/>
        </p:nvSpPr>
        <p:spPr>
          <a:xfrm>
            <a:off x="1361359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68" dirty="0"/>
          </a:p>
        </p:txBody>
      </p:sp>
      <p:sp>
        <p:nvSpPr>
          <p:cNvPr id="246" name="Text 243"/>
          <p:cNvSpPr/>
          <p:nvPr/>
        </p:nvSpPr>
        <p:spPr>
          <a:xfrm>
            <a:off x="166252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247" name="Text 244"/>
          <p:cNvSpPr/>
          <p:nvPr/>
        </p:nvSpPr>
        <p:spPr>
          <a:xfrm>
            <a:off x="1967320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248" name="Text 245"/>
          <p:cNvSpPr/>
          <p:nvPr/>
        </p:nvSpPr>
        <p:spPr>
          <a:xfrm>
            <a:off x="2277156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68" dirty="0"/>
          </a:p>
        </p:txBody>
      </p:sp>
      <p:sp>
        <p:nvSpPr>
          <p:cNvPr id="249" name="Text 246"/>
          <p:cNvSpPr/>
          <p:nvPr/>
        </p:nvSpPr>
        <p:spPr>
          <a:xfrm>
            <a:off x="691434" y="1276350"/>
            <a:ext cx="460021" cy="1333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</a:t>
            </a:r>
            <a:endParaRPr lang="en-US" sz="888" dirty="0"/>
          </a:p>
        </p:txBody>
      </p:sp>
      <p:sp>
        <p:nvSpPr>
          <p:cNvPr id="250" name="Text 247"/>
          <p:cNvSpPr/>
          <p:nvPr/>
        </p:nvSpPr>
        <p:spPr>
          <a:xfrm>
            <a:off x="691434" y="1478310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624" dirty="0"/>
          </a:p>
        </p:txBody>
      </p:sp>
      <p:sp>
        <p:nvSpPr>
          <p:cNvPr id="251" name="Text 248"/>
          <p:cNvSpPr/>
          <p:nvPr/>
        </p:nvSpPr>
        <p:spPr>
          <a:xfrm>
            <a:off x="691434" y="1663601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624" dirty="0"/>
          </a:p>
        </p:txBody>
      </p:sp>
      <p:sp>
        <p:nvSpPr>
          <p:cNvPr id="252" name="Text 249"/>
          <p:cNvSpPr/>
          <p:nvPr/>
        </p:nvSpPr>
        <p:spPr>
          <a:xfrm>
            <a:off x="691434" y="1849487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24" dirty="0"/>
          </a:p>
        </p:txBody>
      </p:sp>
      <p:sp>
        <p:nvSpPr>
          <p:cNvPr id="253" name="Text 250"/>
          <p:cNvSpPr/>
          <p:nvPr/>
        </p:nvSpPr>
        <p:spPr>
          <a:xfrm>
            <a:off x="691434" y="2035373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624" dirty="0"/>
          </a:p>
        </p:txBody>
      </p:sp>
      <p:sp>
        <p:nvSpPr>
          <p:cNvPr id="254" name="Text 251"/>
          <p:cNvSpPr/>
          <p:nvPr/>
        </p:nvSpPr>
        <p:spPr>
          <a:xfrm>
            <a:off x="691434" y="2221260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624" dirty="0"/>
          </a:p>
        </p:txBody>
      </p:sp>
      <p:sp>
        <p:nvSpPr>
          <p:cNvPr id="255" name="Text 252"/>
          <p:cNvSpPr/>
          <p:nvPr/>
        </p:nvSpPr>
        <p:spPr>
          <a:xfrm>
            <a:off x="691434" y="2401342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624" dirty="0"/>
          </a:p>
        </p:txBody>
      </p:sp>
      <p:sp>
        <p:nvSpPr>
          <p:cNvPr id="256" name="Text 253"/>
          <p:cNvSpPr/>
          <p:nvPr/>
        </p:nvSpPr>
        <p:spPr>
          <a:xfrm>
            <a:off x="691434" y="2581424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24" dirty="0"/>
          </a:p>
        </p:txBody>
      </p:sp>
      <p:sp>
        <p:nvSpPr>
          <p:cNvPr id="257" name="Text 254"/>
          <p:cNvSpPr/>
          <p:nvPr/>
        </p:nvSpPr>
        <p:spPr>
          <a:xfrm>
            <a:off x="691434" y="2767310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624" dirty="0"/>
          </a:p>
        </p:txBody>
      </p:sp>
      <p:sp>
        <p:nvSpPr>
          <p:cNvPr id="258" name="Text 255"/>
          <p:cNvSpPr/>
          <p:nvPr/>
        </p:nvSpPr>
        <p:spPr>
          <a:xfrm>
            <a:off x="691434" y="2953196"/>
            <a:ext cx="460021" cy="95250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624" dirty="0"/>
          </a:p>
        </p:txBody>
      </p:sp>
      <p:sp>
        <p:nvSpPr>
          <p:cNvPr id="259" name="Text 256"/>
          <p:cNvSpPr/>
          <p:nvPr/>
        </p:nvSpPr>
        <p:spPr>
          <a:xfrm>
            <a:off x="6542020" y="4993184"/>
            <a:ext cx="756329" cy="104775"/>
          </a:xfrm>
          <a:prstGeom prst="rect">
            <a:avLst/>
          </a:prstGeom>
          <a:noFill/>
          <a:ln/>
        </p:spPr>
        <p:txBody>
          <a:bodyPr wrap="square" lIns="0" tIns="57150" rIns="5715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69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5025" y="1133475"/>
            <a:ext cx="2388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 ventas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 8 iniciativas · </a:t>
            </a:r>
            <a:pPr algn="l" indent="0" marL="0">
              <a:buNone/>
            </a:pPr>
            <a:r>
              <a:rPr lang="en-US" sz="816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Vanti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</a:t>
            </a:r>
            <a:pPr algn="l" indent="0" marL="0">
              <a:buNone/>
            </a:pPr>
            <a:r>
              <a:rPr lang="en-US" sz="816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Xuma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285628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933427" y="1104900"/>
            <a:ext cx="14510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 ejecutado en el 1S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3571498" y="3448050"/>
            <a:ext cx="100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10182924" y="4697760"/>
            <a:ext cx="9971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792" dirty="0"/>
          </a:p>
        </p:txBody>
      </p:sp>
      <p:sp>
        <p:nvSpPr>
          <p:cNvPr id="8" name="Text 5"/>
          <p:cNvSpPr/>
          <p:nvPr/>
        </p:nvSpPr>
        <p:spPr>
          <a:xfrm>
            <a:off x="869264" y="3284190"/>
            <a:ext cx="12050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961780" y="3448050"/>
            <a:ext cx="9439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792" dirty="0"/>
          </a:p>
        </p:txBody>
      </p:sp>
      <p:sp>
        <p:nvSpPr>
          <p:cNvPr id="10" name="Text 7"/>
          <p:cNvSpPr/>
          <p:nvPr/>
        </p:nvSpPr>
        <p:spPr>
          <a:xfrm>
            <a:off x="10212816" y="4533900"/>
            <a:ext cx="101371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2319011" y="4697760"/>
            <a:ext cx="8720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792" dirty="0"/>
          </a:p>
        </p:txBody>
      </p:sp>
      <p:sp>
        <p:nvSpPr>
          <p:cNvPr id="12" name="Text 9"/>
          <p:cNvSpPr/>
          <p:nvPr/>
        </p:nvSpPr>
        <p:spPr>
          <a:xfrm>
            <a:off x="3667493" y="3179415"/>
            <a:ext cx="89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 · Vanti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4959802" y="4697760"/>
            <a:ext cx="875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792" dirty="0"/>
          </a:p>
        </p:txBody>
      </p:sp>
      <p:sp>
        <p:nvSpPr>
          <p:cNvPr id="14" name="Text 11"/>
          <p:cNvSpPr/>
          <p:nvPr/>
        </p:nvSpPr>
        <p:spPr>
          <a:xfrm>
            <a:off x="6288384" y="3448050"/>
            <a:ext cx="8588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792" dirty="0"/>
          </a:p>
        </p:txBody>
      </p:sp>
      <p:sp>
        <p:nvSpPr>
          <p:cNvPr id="15" name="Text 12"/>
          <p:cNvSpPr/>
          <p:nvPr/>
        </p:nvSpPr>
        <p:spPr>
          <a:xfrm>
            <a:off x="7578966" y="4533900"/>
            <a:ext cx="99636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935328" y="3448050"/>
            <a:ext cx="8499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 </a:t>
            </a:r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792" dirty="0"/>
          </a:p>
        </p:txBody>
      </p:sp>
      <p:sp>
        <p:nvSpPr>
          <p:cNvPr id="17" name="Text 14"/>
          <p:cNvSpPr/>
          <p:nvPr/>
        </p:nvSpPr>
        <p:spPr>
          <a:xfrm>
            <a:off x="2363894" y="4429125"/>
            <a:ext cx="8584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 · Xuma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3655977" y="3284190"/>
            <a:ext cx="9166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626212" y="4697760"/>
            <a:ext cx="825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 </a:t>
            </a:r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 </a:t>
            </a:r>
            <a:pPr algn="ct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792" dirty="0"/>
          </a:p>
        </p:txBody>
      </p:sp>
      <p:sp>
        <p:nvSpPr>
          <p:cNvPr id="20" name="Text 17"/>
          <p:cNvSpPr/>
          <p:nvPr/>
        </p:nvSpPr>
        <p:spPr>
          <a:xfrm>
            <a:off x="1098165" y="3179415"/>
            <a:ext cx="7472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 · Vanti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2334398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4976924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5088925" y="442912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409147" y="317941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7731834" y="4429125"/>
            <a:ext cx="690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Vanti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10364737" y="4429125"/>
            <a:ext cx="7097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· Xuma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442910" y="3284190"/>
            <a:ext cx="625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9057356" y="3179415"/>
            <a:ext cx="6819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Xuma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9085436" y="3284190"/>
            <a:ext cx="625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6629400"/>
            <a:ext cx="28294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Parte de La Gran Jugada · 114% meta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#FeriaVanti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238719" y="6629400"/>
            <a:ext cx="28070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1.520 ventas en dos semanas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#FeriaMundialista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704832" y="3648075"/>
            <a:ext cx="26333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1.292 ventas logradas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#SemanasGanadoras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238719" y="3648075"/>
            <a:ext cx="2427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1.266 ventas logradas </a:t>
            </a:r>
            <a:pPr algn="l" indent="0" marL="0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#SemanaBurger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71777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514937" y="1058317"/>
            <a:ext cx="15055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981050" y="1058317"/>
            <a:ext cx="1263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514937" y="4039642"/>
            <a:ext cx="1105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981050" y="4039642"/>
            <a:ext cx="867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981050" y="959197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6514937" y="959197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81050" y="3940522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514937" y="3940522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704832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238719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704832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38719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815165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1349051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815165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1349051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2106" y="6399609"/>
            <a:ext cx="42326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del Cumplimiento de Lineamientos Operativos y de Calidad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19150" y="5701754"/>
            <a:ext cx="39190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Lineamientos para la Aplicación del Guion y Control de Modificaciones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772106" y="4432399"/>
            <a:ext cx="39081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 de Herramientas de Apoyo para la Gestión Comercial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4567007" y="1012180"/>
            <a:ext cx="3343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capacitaciones ejecutadas por Xuma — al menos una por mes.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1019150" y="1767185"/>
            <a:ext cx="34975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Socialización y Alineación de Estándares de Calidad Comercial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772106" y="2808089"/>
            <a:ext cx="36199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 Conocimientos del Producto Cuota Protegida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019150" y="3620244"/>
            <a:ext cx="34134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Correcta de la Cláusula de Cobro y Autorizaciones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1019150" y="5473154"/>
            <a:ext cx="343713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Técnicas Efectivas para el Manejo de Objeciones Comerciales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019150" y="5244554"/>
            <a:ext cx="309306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Actualización Comercial del Producto Plan Combo Vida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772106" y="2579489"/>
            <a:ext cx="281873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Protocolo de Cierre Comercial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571486" y="209550"/>
            <a:ext cx="416106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772106" y="4660999"/>
            <a:ext cx="26371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Guion Comercial Aprobado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543511" y="2422178"/>
            <a:ext cx="7351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</a:t>
            </a:r>
            <a:pPr algn="l" indent="0" marL="0">
              <a:buNone/>
            </a:pPr>
            <a:r>
              <a:rPr lang="en-US" sz="624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543511" y="4275088"/>
            <a:ext cx="7518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</a:t>
            </a:r>
            <a:pPr algn="l" indent="0" marL="0">
              <a:buNone/>
            </a:pPr>
            <a:r>
              <a:rPr lang="en-US" sz="624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790555" y="5087243"/>
            <a:ext cx="7620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</a:t>
            </a:r>
            <a:pPr algn="l" indent="0" marL="0">
              <a:buNone/>
            </a:pPr>
            <a:r>
              <a:rPr lang="en-US" sz="624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90555" y="1609874"/>
            <a:ext cx="6474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</a:t>
            </a:r>
            <a:pPr algn="l" indent="0" marL="0">
              <a:buNone/>
            </a:pPr>
            <a:r>
              <a:rPr lang="en-US" sz="624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790555" y="3462933"/>
            <a:ext cx="6710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</a:t>
            </a:r>
            <a:pPr algn="l" indent="0" marL="0">
              <a:buNone/>
            </a:pPr>
            <a:r>
              <a:rPr lang="en-US" sz="624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543511" y="6242298"/>
            <a:ext cx="65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</a:t>
            </a:r>
            <a:pPr algn="l" indent="0" marL="0">
              <a:buNone/>
            </a:pPr>
            <a:r>
              <a:rPr lang="en-US" sz="624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6051500"/>
            <a:ext cx="4711308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922413"/>
            <a:ext cx="4586682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4675138"/>
            <a:ext cx="479633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3298775"/>
            <a:ext cx="4870481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3298775"/>
            <a:ext cx="4701843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4675138"/>
            <a:ext cx="471698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986260"/>
            <a:ext cx="46269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6115348"/>
            <a:ext cx="39069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852910"/>
            <a:ext cx="20025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3165425"/>
            <a:ext cx="19196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3165425"/>
            <a:ext cx="17677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4541788"/>
            <a:ext cx="1915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4541788"/>
            <a:ext cx="17542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368685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5918150"/>
            <a:ext cx="18491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789063"/>
            <a:ext cx="17379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5981998"/>
            <a:ext cx="143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4398913"/>
            <a:ext cx="17390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5775275"/>
            <a:ext cx="1822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5839123"/>
            <a:ext cx="1593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895328" y="1019175"/>
            <a:ext cx="184965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acompañamiento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1200120" y="1710035"/>
            <a:ext cx="1506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438739" y="1019175"/>
            <a:ext cx="173733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Cambios de proceso (Xuma)</a:t>
            </a:r>
            <a:endParaRPr lang="en-US" sz="936" dirty="0"/>
          </a:p>
        </p:txBody>
      </p:sp>
      <p:sp>
        <p:nvSpPr>
          <p:cNvPr id="26" name="Text 23"/>
          <p:cNvSpPr/>
          <p:nvPr/>
        </p:nvSpPr>
        <p:spPr>
          <a:xfrm>
            <a:off x="1200120" y="3022550"/>
            <a:ext cx="133395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6743531" y="1646188"/>
            <a:ext cx="129830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6743531" y="3022550"/>
            <a:ext cx="13355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1200120" y="4398913"/>
            <a:ext cx="1038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1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98764"/>
            <a:ext cx="585896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18842"/>
            <a:ext cx="5889887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952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880592"/>
            <a:ext cx="1389958" cy="128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0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4461570"/>
            <a:ext cx="11033767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 importante: entre enero (22 %) y mayo (65 %) triplicamos la contactabilidad sin cambiar quién llamamos, solo cómo y cuándo. Eso sostuvo el nivel de ventas pese a que la base apta cayó un 62 %. Lectura: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40147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3552736" y="1489770"/>
            <a:ext cx="21389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761981" y="1489770"/>
            <a:ext cx="18252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134247" y="1489770"/>
            <a:ext cx="16852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990600"/>
            <a:ext cx="21514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489770"/>
            <a:ext cx="16286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448264" y="2213670"/>
            <a:ext cx="205757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sobre contactados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343491" y="990600"/>
            <a:ext cx="2037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876278" y="2213670"/>
            <a:ext cx="167233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por mes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9134247" y="990600"/>
            <a:ext cx="17297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47704" y="1842195"/>
            <a:ext cx="17769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mes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111047" y="2537520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3552736" y="990600"/>
            <a:ext cx="7422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8963916" y="2537520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0138796" y="2537520"/>
            <a:ext cx="1329017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Efect.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111047" y="2770882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0138796" y="2775645"/>
            <a:ext cx="132901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7111047" y="3018532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10138796" y="3023295"/>
            <a:ext cx="132901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111047" y="3266182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111047" y="3513832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111047" y="3761482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7111047" y="4009132"/>
            <a:ext cx="188821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61981" y="1133475"/>
            <a:ext cx="947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2280" dirty="0"/>
          </a:p>
        </p:txBody>
      </p:sp>
      <p:sp>
        <p:nvSpPr>
          <p:cNvPr id="28" name="Text 25"/>
          <p:cNvSpPr/>
          <p:nvPr/>
        </p:nvSpPr>
        <p:spPr>
          <a:xfrm>
            <a:off x="3552736" y="1133475"/>
            <a:ext cx="95976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2280" dirty="0"/>
          </a:p>
        </p:txBody>
      </p:sp>
      <p:sp>
        <p:nvSpPr>
          <p:cNvPr id="29" name="Text 26"/>
          <p:cNvSpPr/>
          <p:nvPr/>
        </p:nvSpPr>
        <p:spPr>
          <a:xfrm>
            <a:off x="5575283" y="2508945"/>
            <a:ext cx="32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21,6 %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5578281" y="2689920"/>
            <a:ext cx="3175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44,1 %</a:t>
            </a:r>
            <a:endParaRPr lang="en-US" sz="768" dirty="0"/>
          </a:p>
        </p:txBody>
      </p:sp>
      <p:sp>
        <p:nvSpPr>
          <p:cNvPr id="31" name="Text 28"/>
          <p:cNvSpPr/>
          <p:nvPr/>
        </p:nvSpPr>
        <p:spPr>
          <a:xfrm>
            <a:off x="5573390" y="2870895"/>
            <a:ext cx="3224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45,3 %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5563452" y="3051870"/>
            <a:ext cx="33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60,3 %</a:t>
            </a:r>
            <a:endParaRPr lang="en-US" sz="768" dirty="0"/>
          </a:p>
        </p:txBody>
      </p:sp>
      <p:sp>
        <p:nvSpPr>
          <p:cNvPr id="33" name="Text 30"/>
          <p:cNvSpPr/>
          <p:nvPr/>
        </p:nvSpPr>
        <p:spPr>
          <a:xfrm>
            <a:off x="5564714" y="3232845"/>
            <a:ext cx="331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768" dirty="0"/>
          </a:p>
        </p:txBody>
      </p:sp>
      <p:sp>
        <p:nvSpPr>
          <p:cNvPr id="34" name="Text 31"/>
          <p:cNvSpPr/>
          <p:nvPr/>
        </p:nvSpPr>
        <p:spPr>
          <a:xfrm>
            <a:off x="5568342" y="3413820"/>
            <a:ext cx="3274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46,5 %</a:t>
            </a:r>
            <a:endParaRPr lang="en-US" sz="768" dirty="0"/>
          </a:p>
        </p:txBody>
      </p:sp>
      <p:sp>
        <p:nvSpPr>
          <p:cNvPr id="35" name="Text 32"/>
          <p:cNvSpPr/>
          <p:nvPr/>
        </p:nvSpPr>
        <p:spPr>
          <a:xfrm>
            <a:off x="8963916" y="2770882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8963916" y="3018532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8963916" y="3266182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0138796" y="3270945"/>
            <a:ext cx="132901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7,5 %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963916" y="3513832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0138796" y="3518595"/>
            <a:ext cx="132901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9,7 %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8963916" y="3761482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138796" y="3766245"/>
            <a:ext cx="132901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963916" y="4009132"/>
            <a:ext cx="121359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10138796" y="4013895"/>
            <a:ext cx="1329017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6343491" y="1133475"/>
            <a:ext cx="78418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2280" dirty="0"/>
          </a:p>
        </p:txBody>
      </p:sp>
      <p:sp>
        <p:nvSpPr>
          <p:cNvPr id="46" name="Text 43"/>
          <p:cNvSpPr/>
          <p:nvPr/>
        </p:nvSpPr>
        <p:spPr>
          <a:xfrm>
            <a:off x="9134247" y="1133475"/>
            <a:ext cx="85075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2280" dirty="0"/>
          </a:p>
        </p:txBody>
      </p:sp>
      <p:sp>
        <p:nvSpPr>
          <p:cNvPr id="47" name="Text 44"/>
          <p:cNvSpPr/>
          <p:nvPr/>
        </p:nvSpPr>
        <p:spPr>
          <a:xfrm>
            <a:off x="6295868" y="2537520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6295868" y="2770882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6295868" y="3018532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6295868" y="3266182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6295868" y="3513832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6295868" y="3761482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295868" y="4009132"/>
            <a:ext cx="89628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1213549" y="25041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1215916" y="268515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1212287" y="28661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1226170" y="304710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1195408" y="32280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1225065" y="340905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0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70" y="4153527"/>
            <a:ext cx="10650268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Clave: Los números en el calendario cambian según qué tipo de cliente estamos llamando. Cuando trabajamos con gente que ya nos conoce (CP y Autogestión) los contactamos unas 4 veces mejor (73-79 %) que números nuevos en Masiva Voluntarios (19 %). Implicación: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723882" y="3806162"/>
            <a:ext cx="67553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ventas en base (operativo) no incluyen campañas fuera de base como Microseguro Activo (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1.462 pólizas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). La liquidación consolida ambos orígenes.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876278" y="2253587"/>
            <a:ext cx="396891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Cruce con campañas: el mix explica gran parte de la mejora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40147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3552736" y="1489770"/>
            <a:ext cx="21389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1489770"/>
            <a:ext cx="18252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134247" y="1489770"/>
            <a:ext cx="16852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61981" y="990600"/>
            <a:ext cx="21514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6343491" y="1489770"/>
            <a:ext cx="16286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23882" y="2839374"/>
            <a:ext cx="395072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Cuota Protegida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343491" y="990600"/>
            <a:ext cx="2037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9134247" y="990600"/>
            <a:ext cx="17297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23882" y="3334674"/>
            <a:ext cx="395072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Stock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47704" y="1842195"/>
            <a:ext cx="17769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mes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723882" y="3582324"/>
            <a:ext cx="395072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4483660" y="2606012"/>
            <a:ext cx="260499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14483" y="2606012"/>
            <a:ext cx="25465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23882" y="3087024"/>
            <a:ext cx="395072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552736" y="990600"/>
            <a:ext cx="7422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9503873" y="2844137"/>
            <a:ext cx="196394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503873" y="3091787"/>
            <a:ext cx="196394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9503873" y="3339437"/>
            <a:ext cx="196394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Moderado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723882" y="2606012"/>
            <a:ext cx="3950721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9503873" y="2606012"/>
            <a:ext cx="1963940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14483" y="2839374"/>
            <a:ext cx="25465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014483" y="3087024"/>
            <a:ext cx="25465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61981" y="1133475"/>
            <a:ext cx="947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2280" dirty="0"/>
          </a:p>
        </p:txBody>
      </p:sp>
      <p:sp>
        <p:nvSpPr>
          <p:cNvPr id="30" name="Text 27"/>
          <p:cNvSpPr/>
          <p:nvPr/>
        </p:nvSpPr>
        <p:spPr>
          <a:xfrm>
            <a:off x="3552736" y="1133475"/>
            <a:ext cx="95976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2280" dirty="0"/>
          </a:p>
        </p:txBody>
      </p:sp>
      <p:sp>
        <p:nvSpPr>
          <p:cNvPr id="31" name="Text 28"/>
          <p:cNvSpPr/>
          <p:nvPr/>
        </p:nvSpPr>
        <p:spPr>
          <a:xfrm>
            <a:off x="7014483" y="3334674"/>
            <a:ext cx="25465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14483" y="3582324"/>
            <a:ext cx="254659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343491" y="1133475"/>
            <a:ext cx="78418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2280" dirty="0"/>
          </a:p>
        </p:txBody>
      </p:sp>
      <p:sp>
        <p:nvSpPr>
          <p:cNvPr id="34" name="Text 31"/>
          <p:cNvSpPr/>
          <p:nvPr/>
        </p:nvSpPr>
        <p:spPr>
          <a:xfrm>
            <a:off x="9134247" y="1133475"/>
            <a:ext cx="85075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4483660" y="2844137"/>
            <a:ext cx="260499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4483660" y="3091787"/>
            <a:ext cx="260499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483660" y="3339437"/>
            <a:ext cx="260499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4483660" y="3587087"/>
            <a:ext cx="2604996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9503873" y="3587087"/>
            <a:ext cx="1963940" cy="123825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Bajo</a:t>
            </a:r>
            <a:endParaRPr lang="en-US" sz="816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1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80595"/>
            <a:ext cx="4867957" cy="47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57,6 % de "no contacto", al menos 69.740 llamadas (11,1 %) nunca se cursaron por fallas de red. Hipótesis a validar con Isaac: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822682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backup (Movistar) carga el 71 % del tráfico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965358" y="3994845"/>
            <a:ext cx="38518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505412" y="5154960"/>
            <a:ext cx="45937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505412" y="5568107"/>
            <a:ext cx="40946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505412" y="5361533"/>
            <a:ext cx="357327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467313" y="2804220"/>
            <a:ext cx="391260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 de recuperación (si las caídas se cursan por Tigo)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6343491" y="1508820"/>
            <a:ext cx="201150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1508820"/>
            <a:ext cx="2486505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571486" y="209550"/>
            <a:ext cx="38924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876278" y="2804220"/>
            <a:ext cx="301308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· volumen, contacto y caídas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847704" y="2223195"/>
            <a:ext cx="28577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Zonas críticas por barrio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48264" y="4964460"/>
            <a:ext cx="28666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ACCIONES PROPUESTAS (frente tecnológico 2S)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3552736" y="1508820"/>
            <a:ext cx="22803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10201864" y="3574405"/>
            <a:ext cx="1037851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(9,0 %)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61981" y="1508820"/>
            <a:ext cx="21607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478968" y="3574405"/>
            <a:ext cx="1165947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8202307" y="3574405"/>
            <a:ext cx="1377969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23882" y="4032945"/>
            <a:ext cx="548035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</a:t>
            </a:r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(backup) 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1032" dirty="0"/>
          </a:p>
        </p:txBody>
      </p:sp>
      <p:sp>
        <p:nvSpPr>
          <p:cNvPr id="22" name="Text 19"/>
          <p:cNvSpPr/>
          <p:nvPr/>
        </p:nvSpPr>
        <p:spPr>
          <a:xfrm>
            <a:off x="723882" y="3080445"/>
            <a:ext cx="548035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</a:t>
            </a:r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 </a:t>
            </a:r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1032" dirty="0"/>
          </a:p>
        </p:txBody>
      </p:sp>
      <p:sp>
        <p:nvSpPr>
          <p:cNvPr id="23" name="Text 20"/>
          <p:cNvSpPr/>
          <p:nvPr/>
        </p:nvSpPr>
        <p:spPr>
          <a:xfrm>
            <a:off x="3552736" y="1009650"/>
            <a:ext cx="200425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9134247" y="1009650"/>
            <a:ext cx="1652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61981" y="1009650"/>
            <a:ext cx="15249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343491" y="1009650"/>
            <a:ext cx="13113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8510395" y="3235375"/>
            <a:ext cx="7619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839595" y="3661470"/>
            <a:ext cx="6272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9595" y="4613970"/>
            <a:ext cx="6272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418780" y="3235375"/>
            <a:ext cx="603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923836" y="3347145"/>
            <a:ext cx="5429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23836" y="4299645"/>
            <a:ext cx="5429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19230" y="3349675"/>
            <a:ext cx="74427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761981" y="1152525"/>
            <a:ext cx="119513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10404108" y="3349675"/>
            <a:ext cx="63321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4.450</a:t>
            </a:r>
            <a:endParaRPr lang="en-US" sz="1320" dirty="0"/>
          </a:p>
        </p:txBody>
      </p:sp>
      <p:sp>
        <p:nvSpPr>
          <p:cNvPr id="36" name="Text 33"/>
          <p:cNvSpPr/>
          <p:nvPr/>
        </p:nvSpPr>
        <p:spPr>
          <a:xfrm>
            <a:off x="3552736" y="1152525"/>
            <a:ext cx="95660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2280" dirty="0"/>
          </a:p>
        </p:txBody>
      </p:sp>
      <p:sp>
        <p:nvSpPr>
          <p:cNvPr id="37" name="Text 34"/>
          <p:cNvSpPr/>
          <p:nvPr/>
        </p:nvSpPr>
        <p:spPr>
          <a:xfrm>
            <a:off x="6343491" y="1152525"/>
            <a:ext cx="98563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9134247" y="1152525"/>
            <a:ext cx="8939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2280" dirty="0"/>
          </a:p>
        </p:txBody>
      </p:sp>
      <p:sp>
        <p:nvSpPr>
          <p:cNvPr id="39" name="Text 36"/>
          <p:cNvSpPr/>
          <p:nvPr/>
        </p:nvSpPr>
        <p:spPr>
          <a:xfrm>
            <a:off x="5517899" y="3347145"/>
            <a:ext cx="3588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5511432" y="4299645"/>
            <a:ext cx="36534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5532728" y="4613970"/>
            <a:ext cx="3440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6772705" y="3349675"/>
            <a:ext cx="57847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3" name="Text 40"/>
          <p:cNvSpPr/>
          <p:nvPr/>
        </p:nvSpPr>
        <p:spPr>
          <a:xfrm>
            <a:off x="5589677" y="3661470"/>
            <a:ext cx="2871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4" name="Text 41"/>
          <p:cNvSpPr/>
          <p:nvPr/>
        </p:nvSpPr>
        <p:spPr>
          <a:xfrm>
            <a:off x="6942606" y="32353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7885163" y="3428107"/>
            <a:ext cx="27432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1440" dirty="0"/>
          </a:p>
        </p:txBody>
      </p:sp>
      <p:sp>
        <p:nvSpPr>
          <p:cNvPr id="46" name="Text 43"/>
          <p:cNvSpPr/>
          <p:nvPr/>
        </p:nvSpPr>
        <p:spPr>
          <a:xfrm>
            <a:off x="9714662" y="3428107"/>
            <a:ext cx="27432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1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046" y="3263240"/>
            <a:ext cx="457106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 (Tigo 72,4 % contacto · Movistar 25,7 % contacto)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781030" y="3263240"/>
            <a:ext cx="447641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 (Tigo 71,9 % contacto · Movistar 24,1 % contacto)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343491" y="1508820"/>
            <a:ext cx="201150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933427" y="2882240"/>
            <a:ext cx="326896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críticas de Bogotá · fallas de red por barrio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9134247" y="1508820"/>
            <a:ext cx="2486505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8924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7704" y="2223195"/>
            <a:ext cx="28577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Zonas críticas por barrio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3552736" y="1508820"/>
            <a:ext cx="22803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761981" y="1508820"/>
            <a:ext cx="21607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552736" y="1009650"/>
            <a:ext cx="200425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1009650"/>
            <a:ext cx="1652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781030" y="3877602"/>
            <a:ext cx="1776774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Gloria Occidental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61981" y="1009650"/>
            <a:ext cx="15249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6172046" y="3877602"/>
            <a:ext cx="1639427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Arborizadora Alta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343491" y="1009650"/>
            <a:ext cx="13113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81030" y="4220502"/>
            <a:ext cx="1776774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Bello Horizonte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453035" y="3548990"/>
            <a:ext cx="156661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784727" y="3548990"/>
            <a:ext cx="162593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172046" y="4220502"/>
            <a:ext cx="1639427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Mochuelo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269745" y="3548990"/>
            <a:ext cx="122891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556412" y="3548990"/>
            <a:ext cx="1275672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81030" y="4563402"/>
            <a:ext cx="1776774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Calvo Sur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172046" y="4563402"/>
            <a:ext cx="1639427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Tesoro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761981" y="1152525"/>
            <a:ext cx="119513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2280" dirty="0"/>
          </a:p>
        </p:txBody>
      </p:sp>
      <p:sp>
        <p:nvSpPr>
          <p:cNvPr id="27" name="Text 24"/>
          <p:cNvSpPr/>
          <p:nvPr/>
        </p:nvSpPr>
        <p:spPr>
          <a:xfrm>
            <a:off x="781030" y="3548990"/>
            <a:ext cx="1776774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4453035" y="3882365"/>
            <a:ext cx="1566615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4453035" y="4225265"/>
            <a:ext cx="1566615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17,6 %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4453035" y="4568165"/>
            <a:ext cx="1566615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172046" y="3548990"/>
            <a:ext cx="1639427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784727" y="3882365"/>
            <a:ext cx="162593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9784727" y="4225265"/>
            <a:ext cx="162593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9784727" y="4568165"/>
            <a:ext cx="162593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552736" y="1152525"/>
            <a:ext cx="95660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2280" dirty="0"/>
          </a:p>
        </p:txBody>
      </p:sp>
      <p:sp>
        <p:nvSpPr>
          <p:cNvPr id="36" name="Text 33"/>
          <p:cNvSpPr/>
          <p:nvPr/>
        </p:nvSpPr>
        <p:spPr>
          <a:xfrm>
            <a:off x="6343491" y="1152525"/>
            <a:ext cx="98563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2280" dirty="0"/>
          </a:p>
        </p:txBody>
      </p:sp>
      <p:sp>
        <p:nvSpPr>
          <p:cNvPr id="37" name="Text 34"/>
          <p:cNvSpPr/>
          <p:nvPr/>
        </p:nvSpPr>
        <p:spPr>
          <a:xfrm>
            <a:off x="9134247" y="1152525"/>
            <a:ext cx="8939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2482070" y="3548990"/>
            <a:ext cx="82346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482070" y="3877602"/>
            <a:ext cx="82346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3.346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3269745" y="3877602"/>
            <a:ext cx="122891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482070" y="4220502"/>
            <a:ext cx="82346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2.384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3269745" y="4220502"/>
            <a:ext cx="122891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482070" y="4563402"/>
            <a:ext cx="82346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3269745" y="4563402"/>
            <a:ext cx="122891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738827" y="3548990"/>
            <a:ext cx="854740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7738827" y="3877602"/>
            <a:ext cx="854740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4.546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8556412" y="3877602"/>
            <a:ext cx="1275672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8556412" y="4220502"/>
            <a:ext cx="1275672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8556412" y="4563402"/>
            <a:ext cx="1275672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7738827" y="4220502"/>
            <a:ext cx="854740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7738827" y="4563402"/>
            <a:ext cx="854740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8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2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080" y="5490270"/>
            <a:ext cx="51566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pPr algn="l" indent="0" marL="0">
              <a:buNone/>
            </a:pPr>
            <a:r>
              <a:rPr lang="en-US" sz="81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+ Volante 120 pól.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800080" y="5671245"/>
            <a:ext cx="4615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800080" y="5309295"/>
            <a:ext cx="44398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4766370"/>
            <a:ext cx="33211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895328" y="2613720"/>
            <a:ext cx="360655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con indicadores históricos (semestre ene–jun)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6794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7704" y="2032695"/>
            <a:ext cx="28938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histórico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Escenario recomendado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43491" y="1489770"/>
            <a:ext cx="21243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1489770"/>
            <a:ext cx="1978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800080" y="4947345"/>
            <a:ext cx="2040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800080" y="5128320"/>
            <a:ext cx="2040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3552736" y="1489770"/>
            <a:ext cx="19185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42931" y="4566345"/>
            <a:ext cx="24920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42931" y="4299645"/>
            <a:ext cx="663971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mínimos requeridos/mes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3552736" y="990600"/>
            <a:ext cx="2332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061475" y="3623370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42,4 %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78.700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gestionados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61475" y="4061520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40,5 %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~198.600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recibidos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061475" y="3404295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8,99 %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33.370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contactos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42931" y="3404295"/>
            <a:ext cx="395685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/ contactados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9134247" y="990600"/>
            <a:ext cx="186558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061475" y="3842445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97,9 % = </a:t>
            </a:r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80.400</a:t>
            </a:r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aptos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42931" y="3842445"/>
            <a:ext cx="395685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Gestión sobre aptos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61981" y="990600"/>
            <a:ext cx="16505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42931" y="4061520"/>
            <a:ext cx="395685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Aptos (1–rechazo)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61475" y="2966145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para 3.000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343491" y="990600"/>
            <a:ext cx="12940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4506394" y="2966145"/>
            <a:ext cx="268286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histórico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42931" y="3185220"/>
            <a:ext cx="395685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ventas/mes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742931" y="3623370"/>
            <a:ext cx="395685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61475" y="4290120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190.000–210.000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61981" y="1489770"/>
            <a:ext cx="7633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6343491" y="1133475"/>
            <a:ext cx="174947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742931" y="2966145"/>
            <a:ext cx="395685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Parámetro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506394" y="3404295"/>
            <a:ext cx="268286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8,99 %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506394" y="3623370"/>
            <a:ext cx="268286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506394" y="3842445"/>
            <a:ext cx="268286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97,9 %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506394" y="4061520"/>
            <a:ext cx="2682866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40,5 %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7061475" y="3185220"/>
            <a:ext cx="438728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761981" y="1133475"/>
            <a:ext cx="83166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2280" dirty="0"/>
          </a:p>
        </p:txBody>
      </p:sp>
      <p:sp>
        <p:nvSpPr>
          <p:cNvPr id="42" name="Text 39"/>
          <p:cNvSpPr/>
          <p:nvPr/>
        </p:nvSpPr>
        <p:spPr>
          <a:xfrm>
            <a:off x="3552736" y="1133475"/>
            <a:ext cx="96181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2280" dirty="0"/>
          </a:p>
        </p:txBody>
      </p:sp>
      <p:sp>
        <p:nvSpPr>
          <p:cNvPr id="43" name="Text 40"/>
          <p:cNvSpPr/>
          <p:nvPr/>
        </p:nvSpPr>
        <p:spPr>
          <a:xfrm>
            <a:off x="9134247" y="1133475"/>
            <a:ext cx="81242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22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2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77" y="3510887"/>
            <a:ext cx="94675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Validado por Isaac: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la deduplicación en origen es viable (registro del distribuidor + validación de fuentes). Su meta de corto plazo: rechazo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≤ 50 %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como escalón intermedio hacia el 35 %.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142971" y="5542540"/>
            <a:ext cx="100823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calidad y depuración de base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914377" y="3830272"/>
            <a:ext cx="69555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 pólizas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(18 asesores, 134 pol/asesor). Para 3.000 →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~150 pol/asesor con 20 asesores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914377" y="3670579"/>
            <a:ext cx="59645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</a:t>
            </a:r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(conversión 17–33 % sobre contacto) reduce el volumen necesario a la mitad.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4075342" y="3377537"/>
            <a:ext cx="40410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97,8 % gestión · 45 % contactabilidad · 9,0 % conversión (históricos 1S)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6794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283528" y="3144621"/>
            <a:ext cx="2248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4949934" y="3144621"/>
            <a:ext cx="22916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8660190" y="3144621"/>
            <a:ext cx="22473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876278" y="2539337"/>
            <a:ext cx="30343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Escenario con base depurada (recomendado)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47704" y="2032695"/>
            <a:ext cx="28938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histórico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Escenario recomendado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57229" y="4018540"/>
            <a:ext cx="25208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KPIs PROPUESTOS PARA EL SEGUIMIENTO 2S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6343491" y="1489770"/>
            <a:ext cx="21243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9134247" y="1489770"/>
            <a:ext cx="1978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3552736" y="1489770"/>
            <a:ext cx="19185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3552736" y="990600"/>
            <a:ext cx="2332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4377968" y="4428115"/>
            <a:ext cx="48007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ventas (liquidación)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377968" y="5304415"/>
            <a:ext cx="48007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9134247" y="990600"/>
            <a:ext cx="186558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4377968" y="4647190"/>
            <a:ext cx="48007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≥ meta / total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377968" y="4866265"/>
            <a:ext cx="48007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asesor activo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4377968" y="5085340"/>
            <a:ext cx="48007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 / recibidos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61981" y="990600"/>
            <a:ext cx="16505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23882" y="4428115"/>
            <a:ext cx="37637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equipo/mes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343491" y="990600"/>
            <a:ext cx="12940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1950823" y="2852322"/>
            <a:ext cx="914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723882" y="4647190"/>
            <a:ext cx="37637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E1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23882" y="5304415"/>
            <a:ext cx="37637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9367401" y="2852322"/>
            <a:ext cx="832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723882" y="5085340"/>
            <a:ext cx="37637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 base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5708730" y="2852322"/>
            <a:ext cx="7740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8965981" y="4428115"/>
            <a:ext cx="250183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 (dic)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23882" y="4866265"/>
            <a:ext cx="37637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Productividad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761981" y="1489770"/>
            <a:ext cx="7633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6343491" y="1133475"/>
            <a:ext cx="174947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1930630" y="2957097"/>
            <a:ext cx="954399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39" name="Text 36"/>
          <p:cNvSpPr/>
          <p:nvPr/>
        </p:nvSpPr>
        <p:spPr>
          <a:xfrm>
            <a:off x="5639471" y="2957097"/>
            <a:ext cx="912752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62K → 110K</a:t>
            </a:r>
            <a:endParaRPr lang="en-US" sz="1176" dirty="0"/>
          </a:p>
        </p:txBody>
      </p:sp>
      <p:sp>
        <p:nvSpPr>
          <p:cNvPr id="40" name="Text 37"/>
          <p:cNvSpPr/>
          <p:nvPr/>
        </p:nvSpPr>
        <p:spPr>
          <a:xfrm>
            <a:off x="4377968" y="4209040"/>
            <a:ext cx="4800709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Fórmula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965981" y="4209040"/>
            <a:ext cx="250183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497552" y="2957097"/>
            <a:ext cx="572477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4.380</a:t>
            </a:r>
            <a:endParaRPr lang="en-US" sz="1176" dirty="0"/>
          </a:p>
        </p:txBody>
      </p:sp>
      <p:sp>
        <p:nvSpPr>
          <p:cNvPr id="43" name="Text 40"/>
          <p:cNvSpPr/>
          <p:nvPr/>
        </p:nvSpPr>
        <p:spPr>
          <a:xfrm>
            <a:off x="8965981" y="4647190"/>
            <a:ext cx="250183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90 %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965981" y="5085340"/>
            <a:ext cx="250183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40 %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965981" y="5304415"/>
            <a:ext cx="250183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55 %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965981" y="4866265"/>
            <a:ext cx="2501832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140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761981" y="1133475"/>
            <a:ext cx="83166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2280" dirty="0"/>
          </a:p>
        </p:txBody>
      </p:sp>
      <p:sp>
        <p:nvSpPr>
          <p:cNvPr id="48" name="Text 45"/>
          <p:cNvSpPr/>
          <p:nvPr/>
        </p:nvSpPr>
        <p:spPr>
          <a:xfrm>
            <a:off x="3552736" y="1133475"/>
            <a:ext cx="96181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2280" dirty="0"/>
          </a:p>
        </p:txBody>
      </p:sp>
      <p:sp>
        <p:nvSpPr>
          <p:cNvPr id="49" name="Text 46"/>
          <p:cNvSpPr/>
          <p:nvPr/>
        </p:nvSpPr>
        <p:spPr>
          <a:xfrm>
            <a:off x="9134247" y="1133475"/>
            <a:ext cx="81242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2280" dirty="0"/>
          </a:p>
        </p:txBody>
      </p:sp>
      <p:sp>
        <p:nvSpPr>
          <p:cNvPr id="50" name="Text 47"/>
          <p:cNvSpPr/>
          <p:nvPr/>
        </p:nvSpPr>
        <p:spPr>
          <a:xfrm>
            <a:off x="723882" y="4209040"/>
            <a:ext cx="3763708" cy="133350"/>
          </a:xfrm>
          <a:prstGeom prst="rect">
            <a:avLst/>
          </a:prstGeom>
          <a:noFill/>
          <a:ln/>
        </p:spPr>
        <p:txBody>
          <a:bodyPr wrap="square" lIns="0" tIns="114300" rIns="11430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4167976" y="2958437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1320" dirty="0"/>
          </a:p>
        </p:txBody>
      </p:sp>
      <p:sp>
        <p:nvSpPr>
          <p:cNvPr id="52" name="Text 49"/>
          <p:cNvSpPr/>
          <p:nvPr/>
        </p:nvSpPr>
        <p:spPr>
          <a:xfrm>
            <a:off x="7855994" y="2958437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→</a:t>
            </a:r>
            <a:endParaRPr lang="en-US" sz="13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3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3893493"/>
            <a:ext cx="7640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asesores nuevos en julio (→23 en operación)  CRM con validaciones automáticas  Bases limpias contra producto ya activo (Vanti)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304892" y="2009775"/>
            <a:ext cx="618741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1304892" y="1743075"/>
            <a:ext cx="2686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2607618"/>
            <a:ext cx="242214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179118"/>
            <a:ext cx="22206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1304892" y="3026718"/>
            <a:ext cx="25791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Cronograma  KPIs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1304892" y="2455218"/>
            <a:ext cx="1880099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914377" y="3645843"/>
            <a:ext cx="18774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Recursos clave requeridos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1304892" y="1590675"/>
            <a:ext cx="162043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  <p:sp>
        <p:nvSpPr>
          <p:cNvPr id="15" name="Text 12"/>
          <p:cNvSpPr/>
          <p:nvPr/>
        </p:nvSpPr>
        <p:spPr>
          <a:xfrm>
            <a:off x="11163021" y="1657350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▴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11163021" y="2521893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▾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11163021" y="3093393"/>
            <a:ext cx="274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▾</a:t>
            </a:r>
            <a:endParaRPr lang="en-US" sz="9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3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Cronograma </a:t>
            </a:r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KPIs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781030" y="2241715"/>
            <a:ext cx="353162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desarrollo emocional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81030" y="2575090"/>
            <a:ext cx="353162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limpias y actualizadas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781030" y="2908465"/>
            <a:ext cx="353162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equipos PC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781030" y="1908340"/>
            <a:ext cx="353162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tiempos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781030" y="1584490"/>
            <a:ext cx="353162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Frente / Acción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209796" y="2241715"/>
            <a:ext cx="19599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 / Líderes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209796" y="1584490"/>
            <a:ext cx="19599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Responsable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209796" y="2908465"/>
            <a:ext cx="19599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09796" y="1908340"/>
            <a:ext cx="19599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4209796" y="2575090"/>
            <a:ext cx="19599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088037" y="1584490"/>
            <a:ext cx="84554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905952" y="1584490"/>
            <a:ext cx="94855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7827199" y="1584490"/>
            <a:ext cx="937516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738302" y="1584490"/>
            <a:ext cx="90685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617564" y="1584490"/>
            <a:ext cx="947480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10539676" y="1584490"/>
            <a:ext cx="870989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088037" y="1917865"/>
            <a:ext cx="84554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6905952" y="1917865"/>
            <a:ext cx="94855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6088037" y="2251240"/>
            <a:ext cx="84554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6905952" y="2251240"/>
            <a:ext cx="94855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6088037" y="2584615"/>
            <a:ext cx="84554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905952" y="2584615"/>
            <a:ext cx="94855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827199" y="2584615"/>
            <a:ext cx="937516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088037" y="2917990"/>
            <a:ext cx="84554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6905952" y="2917990"/>
            <a:ext cx="948553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7827199" y="2917990"/>
            <a:ext cx="937516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</a:t>
            </a:r>
            <a:endParaRPr lang="en-US" sz="888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3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4681569" y="2254488"/>
            <a:ext cx="5049651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Autogestión</a:t>
            </a:r>
            <a:endParaRPr lang="en-US" sz="912" dirty="0"/>
          </a:p>
        </p:txBody>
      </p:sp>
      <p:sp>
        <p:nvSpPr>
          <p:cNvPr id="5" name="Text 2"/>
          <p:cNvSpPr/>
          <p:nvPr/>
        </p:nvSpPr>
        <p:spPr>
          <a:xfrm>
            <a:off x="4681569" y="2597388"/>
            <a:ext cx="5049651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Bienvenida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681569" y="2940288"/>
            <a:ext cx="5049651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Sesiones individuales / asesor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681569" y="1911588"/>
            <a:ext cx="5049651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liquidadas totales/mes</a:t>
            </a:r>
            <a:endParaRPr lang="en-US" sz="912" dirty="0"/>
          </a:p>
        </p:txBody>
      </p:sp>
      <p:sp>
        <p:nvSpPr>
          <p:cNvPr id="8" name="Text 5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 Cronograma </a:t>
            </a:r>
            <a:pPr algn="l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KPIs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81030" y="2597388"/>
            <a:ext cx="40175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Bienvenida CP</a:t>
            </a:r>
            <a:endParaRPr lang="en-US" sz="912" dirty="0"/>
          </a:p>
        </p:txBody>
      </p:sp>
      <p:sp>
        <p:nvSpPr>
          <p:cNvPr id="11" name="Text 8"/>
          <p:cNvSpPr/>
          <p:nvPr/>
        </p:nvSpPr>
        <p:spPr>
          <a:xfrm>
            <a:off x="781030" y="2254488"/>
            <a:ext cx="40175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Autogestión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781030" y="1911588"/>
            <a:ext cx="40175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ventas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781030" y="2940288"/>
            <a:ext cx="40175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Escuela de ventas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4681569" y="1582976"/>
            <a:ext cx="5049651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81030" y="1582976"/>
            <a:ext cx="4017555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9529347" y="1582976"/>
            <a:ext cx="1881318" cy="133350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529347" y="1916351"/>
            <a:ext cx="188131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9529347" y="2945051"/>
            <a:ext cx="188131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9529347" y="2259251"/>
            <a:ext cx="188131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40 %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9529347" y="2602151"/>
            <a:ext cx="1881318" cy="123825"/>
          </a:xfrm>
          <a:prstGeom prst="rect">
            <a:avLst/>
          </a:prstGeom>
          <a:noFill/>
          <a:ln/>
        </p:spPr>
        <p:txBody>
          <a:bodyPr wrap="square" lIns="0" tIns="133350" rIns="13335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30 %</a:t>
            </a:r>
            <a:endParaRPr lang="en-US" sz="816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02_CRM\02_Informe_Semetral\dash\televentas\ppt_slides\sk_2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1546" y="5016698"/>
            <a:ext cx="7611139" cy="55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Cifras Oficiales y Consolidación: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 ratifica el uso de las cifras de Liquidación (Martha) como el número oficial de resultados del canal y el Tablero OCM (Isaac) como el indicador diario intra-mes. A pesar de los retos de bases repetidas, el esfuerzo del equipo ha sostenido la meta.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1190595" y="3035498"/>
            <a:ext cx="3403528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 (Mar-Abr)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4.798 ventas (114% meta).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654623"/>
            <a:ext cx="3346106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(Jun)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1.520 ventas en dos semanas.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90995" y="2778323"/>
            <a:ext cx="3204758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Comercial: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Refuerzo 1-a-1 de baja conversión.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5190995" y="3578423"/>
            <a:ext cx="3094804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Roster en Julio: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Meta de 23 asesores activos en operación.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1190595" y="4016573"/>
            <a:ext cx="3288052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capacitaciones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ejecutadas por Xuma (al menos 1/mes).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5190995" y="3140273"/>
            <a:ext cx="3531782" cy="37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Replicar técnicas de mejores vendedores.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56339" y="2559248"/>
            <a:ext cx="334326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CP+RS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liquidadas en el primer semestre.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2797373"/>
            <a:ext cx="32134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1.266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1190595" y="3416498"/>
            <a:ext cx="28769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</a:t>
            </a:r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1.073 ventas.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1355939" y="2559248"/>
            <a:ext cx="287552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(Ene) 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1.292 ventas.</a:t>
            </a:r>
            <a:endParaRPr lang="en-US" sz="984" dirty="0"/>
          </a:p>
        </p:txBody>
      </p:sp>
      <p:sp>
        <p:nvSpPr>
          <p:cNvPr id="14" name="Text 11"/>
          <p:cNvSpPr/>
          <p:nvPr/>
        </p:nvSpPr>
        <p:spPr>
          <a:xfrm>
            <a:off x="952476" y="764977"/>
            <a:ext cx="6450702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190595" y="2311598"/>
            <a:ext cx="2036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5190995" y="2311598"/>
            <a:ext cx="20971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952476" y="498277"/>
            <a:ext cx="17766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2026-10-23T15:06:30Z</dcterms:created>
  <dcterms:modified xsi:type="dcterms:W3CDTF">2026-10-23T15:06:30Z</dcterms:modified>
</cp:coreProperties>
</file>