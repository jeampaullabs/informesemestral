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168527"/>
            <a:ext cx="4912054" cy="570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</a:t>
            </a:r>
            <a:endParaRPr lang="en-US" sz="1840" dirty="0"/>
          </a:p>
          <a:p>
            <a:pPr algn="l" indent="0" marL="0">
              <a:buNone/>
            </a:pPr>
            <a:r>
              <a:rPr lang="en-US" sz="184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Estrategia para alcanzar</a:t>
            </a:r>
            <a:endParaRPr lang="en-US" sz="1840" dirty="0"/>
          </a:p>
        </p:txBody>
      </p:sp>
      <p:sp>
        <p:nvSpPr>
          <p:cNvPr id="4" name="Text 1"/>
          <p:cNvSpPr/>
          <p:nvPr/>
        </p:nvSpPr>
        <p:spPr>
          <a:xfrm>
            <a:off x="952476" y="1872704"/>
            <a:ext cx="33914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1248" dirty="0"/>
          </a:p>
        </p:txBody>
      </p:sp>
      <p:sp>
        <p:nvSpPr>
          <p:cNvPr id="5" name="Text 2"/>
          <p:cNvSpPr/>
          <p:nvPr/>
        </p:nvSpPr>
        <p:spPr>
          <a:xfrm>
            <a:off x="4022872" y="5149900"/>
            <a:ext cx="184159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Data Marshall, Gestión Integral</a:t>
            </a:r>
            <a:endParaRPr lang="en-US" sz="1248" dirty="0"/>
          </a:p>
        </p:txBody>
      </p:sp>
      <p:sp>
        <p:nvSpPr>
          <p:cNvPr id="6" name="Text 3"/>
          <p:cNvSpPr/>
          <p:nvPr/>
        </p:nvSpPr>
        <p:spPr>
          <a:xfrm>
            <a:off x="952476" y="4959400"/>
            <a:ext cx="176314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</a:t>
            </a:r>
            <a:endParaRPr lang="en-US" sz="1024" dirty="0"/>
          </a:p>
        </p:txBody>
      </p:sp>
      <p:sp>
        <p:nvSpPr>
          <p:cNvPr id="7" name="Text 4"/>
          <p:cNvSpPr/>
          <p:nvPr/>
        </p:nvSpPr>
        <p:spPr>
          <a:xfrm>
            <a:off x="3951734" y="5737771"/>
            <a:ext cx="1952539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15–21 asesores activos</a:t>
            </a:r>
            <a:endParaRPr lang="en-US" sz="1248" dirty="0"/>
          </a:p>
        </p:txBody>
      </p:sp>
      <p:sp>
        <p:nvSpPr>
          <p:cNvPr id="8" name="Text 5"/>
          <p:cNvSpPr/>
          <p:nvPr/>
        </p:nvSpPr>
        <p:spPr>
          <a:xfrm>
            <a:off x="2411997" y="5737771"/>
            <a:ext cx="1496712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 ventas 1S</a:t>
            </a:r>
            <a:endParaRPr lang="en-US" sz="1248" dirty="0"/>
          </a:p>
        </p:txBody>
      </p:sp>
      <p:sp>
        <p:nvSpPr>
          <p:cNvPr id="9" name="Text 6"/>
          <p:cNvSpPr/>
          <p:nvPr/>
        </p:nvSpPr>
        <p:spPr>
          <a:xfrm>
            <a:off x="952476" y="5121325"/>
            <a:ext cx="1763145" cy="20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Martha Carvajal</a:t>
            </a:r>
            <a:endParaRPr lang="en-US" sz="1376" dirty="0"/>
          </a:p>
        </p:txBody>
      </p:sp>
      <p:sp>
        <p:nvSpPr>
          <p:cNvPr id="10" name="Text 7"/>
          <p:cNvSpPr/>
          <p:nvPr/>
        </p:nvSpPr>
        <p:spPr>
          <a:xfrm>
            <a:off x="3174573" y="4959400"/>
            <a:ext cx="273230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</a:t>
            </a:r>
            <a:endParaRPr lang="en-US" sz="1024" dirty="0"/>
          </a:p>
        </p:txBody>
      </p:sp>
      <p:sp>
        <p:nvSpPr>
          <p:cNvPr id="11" name="Text 8"/>
          <p:cNvSpPr/>
          <p:nvPr/>
        </p:nvSpPr>
        <p:spPr>
          <a:xfrm>
            <a:off x="952476" y="5737771"/>
            <a:ext cx="1412485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Jun 2026</a:t>
            </a:r>
            <a:endParaRPr lang="en-US" sz="1248" dirty="0"/>
          </a:p>
        </p:txBody>
      </p:sp>
      <p:sp>
        <p:nvSpPr>
          <p:cNvPr id="12" name="Text 9"/>
          <p:cNvSpPr/>
          <p:nvPr/>
        </p:nvSpPr>
        <p:spPr>
          <a:xfrm>
            <a:off x="3174573" y="5121325"/>
            <a:ext cx="2732304" cy="20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</a:t>
            </a:r>
            <a:endParaRPr lang="en-US" sz="1376" dirty="0"/>
          </a:p>
        </p:txBody>
      </p:sp>
      <p:sp>
        <p:nvSpPr>
          <p:cNvPr id="13" name="Text 10"/>
          <p:cNvSpPr/>
          <p:nvPr/>
        </p:nvSpPr>
        <p:spPr>
          <a:xfrm>
            <a:off x="5925592" y="5737771"/>
            <a:ext cx="1233092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· Xuma</a:t>
            </a:r>
            <a:endParaRPr lang="en-US" sz="1248" dirty="0"/>
          </a:p>
        </p:txBody>
      </p:sp>
      <p:sp>
        <p:nvSpPr>
          <p:cNvPr id="14" name="Text 11"/>
          <p:cNvSpPr/>
          <p:nvPr/>
        </p:nvSpPr>
        <p:spPr>
          <a:xfrm>
            <a:off x="952476" y="2771329"/>
            <a:ext cx="3049367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952476" y="2187029"/>
            <a:ext cx="3049367" cy="190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Canal2026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800580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ventas, desempeño por asesor, eficiencia por campaña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 iniciativas ejecutadas durante el primer semestre.</a:t>
            </a:r>
            <a:endParaRPr lang="en-US" sz="168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142545" cy="110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5900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1248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300599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2971" y="5452170"/>
            <a:ext cx="9045592" cy="172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cumpliendo los 6 meses. Cuota Protegida aportó 10.534 (145 %) y Combo Vida 3.383 (154 %).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8203945" y="148977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1213514" y="219075"/>
            <a:ext cx="3918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761981" y="99060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4482889" y="1489770"/>
            <a:ext cx="342706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8203945" y="99060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761981" y="148977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2458579" y="2178917"/>
            <a:ext cx="315765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1184" dirty="0"/>
          </a:p>
        </p:txBody>
      </p:sp>
      <p:sp>
        <p:nvSpPr>
          <p:cNvPr id="11" name="Text 8"/>
          <p:cNvSpPr/>
          <p:nvPr/>
        </p:nvSpPr>
        <p:spPr>
          <a:xfrm>
            <a:off x="4482889" y="990600"/>
            <a:ext cx="342706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5465874" y="2178917"/>
            <a:ext cx="315765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1184" dirty="0"/>
          </a:p>
        </p:txBody>
      </p:sp>
      <p:sp>
        <p:nvSpPr>
          <p:cNvPr id="13" name="Text 10"/>
          <p:cNvSpPr/>
          <p:nvPr/>
        </p:nvSpPr>
        <p:spPr>
          <a:xfrm>
            <a:off x="10362941" y="209550"/>
            <a:ext cx="132013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4482889" y="1162050"/>
            <a:ext cx="3427061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3040" dirty="0"/>
          </a:p>
        </p:txBody>
      </p:sp>
      <p:sp>
        <p:nvSpPr>
          <p:cNvPr id="15" name="Text 12"/>
          <p:cNvSpPr/>
          <p:nvPr/>
        </p:nvSpPr>
        <p:spPr>
          <a:xfrm>
            <a:off x="3980904" y="2407517"/>
            <a:ext cx="155921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1184" dirty="0"/>
          </a:p>
        </p:txBody>
      </p:sp>
      <p:sp>
        <p:nvSpPr>
          <p:cNvPr id="16" name="Text 13"/>
          <p:cNvSpPr/>
          <p:nvPr/>
        </p:nvSpPr>
        <p:spPr>
          <a:xfrm>
            <a:off x="6988199" y="2407517"/>
            <a:ext cx="155921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1184" dirty="0"/>
          </a:p>
        </p:txBody>
      </p:sp>
      <p:sp>
        <p:nvSpPr>
          <p:cNvPr id="17" name="Text 14"/>
          <p:cNvSpPr/>
          <p:nvPr/>
        </p:nvSpPr>
        <p:spPr>
          <a:xfrm>
            <a:off x="9995493" y="2407517"/>
            <a:ext cx="154593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1184" dirty="0"/>
          </a:p>
        </p:txBody>
      </p:sp>
      <p:sp>
        <p:nvSpPr>
          <p:cNvPr id="18" name="Text 15"/>
          <p:cNvSpPr/>
          <p:nvPr/>
        </p:nvSpPr>
        <p:spPr>
          <a:xfrm>
            <a:off x="1391657" y="2178917"/>
            <a:ext cx="11202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1184" dirty="0"/>
          </a:p>
        </p:txBody>
      </p:sp>
      <p:sp>
        <p:nvSpPr>
          <p:cNvPr id="19" name="Text 16"/>
          <p:cNvSpPr/>
          <p:nvPr/>
        </p:nvSpPr>
        <p:spPr>
          <a:xfrm>
            <a:off x="8473169" y="2178917"/>
            <a:ext cx="314437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1184" dirty="0"/>
          </a:p>
        </p:txBody>
      </p:sp>
      <p:sp>
        <p:nvSpPr>
          <p:cNvPr id="20" name="Text 17"/>
          <p:cNvSpPr/>
          <p:nvPr/>
        </p:nvSpPr>
        <p:spPr>
          <a:xfrm>
            <a:off x="4833965" y="2674217"/>
            <a:ext cx="53349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1088" dirty="0"/>
          </a:p>
        </p:txBody>
      </p:sp>
      <p:sp>
        <p:nvSpPr>
          <p:cNvPr id="21" name="Text 18"/>
          <p:cNvSpPr/>
          <p:nvPr/>
        </p:nvSpPr>
        <p:spPr>
          <a:xfrm>
            <a:off x="7842004" y="2674217"/>
            <a:ext cx="53271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1088" dirty="0"/>
          </a:p>
        </p:txBody>
      </p:sp>
      <p:sp>
        <p:nvSpPr>
          <p:cNvPr id="22" name="Text 19"/>
          <p:cNvSpPr/>
          <p:nvPr/>
        </p:nvSpPr>
        <p:spPr>
          <a:xfrm>
            <a:off x="10839625" y="2674217"/>
            <a:ext cx="53958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132,0 %</a:t>
            </a:r>
            <a:endParaRPr lang="en-US" sz="1088" dirty="0"/>
          </a:p>
        </p:txBody>
      </p:sp>
      <p:sp>
        <p:nvSpPr>
          <p:cNvPr id="23" name="Text 20"/>
          <p:cNvSpPr/>
          <p:nvPr/>
        </p:nvSpPr>
        <p:spPr>
          <a:xfrm>
            <a:off x="4828608" y="2921867"/>
            <a:ext cx="53911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1088" dirty="0"/>
          </a:p>
        </p:txBody>
      </p:sp>
      <p:sp>
        <p:nvSpPr>
          <p:cNvPr id="24" name="Text 21"/>
          <p:cNvSpPr/>
          <p:nvPr/>
        </p:nvSpPr>
        <p:spPr>
          <a:xfrm>
            <a:off x="7818937" y="2921867"/>
            <a:ext cx="55693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286,0 %</a:t>
            </a:r>
            <a:endParaRPr lang="en-US" sz="1088" dirty="0"/>
          </a:p>
        </p:txBody>
      </p:sp>
      <p:sp>
        <p:nvSpPr>
          <p:cNvPr id="25" name="Text 22"/>
          <p:cNvSpPr/>
          <p:nvPr/>
        </p:nvSpPr>
        <p:spPr>
          <a:xfrm>
            <a:off x="10846471" y="2921867"/>
            <a:ext cx="53239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171,0 %</a:t>
            </a:r>
            <a:endParaRPr lang="en-US" sz="1088" dirty="0"/>
          </a:p>
        </p:txBody>
      </p:sp>
      <p:sp>
        <p:nvSpPr>
          <p:cNvPr id="26" name="Text 23"/>
          <p:cNvSpPr/>
          <p:nvPr/>
        </p:nvSpPr>
        <p:spPr>
          <a:xfrm>
            <a:off x="4825929" y="3169517"/>
            <a:ext cx="54192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159,0 %</a:t>
            </a:r>
            <a:endParaRPr lang="en-US" sz="1088" dirty="0"/>
          </a:p>
        </p:txBody>
      </p:sp>
      <p:sp>
        <p:nvSpPr>
          <p:cNvPr id="27" name="Text 24"/>
          <p:cNvSpPr/>
          <p:nvPr/>
        </p:nvSpPr>
        <p:spPr>
          <a:xfrm>
            <a:off x="7834712" y="3169517"/>
            <a:ext cx="54036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143,0 %</a:t>
            </a:r>
            <a:endParaRPr lang="en-US" sz="1088" dirty="0"/>
          </a:p>
        </p:txBody>
      </p:sp>
      <p:sp>
        <p:nvSpPr>
          <p:cNvPr id="28" name="Text 25"/>
          <p:cNvSpPr/>
          <p:nvPr/>
        </p:nvSpPr>
        <p:spPr>
          <a:xfrm>
            <a:off x="10840965" y="3169517"/>
            <a:ext cx="53817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155,0 %</a:t>
            </a:r>
            <a:endParaRPr lang="en-US" sz="1088" dirty="0"/>
          </a:p>
        </p:txBody>
      </p:sp>
      <p:sp>
        <p:nvSpPr>
          <p:cNvPr id="29" name="Text 26"/>
          <p:cNvSpPr/>
          <p:nvPr/>
        </p:nvSpPr>
        <p:spPr>
          <a:xfrm>
            <a:off x="4828608" y="3417167"/>
            <a:ext cx="53911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1088" dirty="0"/>
          </a:p>
        </p:txBody>
      </p:sp>
      <p:sp>
        <p:nvSpPr>
          <p:cNvPr id="30" name="Text 27"/>
          <p:cNvSpPr/>
          <p:nvPr/>
        </p:nvSpPr>
        <p:spPr>
          <a:xfrm>
            <a:off x="10834417" y="3417167"/>
            <a:ext cx="54505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1088" dirty="0"/>
          </a:p>
        </p:txBody>
      </p:sp>
      <p:sp>
        <p:nvSpPr>
          <p:cNvPr id="31" name="Text 28"/>
          <p:cNvSpPr/>
          <p:nvPr/>
        </p:nvSpPr>
        <p:spPr>
          <a:xfrm>
            <a:off x="4833519" y="3664817"/>
            <a:ext cx="53396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127,0 %</a:t>
            </a:r>
            <a:endParaRPr lang="en-US" sz="1088" dirty="0"/>
          </a:p>
        </p:txBody>
      </p:sp>
      <p:sp>
        <p:nvSpPr>
          <p:cNvPr id="32" name="Text 29"/>
          <p:cNvSpPr/>
          <p:nvPr/>
        </p:nvSpPr>
        <p:spPr>
          <a:xfrm>
            <a:off x="7818192" y="3664817"/>
            <a:ext cx="55771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280,0 %</a:t>
            </a:r>
            <a:endParaRPr lang="en-US" sz="1088" dirty="0"/>
          </a:p>
        </p:txBody>
      </p:sp>
      <p:sp>
        <p:nvSpPr>
          <p:cNvPr id="33" name="Text 30"/>
          <p:cNvSpPr/>
          <p:nvPr/>
        </p:nvSpPr>
        <p:spPr>
          <a:xfrm>
            <a:off x="10847216" y="3664817"/>
            <a:ext cx="53161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151,0 %</a:t>
            </a:r>
            <a:endParaRPr lang="en-US" sz="1088" dirty="0"/>
          </a:p>
        </p:txBody>
      </p:sp>
      <p:sp>
        <p:nvSpPr>
          <p:cNvPr id="34" name="Text 31"/>
          <p:cNvSpPr/>
          <p:nvPr/>
        </p:nvSpPr>
        <p:spPr>
          <a:xfrm>
            <a:off x="4833965" y="3912467"/>
            <a:ext cx="53349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1088" dirty="0"/>
          </a:p>
        </p:txBody>
      </p:sp>
      <p:sp>
        <p:nvSpPr>
          <p:cNvPr id="35" name="Text 32"/>
          <p:cNvSpPr/>
          <p:nvPr/>
        </p:nvSpPr>
        <p:spPr>
          <a:xfrm>
            <a:off x="7828015" y="3912467"/>
            <a:ext cx="54739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198,0 %</a:t>
            </a:r>
            <a:endParaRPr lang="en-US" sz="1088" dirty="0"/>
          </a:p>
        </p:txBody>
      </p:sp>
      <p:sp>
        <p:nvSpPr>
          <p:cNvPr id="36" name="Text 33"/>
          <p:cNvSpPr/>
          <p:nvPr/>
        </p:nvSpPr>
        <p:spPr>
          <a:xfrm>
            <a:off x="10840072" y="3912467"/>
            <a:ext cx="53911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1088" dirty="0"/>
          </a:p>
        </p:txBody>
      </p:sp>
      <p:sp>
        <p:nvSpPr>
          <p:cNvPr id="37" name="Text 34"/>
          <p:cNvSpPr/>
          <p:nvPr/>
        </p:nvSpPr>
        <p:spPr>
          <a:xfrm>
            <a:off x="4827864" y="4160117"/>
            <a:ext cx="53989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145,0 %</a:t>
            </a:r>
            <a:endParaRPr lang="en-US" sz="1088" dirty="0"/>
          </a:p>
        </p:txBody>
      </p:sp>
      <p:sp>
        <p:nvSpPr>
          <p:cNvPr id="38" name="Text 35"/>
          <p:cNvSpPr/>
          <p:nvPr/>
        </p:nvSpPr>
        <p:spPr>
          <a:xfrm>
            <a:off x="7835158" y="4160117"/>
            <a:ext cx="53989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154,0 %</a:t>
            </a:r>
            <a:endParaRPr lang="en-US" sz="1088" dirty="0"/>
          </a:p>
        </p:txBody>
      </p:sp>
      <p:sp>
        <p:nvSpPr>
          <p:cNvPr id="39" name="Text 36"/>
          <p:cNvSpPr/>
          <p:nvPr/>
        </p:nvSpPr>
        <p:spPr>
          <a:xfrm>
            <a:off x="10844239" y="4160117"/>
            <a:ext cx="53474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147,0 %</a:t>
            </a:r>
            <a:endParaRPr lang="en-US" sz="1088" dirty="0"/>
          </a:p>
        </p:txBody>
      </p:sp>
      <p:sp>
        <p:nvSpPr>
          <p:cNvPr id="40" name="Text 37"/>
          <p:cNvSpPr/>
          <p:nvPr/>
        </p:nvSpPr>
        <p:spPr>
          <a:xfrm>
            <a:off x="761981" y="1162050"/>
            <a:ext cx="342690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3040" dirty="0"/>
          </a:p>
        </p:txBody>
      </p:sp>
      <p:sp>
        <p:nvSpPr>
          <p:cNvPr id="41" name="Text 38"/>
          <p:cNvSpPr/>
          <p:nvPr/>
        </p:nvSpPr>
        <p:spPr>
          <a:xfrm>
            <a:off x="7879210" y="3417167"/>
            <a:ext cx="49364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89,0 %</a:t>
            </a:r>
            <a:endParaRPr lang="en-US" sz="1088" dirty="0"/>
          </a:p>
        </p:txBody>
      </p:sp>
      <p:sp>
        <p:nvSpPr>
          <p:cNvPr id="42" name="Text 39"/>
          <p:cNvSpPr/>
          <p:nvPr/>
        </p:nvSpPr>
        <p:spPr>
          <a:xfrm>
            <a:off x="2458579" y="4117255"/>
            <a:ext cx="839615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088" dirty="0"/>
          </a:p>
        </p:txBody>
      </p:sp>
      <p:sp>
        <p:nvSpPr>
          <p:cNvPr id="43" name="Text 40"/>
          <p:cNvSpPr/>
          <p:nvPr/>
        </p:nvSpPr>
        <p:spPr>
          <a:xfrm>
            <a:off x="8473169" y="4117255"/>
            <a:ext cx="839615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088" dirty="0"/>
          </a:p>
        </p:txBody>
      </p:sp>
      <p:sp>
        <p:nvSpPr>
          <p:cNvPr id="44" name="Text 41"/>
          <p:cNvSpPr/>
          <p:nvPr/>
        </p:nvSpPr>
        <p:spPr>
          <a:xfrm>
            <a:off x="8203945" y="1162050"/>
            <a:ext cx="342690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3040" dirty="0"/>
          </a:p>
        </p:txBody>
      </p:sp>
      <p:sp>
        <p:nvSpPr>
          <p:cNvPr id="45" name="Text 42"/>
          <p:cNvSpPr/>
          <p:nvPr/>
        </p:nvSpPr>
        <p:spPr>
          <a:xfrm>
            <a:off x="10378419" y="1908870"/>
            <a:ext cx="524896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1088" dirty="0"/>
          </a:p>
        </p:txBody>
      </p:sp>
      <p:sp>
        <p:nvSpPr>
          <p:cNvPr id="46" name="Text 43"/>
          <p:cNvSpPr/>
          <p:nvPr/>
        </p:nvSpPr>
        <p:spPr>
          <a:xfrm>
            <a:off x="2458579" y="2407517"/>
            <a:ext cx="83961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1184" dirty="0"/>
          </a:p>
        </p:txBody>
      </p:sp>
      <p:sp>
        <p:nvSpPr>
          <p:cNvPr id="47" name="Text 44"/>
          <p:cNvSpPr/>
          <p:nvPr/>
        </p:nvSpPr>
        <p:spPr>
          <a:xfrm>
            <a:off x="5465874" y="2407517"/>
            <a:ext cx="83961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1184" dirty="0"/>
          </a:p>
        </p:txBody>
      </p:sp>
      <p:sp>
        <p:nvSpPr>
          <p:cNvPr id="48" name="Text 45"/>
          <p:cNvSpPr/>
          <p:nvPr/>
        </p:nvSpPr>
        <p:spPr>
          <a:xfrm>
            <a:off x="8473169" y="2407517"/>
            <a:ext cx="83961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1184" dirty="0"/>
          </a:p>
        </p:txBody>
      </p:sp>
      <p:sp>
        <p:nvSpPr>
          <p:cNvPr id="49" name="Text 46"/>
          <p:cNvSpPr/>
          <p:nvPr/>
        </p:nvSpPr>
        <p:spPr>
          <a:xfrm>
            <a:off x="2458579" y="2636117"/>
            <a:ext cx="839615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1088" dirty="0"/>
          </a:p>
        </p:txBody>
      </p:sp>
      <p:sp>
        <p:nvSpPr>
          <p:cNvPr id="50" name="Text 47"/>
          <p:cNvSpPr/>
          <p:nvPr/>
        </p:nvSpPr>
        <p:spPr>
          <a:xfrm>
            <a:off x="3258213" y="2636117"/>
            <a:ext cx="75882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1088" dirty="0"/>
          </a:p>
        </p:txBody>
      </p:sp>
      <p:sp>
        <p:nvSpPr>
          <p:cNvPr id="51" name="Text 48"/>
          <p:cNvSpPr/>
          <p:nvPr/>
        </p:nvSpPr>
        <p:spPr>
          <a:xfrm>
            <a:off x="8473169" y="2636117"/>
            <a:ext cx="839615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1088" dirty="0"/>
          </a:p>
        </p:txBody>
      </p:sp>
      <p:sp>
        <p:nvSpPr>
          <p:cNvPr id="52" name="Text 49"/>
          <p:cNvSpPr/>
          <p:nvPr/>
        </p:nvSpPr>
        <p:spPr>
          <a:xfrm>
            <a:off x="9272802" y="2636117"/>
            <a:ext cx="75882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1.695</a:t>
            </a:r>
            <a:endParaRPr lang="en-US" sz="1088" dirty="0"/>
          </a:p>
        </p:txBody>
      </p:sp>
      <p:sp>
        <p:nvSpPr>
          <p:cNvPr id="53" name="Text 50"/>
          <p:cNvSpPr/>
          <p:nvPr/>
        </p:nvSpPr>
        <p:spPr>
          <a:xfrm>
            <a:off x="2458579" y="287900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1088" dirty="0"/>
          </a:p>
        </p:txBody>
      </p:sp>
      <p:sp>
        <p:nvSpPr>
          <p:cNvPr id="54" name="Text 51"/>
          <p:cNvSpPr/>
          <p:nvPr/>
        </p:nvSpPr>
        <p:spPr>
          <a:xfrm>
            <a:off x="3258213" y="287900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1088" dirty="0"/>
          </a:p>
        </p:txBody>
      </p:sp>
      <p:sp>
        <p:nvSpPr>
          <p:cNvPr id="55" name="Text 52"/>
          <p:cNvSpPr/>
          <p:nvPr/>
        </p:nvSpPr>
        <p:spPr>
          <a:xfrm>
            <a:off x="8473169" y="287900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1088" dirty="0"/>
          </a:p>
        </p:txBody>
      </p:sp>
      <p:sp>
        <p:nvSpPr>
          <p:cNvPr id="56" name="Text 53"/>
          <p:cNvSpPr/>
          <p:nvPr/>
        </p:nvSpPr>
        <p:spPr>
          <a:xfrm>
            <a:off x="9272802" y="287900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1.391</a:t>
            </a:r>
            <a:endParaRPr lang="en-US" sz="1088" dirty="0"/>
          </a:p>
        </p:txBody>
      </p:sp>
      <p:sp>
        <p:nvSpPr>
          <p:cNvPr id="57" name="Text 54"/>
          <p:cNvSpPr/>
          <p:nvPr/>
        </p:nvSpPr>
        <p:spPr>
          <a:xfrm>
            <a:off x="2458579" y="312665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1088" dirty="0"/>
          </a:p>
        </p:txBody>
      </p:sp>
      <p:sp>
        <p:nvSpPr>
          <p:cNvPr id="58" name="Text 55"/>
          <p:cNvSpPr/>
          <p:nvPr/>
        </p:nvSpPr>
        <p:spPr>
          <a:xfrm>
            <a:off x="3258213" y="312665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1088" dirty="0"/>
          </a:p>
        </p:txBody>
      </p:sp>
      <p:sp>
        <p:nvSpPr>
          <p:cNvPr id="59" name="Text 56"/>
          <p:cNvSpPr/>
          <p:nvPr/>
        </p:nvSpPr>
        <p:spPr>
          <a:xfrm>
            <a:off x="8473169" y="312665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1088" dirty="0"/>
          </a:p>
        </p:txBody>
      </p:sp>
      <p:sp>
        <p:nvSpPr>
          <p:cNvPr id="60" name="Text 57"/>
          <p:cNvSpPr/>
          <p:nvPr/>
        </p:nvSpPr>
        <p:spPr>
          <a:xfrm>
            <a:off x="9272802" y="312665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1088" dirty="0"/>
          </a:p>
        </p:txBody>
      </p:sp>
      <p:sp>
        <p:nvSpPr>
          <p:cNvPr id="61" name="Text 58"/>
          <p:cNvSpPr/>
          <p:nvPr/>
        </p:nvSpPr>
        <p:spPr>
          <a:xfrm>
            <a:off x="2458579" y="337430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1088" dirty="0"/>
          </a:p>
        </p:txBody>
      </p:sp>
      <p:sp>
        <p:nvSpPr>
          <p:cNvPr id="62" name="Text 59"/>
          <p:cNvSpPr/>
          <p:nvPr/>
        </p:nvSpPr>
        <p:spPr>
          <a:xfrm>
            <a:off x="3258213" y="337430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1088" dirty="0"/>
          </a:p>
        </p:txBody>
      </p:sp>
      <p:sp>
        <p:nvSpPr>
          <p:cNvPr id="63" name="Text 60"/>
          <p:cNvSpPr/>
          <p:nvPr/>
        </p:nvSpPr>
        <p:spPr>
          <a:xfrm>
            <a:off x="8473169" y="337430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1088" dirty="0"/>
          </a:p>
        </p:txBody>
      </p:sp>
      <p:sp>
        <p:nvSpPr>
          <p:cNvPr id="64" name="Text 61"/>
          <p:cNvSpPr/>
          <p:nvPr/>
        </p:nvSpPr>
        <p:spPr>
          <a:xfrm>
            <a:off x="9272802" y="337430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1.818</a:t>
            </a:r>
            <a:endParaRPr lang="en-US" sz="1088" dirty="0"/>
          </a:p>
        </p:txBody>
      </p:sp>
      <p:sp>
        <p:nvSpPr>
          <p:cNvPr id="65" name="Text 62"/>
          <p:cNvSpPr/>
          <p:nvPr/>
        </p:nvSpPr>
        <p:spPr>
          <a:xfrm>
            <a:off x="2458579" y="362195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1088" dirty="0"/>
          </a:p>
        </p:txBody>
      </p:sp>
      <p:sp>
        <p:nvSpPr>
          <p:cNvPr id="66" name="Text 63"/>
          <p:cNvSpPr/>
          <p:nvPr/>
        </p:nvSpPr>
        <p:spPr>
          <a:xfrm>
            <a:off x="3258213" y="362195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1088" dirty="0"/>
          </a:p>
        </p:txBody>
      </p:sp>
      <p:sp>
        <p:nvSpPr>
          <p:cNvPr id="67" name="Text 64"/>
          <p:cNvSpPr/>
          <p:nvPr/>
        </p:nvSpPr>
        <p:spPr>
          <a:xfrm>
            <a:off x="8473169" y="362195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1088" dirty="0"/>
          </a:p>
        </p:txBody>
      </p:sp>
      <p:sp>
        <p:nvSpPr>
          <p:cNvPr id="68" name="Text 65"/>
          <p:cNvSpPr/>
          <p:nvPr/>
        </p:nvSpPr>
        <p:spPr>
          <a:xfrm>
            <a:off x="9272802" y="362195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1.452</a:t>
            </a:r>
            <a:endParaRPr lang="en-US" sz="1088" dirty="0"/>
          </a:p>
        </p:txBody>
      </p:sp>
      <p:sp>
        <p:nvSpPr>
          <p:cNvPr id="69" name="Text 66"/>
          <p:cNvSpPr/>
          <p:nvPr/>
        </p:nvSpPr>
        <p:spPr>
          <a:xfrm>
            <a:off x="2458579" y="386960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1088" dirty="0"/>
          </a:p>
        </p:txBody>
      </p:sp>
      <p:sp>
        <p:nvSpPr>
          <p:cNvPr id="70" name="Text 67"/>
          <p:cNvSpPr/>
          <p:nvPr/>
        </p:nvSpPr>
        <p:spPr>
          <a:xfrm>
            <a:off x="3258213" y="386960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1088" dirty="0"/>
          </a:p>
        </p:txBody>
      </p:sp>
      <p:sp>
        <p:nvSpPr>
          <p:cNvPr id="71" name="Text 68"/>
          <p:cNvSpPr/>
          <p:nvPr/>
        </p:nvSpPr>
        <p:spPr>
          <a:xfrm>
            <a:off x="8473169" y="386960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1088" dirty="0"/>
          </a:p>
        </p:txBody>
      </p:sp>
      <p:sp>
        <p:nvSpPr>
          <p:cNvPr id="72" name="Text 69"/>
          <p:cNvSpPr/>
          <p:nvPr/>
        </p:nvSpPr>
        <p:spPr>
          <a:xfrm>
            <a:off x="9272802" y="386960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1088" dirty="0"/>
          </a:p>
        </p:txBody>
      </p:sp>
      <p:sp>
        <p:nvSpPr>
          <p:cNvPr id="73" name="Text 70"/>
          <p:cNvSpPr/>
          <p:nvPr/>
        </p:nvSpPr>
        <p:spPr>
          <a:xfrm>
            <a:off x="723882" y="4117255"/>
            <a:ext cx="701164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088" dirty="0"/>
          </a:p>
        </p:txBody>
      </p:sp>
      <p:sp>
        <p:nvSpPr>
          <p:cNvPr id="74" name="Text 71"/>
          <p:cNvSpPr/>
          <p:nvPr/>
        </p:nvSpPr>
        <p:spPr>
          <a:xfrm>
            <a:off x="3258213" y="4117255"/>
            <a:ext cx="75882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7.250</a:t>
            </a:r>
            <a:endParaRPr lang="en-US" sz="1088" dirty="0"/>
          </a:p>
        </p:txBody>
      </p:sp>
      <p:sp>
        <p:nvSpPr>
          <p:cNvPr id="75" name="Text 72"/>
          <p:cNvSpPr/>
          <p:nvPr/>
        </p:nvSpPr>
        <p:spPr>
          <a:xfrm>
            <a:off x="5465874" y="4117255"/>
            <a:ext cx="839615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088" dirty="0"/>
          </a:p>
        </p:txBody>
      </p:sp>
      <p:sp>
        <p:nvSpPr>
          <p:cNvPr id="76" name="Text 73"/>
          <p:cNvSpPr/>
          <p:nvPr/>
        </p:nvSpPr>
        <p:spPr>
          <a:xfrm>
            <a:off x="6265507" y="4117255"/>
            <a:ext cx="75882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2.194</a:t>
            </a:r>
            <a:endParaRPr lang="en-US" sz="1088" dirty="0"/>
          </a:p>
        </p:txBody>
      </p:sp>
      <p:sp>
        <p:nvSpPr>
          <p:cNvPr id="77" name="Text 74"/>
          <p:cNvSpPr/>
          <p:nvPr/>
        </p:nvSpPr>
        <p:spPr>
          <a:xfrm>
            <a:off x="9272802" y="4117255"/>
            <a:ext cx="75882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9.444</a:t>
            </a:r>
            <a:endParaRPr lang="en-US" sz="1088" dirty="0"/>
          </a:p>
        </p:txBody>
      </p:sp>
      <p:sp>
        <p:nvSpPr>
          <p:cNvPr id="78" name="Text 75"/>
          <p:cNvSpPr/>
          <p:nvPr/>
        </p:nvSpPr>
        <p:spPr>
          <a:xfrm>
            <a:off x="10935468" y="1908870"/>
            <a:ext cx="55896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1088" dirty="0"/>
          </a:p>
        </p:txBody>
      </p:sp>
      <p:sp>
        <p:nvSpPr>
          <p:cNvPr id="79" name="Text 76"/>
          <p:cNvSpPr/>
          <p:nvPr/>
        </p:nvSpPr>
        <p:spPr>
          <a:xfrm>
            <a:off x="3258213" y="2407517"/>
            <a:ext cx="75882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1184" dirty="0"/>
          </a:p>
        </p:txBody>
      </p:sp>
      <p:sp>
        <p:nvSpPr>
          <p:cNvPr id="80" name="Text 77"/>
          <p:cNvSpPr/>
          <p:nvPr/>
        </p:nvSpPr>
        <p:spPr>
          <a:xfrm>
            <a:off x="6265507" y="2407517"/>
            <a:ext cx="75882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1184" dirty="0"/>
          </a:p>
        </p:txBody>
      </p:sp>
      <p:sp>
        <p:nvSpPr>
          <p:cNvPr id="81" name="Text 78"/>
          <p:cNvSpPr/>
          <p:nvPr/>
        </p:nvSpPr>
        <p:spPr>
          <a:xfrm>
            <a:off x="9272802" y="2407517"/>
            <a:ext cx="75882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1184" dirty="0"/>
          </a:p>
        </p:txBody>
      </p:sp>
      <p:sp>
        <p:nvSpPr>
          <p:cNvPr id="82" name="Text 79"/>
          <p:cNvSpPr/>
          <p:nvPr/>
        </p:nvSpPr>
        <p:spPr>
          <a:xfrm>
            <a:off x="723882" y="2178917"/>
            <a:ext cx="7011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83" name="Text 80"/>
          <p:cNvSpPr/>
          <p:nvPr/>
        </p:nvSpPr>
        <p:spPr>
          <a:xfrm>
            <a:off x="838179" y="2693267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088" dirty="0"/>
          </a:p>
        </p:txBody>
      </p:sp>
      <p:sp>
        <p:nvSpPr>
          <p:cNvPr id="84" name="Text 81"/>
          <p:cNvSpPr/>
          <p:nvPr/>
        </p:nvSpPr>
        <p:spPr>
          <a:xfrm>
            <a:off x="5465874" y="2636117"/>
            <a:ext cx="839615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1088" dirty="0"/>
          </a:p>
        </p:txBody>
      </p:sp>
      <p:sp>
        <p:nvSpPr>
          <p:cNvPr id="85" name="Text 82"/>
          <p:cNvSpPr/>
          <p:nvPr/>
        </p:nvSpPr>
        <p:spPr>
          <a:xfrm>
            <a:off x="6265507" y="2636117"/>
            <a:ext cx="75882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1088" dirty="0"/>
          </a:p>
        </p:txBody>
      </p:sp>
      <p:sp>
        <p:nvSpPr>
          <p:cNvPr id="86" name="Text 83"/>
          <p:cNvSpPr/>
          <p:nvPr/>
        </p:nvSpPr>
        <p:spPr>
          <a:xfrm>
            <a:off x="838179" y="2940917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088" dirty="0"/>
          </a:p>
        </p:txBody>
      </p:sp>
      <p:sp>
        <p:nvSpPr>
          <p:cNvPr id="87" name="Text 84"/>
          <p:cNvSpPr/>
          <p:nvPr/>
        </p:nvSpPr>
        <p:spPr>
          <a:xfrm>
            <a:off x="5465874" y="287900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1088" dirty="0"/>
          </a:p>
        </p:txBody>
      </p:sp>
      <p:sp>
        <p:nvSpPr>
          <p:cNvPr id="88" name="Text 85"/>
          <p:cNvSpPr/>
          <p:nvPr/>
        </p:nvSpPr>
        <p:spPr>
          <a:xfrm>
            <a:off x="6265507" y="287900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194</a:t>
            </a:r>
            <a:endParaRPr lang="en-US" sz="1088" dirty="0"/>
          </a:p>
        </p:txBody>
      </p:sp>
      <p:sp>
        <p:nvSpPr>
          <p:cNvPr id="89" name="Text 86"/>
          <p:cNvSpPr/>
          <p:nvPr/>
        </p:nvSpPr>
        <p:spPr>
          <a:xfrm>
            <a:off x="838179" y="3188567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088" dirty="0"/>
          </a:p>
        </p:txBody>
      </p:sp>
      <p:sp>
        <p:nvSpPr>
          <p:cNvPr id="90" name="Text 87"/>
          <p:cNvSpPr/>
          <p:nvPr/>
        </p:nvSpPr>
        <p:spPr>
          <a:xfrm>
            <a:off x="5465874" y="312665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1088" dirty="0"/>
          </a:p>
        </p:txBody>
      </p:sp>
      <p:sp>
        <p:nvSpPr>
          <p:cNvPr id="91" name="Text 88"/>
          <p:cNvSpPr/>
          <p:nvPr/>
        </p:nvSpPr>
        <p:spPr>
          <a:xfrm>
            <a:off x="6265507" y="312665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371</a:t>
            </a:r>
            <a:endParaRPr lang="en-US" sz="1088" dirty="0"/>
          </a:p>
        </p:txBody>
      </p:sp>
      <p:sp>
        <p:nvSpPr>
          <p:cNvPr id="92" name="Text 89"/>
          <p:cNvSpPr/>
          <p:nvPr/>
        </p:nvSpPr>
        <p:spPr>
          <a:xfrm>
            <a:off x="838179" y="3436217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088" dirty="0"/>
          </a:p>
        </p:txBody>
      </p:sp>
      <p:sp>
        <p:nvSpPr>
          <p:cNvPr id="93" name="Text 90"/>
          <p:cNvSpPr/>
          <p:nvPr/>
        </p:nvSpPr>
        <p:spPr>
          <a:xfrm>
            <a:off x="5465874" y="337430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1088" dirty="0"/>
          </a:p>
        </p:txBody>
      </p:sp>
      <p:sp>
        <p:nvSpPr>
          <p:cNvPr id="94" name="Text 91"/>
          <p:cNvSpPr/>
          <p:nvPr/>
        </p:nvSpPr>
        <p:spPr>
          <a:xfrm>
            <a:off x="6265507" y="337430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621</a:t>
            </a:r>
            <a:endParaRPr lang="en-US" sz="1088" dirty="0"/>
          </a:p>
        </p:txBody>
      </p:sp>
      <p:sp>
        <p:nvSpPr>
          <p:cNvPr id="95" name="Text 92"/>
          <p:cNvSpPr/>
          <p:nvPr/>
        </p:nvSpPr>
        <p:spPr>
          <a:xfrm>
            <a:off x="838179" y="3683867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088" dirty="0"/>
          </a:p>
        </p:txBody>
      </p:sp>
      <p:sp>
        <p:nvSpPr>
          <p:cNvPr id="96" name="Text 93"/>
          <p:cNvSpPr/>
          <p:nvPr/>
        </p:nvSpPr>
        <p:spPr>
          <a:xfrm>
            <a:off x="5465874" y="362195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1088" dirty="0"/>
          </a:p>
        </p:txBody>
      </p:sp>
      <p:sp>
        <p:nvSpPr>
          <p:cNvPr id="97" name="Text 94"/>
          <p:cNvSpPr/>
          <p:nvPr/>
        </p:nvSpPr>
        <p:spPr>
          <a:xfrm>
            <a:off x="6265507" y="362195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221</a:t>
            </a:r>
            <a:endParaRPr lang="en-US" sz="1088" dirty="0"/>
          </a:p>
        </p:txBody>
      </p:sp>
      <p:sp>
        <p:nvSpPr>
          <p:cNvPr id="98" name="Text 95"/>
          <p:cNvSpPr/>
          <p:nvPr/>
        </p:nvSpPr>
        <p:spPr>
          <a:xfrm>
            <a:off x="838179" y="3931517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088" dirty="0"/>
          </a:p>
        </p:txBody>
      </p:sp>
      <p:sp>
        <p:nvSpPr>
          <p:cNvPr id="99" name="Text 96"/>
          <p:cNvSpPr/>
          <p:nvPr/>
        </p:nvSpPr>
        <p:spPr>
          <a:xfrm>
            <a:off x="5465874" y="3869605"/>
            <a:ext cx="83961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1088" dirty="0"/>
          </a:p>
        </p:txBody>
      </p:sp>
      <p:sp>
        <p:nvSpPr>
          <p:cNvPr id="100" name="Text 97"/>
          <p:cNvSpPr/>
          <p:nvPr/>
        </p:nvSpPr>
        <p:spPr>
          <a:xfrm>
            <a:off x="6265507" y="3869605"/>
            <a:ext cx="75882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289</a:t>
            </a:r>
            <a:endParaRPr lang="en-US" sz="1088" dirty="0"/>
          </a:p>
        </p:txBody>
      </p:sp>
      <p:sp>
        <p:nvSpPr>
          <p:cNvPr id="101" name="Text 98"/>
          <p:cNvSpPr/>
          <p:nvPr/>
        </p:nvSpPr>
        <p:spPr>
          <a:xfrm>
            <a:off x="1391657" y="2636117"/>
            <a:ext cx="1120268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1088" dirty="0"/>
          </a:p>
        </p:txBody>
      </p:sp>
      <p:sp>
        <p:nvSpPr>
          <p:cNvPr id="102" name="Text 99"/>
          <p:cNvSpPr/>
          <p:nvPr/>
        </p:nvSpPr>
        <p:spPr>
          <a:xfrm>
            <a:off x="1391657" y="2879005"/>
            <a:ext cx="1120268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1088" dirty="0"/>
          </a:p>
        </p:txBody>
      </p:sp>
      <p:sp>
        <p:nvSpPr>
          <p:cNvPr id="103" name="Text 100"/>
          <p:cNvSpPr/>
          <p:nvPr/>
        </p:nvSpPr>
        <p:spPr>
          <a:xfrm>
            <a:off x="1391657" y="3126655"/>
            <a:ext cx="1120268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1088" dirty="0"/>
          </a:p>
        </p:txBody>
      </p:sp>
      <p:sp>
        <p:nvSpPr>
          <p:cNvPr id="104" name="Text 101"/>
          <p:cNvSpPr/>
          <p:nvPr/>
        </p:nvSpPr>
        <p:spPr>
          <a:xfrm>
            <a:off x="1391657" y="3374305"/>
            <a:ext cx="1120268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1088" dirty="0"/>
          </a:p>
        </p:txBody>
      </p:sp>
      <p:sp>
        <p:nvSpPr>
          <p:cNvPr id="105" name="Text 102"/>
          <p:cNvSpPr/>
          <p:nvPr/>
        </p:nvSpPr>
        <p:spPr>
          <a:xfrm>
            <a:off x="1391657" y="3621955"/>
            <a:ext cx="1120268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1088" dirty="0"/>
          </a:p>
        </p:txBody>
      </p:sp>
      <p:sp>
        <p:nvSpPr>
          <p:cNvPr id="106" name="Text 103"/>
          <p:cNvSpPr/>
          <p:nvPr/>
        </p:nvSpPr>
        <p:spPr>
          <a:xfrm>
            <a:off x="1391657" y="3869605"/>
            <a:ext cx="1120268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1088" dirty="0"/>
          </a:p>
        </p:txBody>
      </p:sp>
      <p:sp>
        <p:nvSpPr>
          <p:cNvPr id="107" name="Text 104"/>
          <p:cNvSpPr/>
          <p:nvPr/>
        </p:nvSpPr>
        <p:spPr>
          <a:xfrm>
            <a:off x="1391657" y="4117255"/>
            <a:ext cx="1120268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10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2971" y="5452170"/>
            <a:ext cx="9362186" cy="172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con 3 de 6 meses sobre la meta. Cuota Protegida aportó 10.534 (90 %) y Combo Vida 3.383 (116 %).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8203945" y="148977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1213514" y="219075"/>
            <a:ext cx="3918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761981" y="99060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4482889" y="1489770"/>
            <a:ext cx="342706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8203945" y="99060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761981" y="148977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2449352" y="2178922"/>
            <a:ext cx="316937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1184" dirty="0"/>
          </a:p>
        </p:txBody>
      </p:sp>
      <p:sp>
        <p:nvSpPr>
          <p:cNvPr id="11" name="Text 8"/>
          <p:cNvSpPr/>
          <p:nvPr/>
        </p:nvSpPr>
        <p:spPr>
          <a:xfrm>
            <a:off x="4482889" y="990600"/>
            <a:ext cx="342706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5467809" y="2178922"/>
            <a:ext cx="314062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1184" dirty="0"/>
          </a:p>
        </p:txBody>
      </p:sp>
      <p:sp>
        <p:nvSpPr>
          <p:cNvPr id="13" name="Text 10"/>
          <p:cNvSpPr/>
          <p:nvPr/>
        </p:nvSpPr>
        <p:spPr>
          <a:xfrm>
            <a:off x="10362941" y="209550"/>
            <a:ext cx="132013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4482889" y="1162050"/>
            <a:ext cx="3427061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3040" dirty="0"/>
          </a:p>
        </p:txBody>
      </p:sp>
      <p:sp>
        <p:nvSpPr>
          <p:cNvPr id="15" name="Text 12"/>
          <p:cNvSpPr/>
          <p:nvPr/>
        </p:nvSpPr>
        <p:spPr>
          <a:xfrm>
            <a:off x="3990875" y="2407522"/>
            <a:ext cx="15507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1184" dirty="0"/>
          </a:p>
        </p:txBody>
      </p:sp>
      <p:sp>
        <p:nvSpPr>
          <p:cNvPr id="16" name="Text 13"/>
          <p:cNvSpPr/>
          <p:nvPr/>
        </p:nvSpPr>
        <p:spPr>
          <a:xfrm>
            <a:off x="6981948" y="2407522"/>
            <a:ext cx="15507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1184" dirty="0"/>
          </a:p>
        </p:txBody>
      </p:sp>
      <p:sp>
        <p:nvSpPr>
          <p:cNvPr id="17" name="Text 14"/>
          <p:cNvSpPr/>
          <p:nvPr/>
        </p:nvSpPr>
        <p:spPr>
          <a:xfrm>
            <a:off x="10003232" y="2407522"/>
            <a:ext cx="153781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1184" dirty="0"/>
          </a:p>
        </p:txBody>
      </p:sp>
      <p:sp>
        <p:nvSpPr>
          <p:cNvPr id="18" name="Text 15"/>
          <p:cNvSpPr/>
          <p:nvPr/>
        </p:nvSpPr>
        <p:spPr>
          <a:xfrm>
            <a:off x="1388085" y="2178922"/>
            <a:ext cx="111433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1184" dirty="0"/>
          </a:p>
        </p:txBody>
      </p:sp>
      <p:sp>
        <p:nvSpPr>
          <p:cNvPr id="19" name="Text 16"/>
          <p:cNvSpPr/>
          <p:nvPr/>
        </p:nvSpPr>
        <p:spPr>
          <a:xfrm>
            <a:off x="8458881" y="2178922"/>
            <a:ext cx="315937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1184" dirty="0"/>
          </a:p>
        </p:txBody>
      </p:sp>
      <p:sp>
        <p:nvSpPr>
          <p:cNvPr id="20" name="Text 17"/>
          <p:cNvSpPr/>
          <p:nvPr/>
        </p:nvSpPr>
        <p:spPr>
          <a:xfrm>
            <a:off x="7815960" y="2674222"/>
            <a:ext cx="54505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1088" dirty="0"/>
          </a:p>
        </p:txBody>
      </p:sp>
      <p:sp>
        <p:nvSpPr>
          <p:cNvPr id="21" name="Text 18"/>
          <p:cNvSpPr/>
          <p:nvPr/>
        </p:nvSpPr>
        <p:spPr>
          <a:xfrm>
            <a:off x="10834863" y="2674222"/>
            <a:ext cx="54458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105,0 %</a:t>
            </a:r>
            <a:endParaRPr lang="en-US" sz="1088" dirty="0"/>
          </a:p>
        </p:txBody>
      </p:sp>
      <p:sp>
        <p:nvSpPr>
          <p:cNvPr id="22" name="Text 19"/>
          <p:cNvSpPr/>
          <p:nvPr/>
        </p:nvSpPr>
        <p:spPr>
          <a:xfrm>
            <a:off x="4821613" y="2921872"/>
            <a:ext cx="54849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1088" dirty="0"/>
          </a:p>
        </p:txBody>
      </p:sp>
      <p:sp>
        <p:nvSpPr>
          <p:cNvPr id="23" name="Text 20"/>
          <p:cNvSpPr/>
          <p:nvPr/>
        </p:nvSpPr>
        <p:spPr>
          <a:xfrm>
            <a:off x="7835010" y="2921872"/>
            <a:ext cx="52505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111,0 %</a:t>
            </a:r>
            <a:endParaRPr lang="en-US" sz="1088" dirty="0"/>
          </a:p>
        </p:txBody>
      </p:sp>
      <p:sp>
        <p:nvSpPr>
          <p:cNvPr id="24" name="Text 21"/>
          <p:cNvSpPr/>
          <p:nvPr/>
        </p:nvSpPr>
        <p:spPr>
          <a:xfrm>
            <a:off x="10831142" y="2921872"/>
            <a:ext cx="54849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1088" dirty="0"/>
          </a:p>
        </p:txBody>
      </p:sp>
      <p:sp>
        <p:nvSpPr>
          <p:cNvPr id="25" name="Text 22"/>
          <p:cNvSpPr/>
          <p:nvPr/>
        </p:nvSpPr>
        <p:spPr>
          <a:xfrm>
            <a:off x="4835900" y="3169522"/>
            <a:ext cx="53349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114,0 %</a:t>
            </a:r>
            <a:endParaRPr lang="en-US" sz="1088" dirty="0"/>
          </a:p>
        </p:txBody>
      </p:sp>
      <p:sp>
        <p:nvSpPr>
          <p:cNvPr id="26" name="Text 23"/>
          <p:cNvSpPr/>
          <p:nvPr/>
        </p:nvSpPr>
        <p:spPr>
          <a:xfrm>
            <a:off x="7810900" y="3169522"/>
            <a:ext cx="55036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106,0 %</a:t>
            </a:r>
            <a:endParaRPr lang="en-US" sz="1088" dirty="0"/>
          </a:p>
        </p:txBody>
      </p:sp>
      <p:sp>
        <p:nvSpPr>
          <p:cNvPr id="27" name="Text 24"/>
          <p:cNvSpPr/>
          <p:nvPr/>
        </p:nvSpPr>
        <p:spPr>
          <a:xfrm>
            <a:off x="10846174" y="3169522"/>
            <a:ext cx="53271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1088" dirty="0"/>
          </a:p>
        </p:txBody>
      </p:sp>
      <p:sp>
        <p:nvSpPr>
          <p:cNvPr id="28" name="Text 25"/>
          <p:cNvSpPr/>
          <p:nvPr/>
        </p:nvSpPr>
        <p:spPr>
          <a:xfrm>
            <a:off x="7822508" y="3417172"/>
            <a:ext cx="53817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110,0 %</a:t>
            </a:r>
            <a:endParaRPr lang="en-US" sz="1088" dirty="0"/>
          </a:p>
        </p:txBody>
      </p:sp>
      <p:sp>
        <p:nvSpPr>
          <p:cNvPr id="29" name="Text 26"/>
          <p:cNvSpPr/>
          <p:nvPr/>
        </p:nvSpPr>
        <p:spPr>
          <a:xfrm>
            <a:off x="7819829" y="3664822"/>
            <a:ext cx="54099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124,0 %</a:t>
            </a:r>
            <a:endParaRPr lang="en-US" sz="1088" dirty="0"/>
          </a:p>
        </p:txBody>
      </p:sp>
      <p:sp>
        <p:nvSpPr>
          <p:cNvPr id="30" name="Text 27"/>
          <p:cNvSpPr/>
          <p:nvPr/>
        </p:nvSpPr>
        <p:spPr>
          <a:xfrm>
            <a:off x="7828759" y="3912472"/>
            <a:ext cx="53161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115,0 %</a:t>
            </a:r>
            <a:endParaRPr lang="en-US" sz="1088" dirty="0"/>
          </a:p>
        </p:txBody>
      </p:sp>
      <p:sp>
        <p:nvSpPr>
          <p:cNvPr id="31" name="Text 28"/>
          <p:cNvSpPr/>
          <p:nvPr/>
        </p:nvSpPr>
        <p:spPr>
          <a:xfrm>
            <a:off x="7823252" y="4160122"/>
            <a:ext cx="53739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116,0 %</a:t>
            </a:r>
            <a:endParaRPr lang="en-US" sz="1088" dirty="0"/>
          </a:p>
        </p:txBody>
      </p:sp>
      <p:sp>
        <p:nvSpPr>
          <p:cNvPr id="32" name="Text 29"/>
          <p:cNvSpPr/>
          <p:nvPr/>
        </p:nvSpPr>
        <p:spPr>
          <a:xfrm>
            <a:off x="761981" y="1162050"/>
            <a:ext cx="342690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3040" dirty="0"/>
          </a:p>
        </p:txBody>
      </p:sp>
      <p:sp>
        <p:nvSpPr>
          <p:cNvPr id="33" name="Text 30"/>
          <p:cNvSpPr/>
          <p:nvPr/>
        </p:nvSpPr>
        <p:spPr>
          <a:xfrm>
            <a:off x="4875487" y="2674222"/>
            <a:ext cx="49192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1088" dirty="0"/>
          </a:p>
        </p:txBody>
      </p:sp>
      <p:sp>
        <p:nvSpPr>
          <p:cNvPr id="34" name="Text 31"/>
          <p:cNvSpPr/>
          <p:nvPr/>
        </p:nvSpPr>
        <p:spPr>
          <a:xfrm>
            <a:off x="4881589" y="3417172"/>
            <a:ext cx="48551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73,0 %</a:t>
            </a:r>
            <a:endParaRPr lang="en-US" sz="1088" dirty="0"/>
          </a:p>
        </p:txBody>
      </p:sp>
      <p:sp>
        <p:nvSpPr>
          <p:cNvPr id="35" name="Text 32"/>
          <p:cNvSpPr/>
          <p:nvPr/>
        </p:nvSpPr>
        <p:spPr>
          <a:xfrm>
            <a:off x="10887845" y="3417172"/>
            <a:ext cx="48895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1088" dirty="0"/>
          </a:p>
        </p:txBody>
      </p:sp>
      <p:sp>
        <p:nvSpPr>
          <p:cNvPr id="36" name="Text 33"/>
          <p:cNvSpPr/>
          <p:nvPr/>
        </p:nvSpPr>
        <p:spPr>
          <a:xfrm>
            <a:off x="4883375" y="3664822"/>
            <a:ext cx="48364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75,0 %</a:t>
            </a:r>
            <a:endParaRPr lang="en-US" sz="1088" dirty="0"/>
          </a:p>
        </p:txBody>
      </p:sp>
      <p:sp>
        <p:nvSpPr>
          <p:cNvPr id="37" name="Text 34"/>
          <p:cNvSpPr/>
          <p:nvPr/>
        </p:nvSpPr>
        <p:spPr>
          <a:xfrm>
            <a:off x="10885315" y="3664822"/>
            <a:ext cx="49161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84,0 %</a:t>
            </a:r>
            <a:endParaRPr lang="en-US" sz="1088" dirty="0"/>
          </a:p>
        </p:txBody>
      </p:sp>
      <p:sp>
        <p:nvSpPr>
          <p:cNvPr id="38" name="Text 35"/>
          <p:cNvSpPr/>
          <p:nvPr/>
        </p:nvSpPr>
        <p:spPr>
          <a:xfrm>
            <a:off x="4882482" y="3912472"/>
            <a:ext cx="48458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87,0 %</a:t>
            </a:r>
            <a:endParaRPr lang="en-US" sz="1088" dirty="0"/>
          </a:p>
        </p:txBody>
      </p:sp>
      <p:sp>
        <p:nvSpPr>
          <p:cNvPr id="39" name="Text 36"/>
          <p:cNvSpPr/>
          <p:nvPr/>
        </p:nvSpPr>
        <p:spPr>
          <a:xfrm>
            <a:off x="10888142" y="3912472"/>
            <a:ext cx="48864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93,0 %</a:t>
            </a:r>
            <a:endParaRPr lang="en-US" sz="1088" dirty="0"/>
          </a:p>
        </p:txBody>
      </p:sp>
      <p:sp>
        <p:nvSpPr>
          <p:cNvPr id="40" name="Text 37"/>
          <p:cNvSpPr/>
          <p:nvPr/>
        </p:nvSpPr>
        <p:spPr>
          <a:xfrm>
            <a:off x="2449352" y="4117259"/>
            <a:ext cx="83508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088" dirty="0"/>
          </a:p>
        </p:txBody>
      </p:sp>
      <p:sp>
        <p:nvSpPr>
          <p:cNvPr id="41" name="Text 38"/>
          <p:cNvSpPr/>
          <p:nvPr/>
        </p:nvSpPr>
        <p:spPr>
          <a:xfrm>
            <a:off x="3244670" y="4117259"/>
            <a:ext cx="78351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11.643</a:t>
            </a:r>
            <a:endParaRPr lang="en-US" sz="1088" dirty="0"/>
          </a:p>
        </p:txBody>
      </p:sp>
      <p:sp>
        <p:nvSpPr>
          <p:cNvPr id="42" name="Text 39"/>
          <p:cNvSpPr/>
          <p:nvPr/>
        </p:nvSpPr>
        <p:spPr>
          <a:xfrm>
            <a:off x="4872809" y="4160122"/>
            <a:ext cx="49473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90,0 %</a:t>
            </a:r>
            <a:endParaRPr lang="en-US" sz="1088" dirty="0"/>
          </a:p>
        </p:txBody>
      </p:sp>
      <p:sp>
        <p:nvSpPr>
          <p:cNvPr id="43" name="Text 40"/>
          <p:cNvSpPr/>
          <p:nvPr/>
        </p:nvSpPr>
        <p:spPr>
          <a:xfrm>
            <a:off x="8458881" y="4117259"/>
            <a:ext cx="83508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088" dirty="0"/>
          </a:p>
        </p:txBody>
      </p:sp>
      <p:sp>
        <p:nvSpPr>
          <p:cNvPr id="44" name="Text 41"/>
          <p:cNvSpPr/>
          <p:nvPr/>
        </p:nvSpPr>
        <p:spPr>
          <a:xfrm>
            <a:off x="9254199" y="4117259"/>
            <a:ext cx="786485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14.572</a:t>
            </a:r>
            <a:endParaRPr lang="en-US" sz="1088" dirty="0"/>
          </a:p>
        </p:txBody>
      </p:sp>
      <p:sp>
        <p:nvSpPr>
          <p:cNvPr id="45" name="Text 42"/>
          <p:cNvSpPr/>
          <p:nvPr/>
        </p:nvSpPr>
        <p:spPr>
          <a:xfrm>
            <a:off x="10883082" y="4160122"/>
            <a:ext cx="49395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96,0 %</a:t>
            </a:r>
            <a:endParaRPr lang="en-US" sz="1088" dirty="0"/>
          </a:p>
        </p:txBody>
      </p:sp>
      <p:sp>
        <p:nvSpPr>
          <p:cNvPr id="46" name="Text 43"/>
          <p:cNvSpPr/>
          <p:nvPr/>
        </p:nvSpPr>
        <p:spPr>
          <a:xfrm>
            <a:off x="8203945" y="1162050"/>
            <a:ext cx="342690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3040" dirty="0"/>
          </a:p>
        </p:txBody>
      </p:sp>
      <p:sp>
        <p:nvSpPr>
          <p:cNvPr id="47" name="Text 44"/>
          <p:cNvSpPr/>
          <p:nvPr/>
        </p:nvSpPr>
        <p:spPr>
          <a:xfrm>
            <a:off x="10378419" y="1908870"/>
            <a:ext cx="524896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1088" dirty="0"/>
          </a:p>
        </p:txBody>
      </p:sp>
      <p:sp>
        <p:nvSpPr>
          <p:cNvPr id="48" name="Text 45"/>
          <p:cNvSpPr/>
          <p:nvPr/>
        </p:nvSpPr>
        <p:spPr>
          <a:xfrm>
            <a:off x="2449352" y="2407522"/>
            <a:ext cx="83508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1184" dirty="0"/>
          </a:p>
        </p:txBody>
      </p:sp>
      <p:sp>
        <p:nvSpPr>
          <p:cNvPr id="49" name="Text 46"/>
          <p:cNvSpPr/>
          <p:nvPr/>
        </p:nvSpPr>
        <p:spPr>
          <a:xfrm>
            <a:off x="5467809" y="2407522"/>
            <a:ext cx="83508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1184" dirty="0"/>
          </a:p>
        </p:txBody>
      </p:sp>
      <p:sp>
        <p:nvSpPr>
          <p:cNvPr id="50" name="Text 47"/>
          <p:cNvSpPr/>
          <p:nvPr/>
        </p:nvSpPr>
        <p:spPr>
          <a:xfrm>
            <a:off x="8458881" y="2407522"/>
            <a:ext cx="83508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1184" dirty="0"/>
          </a:p>
        </p:txBody>
      </p:sp>
      <p:sp>
        <p:nvSpPr>
          <p:cNvPr id="51" name="Text 48"/>
          <p:cNvSpPr/>
          <p:nvPr/>
        </p:nvSpPr>
        <p:spPr>
          <a:xfrm>
            <a:off x="2449352" y="2636122"/>
            <a:ext cx="83508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1088" dirty="0"/>
          </a:p>
        </p:txBody>
      </p:sp>
      <p:sp>
        <p:nvSpPr>
          <p:cNvPr id="52" name="Text 49"/>
          <p:cNvSpPr/>
          <p:nvPr/>
        </p:nvSpPr>
        <p:spPr>
          <a:xfrm>
            <a:off x="3244670" y="2636122"/>
            <a:ext cx="78351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1.703</a:t>
            </a:r>
            <a:endParaRPr lang="en-US" sz="1088" dirty="0"/>
          </a:p>
        </p:txBody>
      </p:sp>
      <p:sp>
        <p:nvSpPr>
          <p:cNvPr id="53" name="Text 50"/>
          <p:cNvSpPr/>
          <p:nvPr/>
        </p:nvSpPr>
        <p:spPr>
          <a:xfrm>
            <a:off x="8458881" y="2636122"/>
            <a:ext cx="83508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1088" dirty="0"/>
          </a:p>
        </p:txBody>
      </p:sp>
      <p:sp>
        <p:nvSpPr>
          <p:cNvPr id="54" name="Text 51"/>
          <p:cNvSpPr/>
          <p:nvPr/>
        </p:nvSpPr>
        <p:spPr>
          <a:xfrm>
            <a:off x="9254199" y="2636122"/>
            <a:ext cx="786485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2.132</a:t>
            </a:r>
            <a:endParaRPr lang="en-US" sz="1088" dirty="0"/>
          </a:p>
        </p:txBody>
      </p:sp>
      <p:sp>
        <p:nvSpPr>
          <p:cNvPr id="55" name="Text 52"/>
          <p:cNvSpPr/>
          <p:nvPr/>
        </p:nvSpPr>
        <p:spPr>
          <a:xfrm>
            <a:off x="2449352" y="287900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1088" dirty="0"/>
          </a:p>
        </p:txBody>
      </p:sp>
      <p:sp>
        <p:nvSpPr>
          <p:cNvPr id="56" name="Text 53"/>
          <p:cNvSpPr/>
          <p:nvPr/>
        </p:nvSpPr>
        <p:spPr>
          <a:xfrm>
            <a:off x="3244670" y="2879009"/>
            <a:ext cx="78351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1088" dirty="0"/>
          </a:p>
        </p:txBody>
      </p:sp>
      <p:sp>
        <p:nvSpPr>
          <p:cNvPr id="57" name="Text 54"/>
          <p:cNvSpPr/>
          <p:nvPr/>
        </p:nvSpPr>
        <p:spPr>
          <a:xfrm>
            <a:off x="8458881" y="287900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1088" dirty="0"/>
          </a:p>
        </p:txBody>
      </p:sp>
      <p:sp>
        <p:nvSpPr>
          <p:cNvPr id="58" name="Text 55"/>
          <p:cNvSpPr/>
          <p:nvPr/>
        </p:nvSpPr>
        <p:spPr>
          <a:xfrm>
            <a:off x="9254199" y="2879009"/>
            <a:ext cx="78648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1088" dirty="0"/>
          </a:p>
        </p:txBody>
      </p:sp>
      <p:sp>
        <p:nvSpPr>
          <p:cNvPr id="59" name="Text 56"/>
          <p:cNvSpPr/>
          <p:nvPr/>
        </p:nvSpPr>
        <p:spPr>
          <a:xfrm>
            <a:off x="2449352" y="312665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1088" dirty="0"/>
          </a:p>
        </p:txBody>
      </p:sp>
      <p:sp>
        <p:nvSpPr>
          <p:cNvPr id="60" name="Text 57"/>
          <p:cNvSpPr/>
          <p:nvPr/>
        </p:nvSpPr>
        <p:spPr>
          <a:xfrm>
            <a:off x="3244670" y="3126659"/>
            <a:ext cx="78351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1088" dirty="0"/>
          </a:p>
        </p:txBody>
      </p:sp>
      <p:sp>
        <p:nvSpPr>
          <p:cNvPr id="61" name="Text 58"/>
          <p:cNvSpPr/>
          <p:nvPr/>
        </p:nvSpPr>
        <p:spPr>
          <a:xfrm>
            <a:off x="8458881" y="312665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1088" dirty="0"/>
          </a:p>
        </p:txBody>
      </p:sp>
      <p:sp>
        <p:nvSpPr>
          <p:cNvPr id="62" name="Text 59"/>
          <p:cNvSpPr/>
          <p:nvPr/>
        </p:nvSpPr>
        <p:spPr>
          <a:xfrm>
            <a:off x="9254199" y="3126659"/>
            <a:ext cx="78648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1088" dirty="0"/>
          </a:p>
        </p:txBody>
      </p:sp>
      <p:sp>
        <p:nvSpPr>
          <p:cNvPr id="63" name="Text 60"/>
          <p:cNvSpPr/>
          <p:nvPr/>
        </p:nvSpPr>
        <p:spPr>
          <a:xfrm>
            <a:off x="2449352" y="337430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1088" dirty="0"/>
          </a:p>
        </p:txBody>
      </p:sp>
      <p:sp>
        <p:nvSpPr>
          <p:cNvPr id="64" name="Text 61"/>
          <p:cNvSpPr/>
          <p:nvPr/>
        </p:nvSpPr>
        <p:spPr>
          <a:xfrm>
            <a:off x="3244670" y="3374309"/>
            <a:ext cx="78351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1088" dirty="0"/>
          </a:p>
        </p:txBody>
      </p:sp>
      <p:sp>
        <p:nvSpPr>
          <p:cNvPr id="65" name="Text 62"/>
          <p:cNvSpPr/>
          <p:nvPr/>
        </p:nvSpPr>
        <p:spPr>
          <a:xfrm>
            <a:off x="8458881" y="337430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1088" dirty="0"/>
          </a:p>
        </p:txBody>
      </p:sp>
      <p:sp>
        <p:nvSpPr>
          <p:cNvPr id="66" name="Text 63"/>
          <p:cNvSpPr/>
          <p:nvPr/>
        </p:nvSpPr>
        <p:spPr>
          <a:xfrm>
            <a:off x="9254199" y="3374309"/>
            <a:ext cx="78648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088" dirty="0"/>
          </a:p>
        </p:txBody>
      </p:sp>
      <p:sp>
        <p:nvSpPr>
          <p:cNvPr id="67" name="Text 64"/>
          <p:cNvSpPr/>
          <p:nvPr/>
        </p:nvSpPr>
        <p:spPr>
          <a:xfrm>
            <a:off x="2449352" y="362195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1088" dirty="0"/>
          </a:p>
        </p:txBody>
      </p:sp>
      <p:sp>
        <p:nvSpPr>
          <p:cNvPr id="68" name="Text 65"/>
          <p:cNvSpPr/>
          <p:nvPr/>
        </p:nvSpPr>
        <p:spPr>
          <a:xfrm>
            <a:off x="3244670" y="3621959"/>
            <a:ext cx="78351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2.100</a:t>
            </a:r>
            <a:endParaRPr lang="en-US" sz="1088" dirty="0"/>
          </a:p>
        </p:txBody>
      </p:sp>
      <p:sp>
        <p:nvSpPr>
          <p:cNvPr id="69" name="Text 66"/>
          <p:cNvSpPr/>
          <p:nvPr/>
        </p:nvSpPr>
        <p:spPr>
          <a:xfrm>
            <a:off x="8458881" y="362195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1088" dirty="0"/>
          </a:p>
        </p:txBody>
      </p:sp>
      <p:sp>
        <p:nvSpPr>
          <p:cNvPr id="70" name="Text 67"/>
          <p:cNvSpPr/>
          <p:nvPr/>
        </p:nvSpPr>
        <p:spPr>
          <a:xfrm>
            <a:off x="9254199" y="3621959"/>
            <a:ext cx="78648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2.600</a:t>
            </a:r>
            <a:endParaRPr lang="en-US" sz="1088" dirty="0"/>
          </a:p>
        </p:txBody>
      </p:sp>
      <p:sp>
        <p:nvSpPr>
          <p:cNvPr id="71" name="Text 68"/>
          <p:cNvSpPr/>
          <p:nvPr/>
        </p:nvSpPr>
        <p:spPr>
          <a:xfrm>
            <a:off x="2449352" y="386960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1088" dirty="0"/>
          </a:p>
        </p:txBody>
      </p:sp>
      <p:sp>
        <p:nvSpPr>
          <p:cNvPr id="72" name="Text 69"/>
          <p:cNvSpPr/>
          <p:nvPr/>
        </p:nvSpPr>
        <p:spPr>
          <a:xfrm>
            <a:off x="3244670" y="3869609"/>
            <a:ext cx="78351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2.000</a:t>
            </a:r>
            <a:endParaRPr lang="en-US" sz="1088" dirty="0"/>
          </a:p>
        </p:txBody>
      </p:sp>
      <p:sp>
        <p:nvSpPr>
          <p:cNvPr id="73" name="Text 70"/>
          <p:cNvSpPr/>
          <p:nvPr/>
        </p:nvSpPr>
        <p:spPr>
          <a:xfrm>
            <a:off x="8458881" y="386960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1088" dirty="0"/>
          </a:p>
        </p:txBody>
      </p:sp>
      <p:sp>
        <p:nvSpPr>
          <p:cNvPr id="74" name="Text 71"/>
          <p:cNvSpPr/>
          <p:nvPr/>
        </p:nvSpPr>
        <p:spPr>
          <a:xfrm>
            <a:off x="9254199" y="3869609"/>
            <a:ext cx="78648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1088" dirty="0"/>
          </a:p>
        </p:txBody>
      </p:sp>
      <p:sp>
        <p:nvSpPr>
          <p:cNvPr id="75" name="Text 72"/>
          <p:cNvSpPr/>
          <p:nvPr/>
        </p:nvSpPr>
        <p:spPr>
          <a:xfrm>
            <a:off x="723882" y="4117259"/>
            <a:ext cx="69741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088" dirty="0"/>
          </a:p>
        </p:txBody>
      </p:sp>
      <p:sp>
        <p:nvSpPr>
          <p:cNvPr id="76" name="Text 73"/>
          <p:cNvSpPr/>
          <p:nvPr/>
        </p:nvSpPr>
        <p:spPr>
          <a:xfrm>
            <a:off x="5467809" y="4117259"/>
            <a:ext cx="83508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088" dirty="0"/>
          </a:p>
        </p:txBody>
      </p:sp>
      <p:sp>
        <p:nvSpPr>
          <p:cNvPr id="77" name="Text 74"/>
          <p:cNvSpPr/>
          <p:nvPr/>
        </p:nvSpPr>
        <p:spPr>
          <a:xfrm>
            <a:off x="6263126" y="4117259"/>
            <a:ext cx="75476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2.929</a:t>
            </a:r>
            <a:endParaRPr lang="en-US" sz="1088" dirty="0"/>
          </a:p>
        </p:txBody>
      </p:sp>
      <p:sp>
        <p:nvSpPr>
          <p:cNvPr id="78" name="Text 75"/>
          <p:cNvSpPr/>
          <p:nvPr/>
        </p:nvSpPr>
        <p:spPr>
          <a:xfrm>
            <a:off x="10935468" y="1908870"/>
            <a:ext cx="55896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1088" dirty="0"/>
          </a:p>
        </p:txBody>
      </p:sp>
      <p:sp>
        <p:nvSpPr>
          <p:cNvPr id="79" name="Text 76"/>
          <p:cNvSpPr/>
          <p:nvPr/>
        </p:nvSpPr>
        <p:spPr>
          <a:xfrm>
            <a:off x="3244670" y="2407522"/>
            <a:ext cx="78351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1184" dirty="0"/>
          </a:p>
        </p:txBody>
      </p:sp>
      <p:sp>
        <p:nvSpPr>
          <p:cNvPr id="80" name="Text 77"/>
          <p:cNvSpPr/>
          <p:nvPr/>
        </p:nvSpPr>
        <p:spPr>
          <a:xfrm>
            <a:off x="6263126" y="2407522"/>
            <a:ext cx="75476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1184" dirty="0"/>
          </a:p>
        </p:txBody>
      </p:sp>
      <p:sp>
        <p:nvSpPr>
          <p:cNvPr id="81" name="Text 78"/>
          <p:cNvSpPr/>
          <p:nvPr/>
        </p:nvSpPr>
        <p:spPr>
          <a:xfrm>
            <a:off x="9254199" y="2407522"/>
            <a:ext cx="78648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1184" dirty="0"/>
          </a:p>
        </p:txBody>
      </p:sp>
      <p:sp>
        <p:nvSpPr>
          <p:cNvPr id="82" name="Text 79"/>
          <p:cNvSpPr/>
          <p:nvPr/>
        </p:nvSpPr>
        <p:spPr>
          <a:xfrm>
            <a:off x="723882" y="2178922"/>
            <a:ext cx="69741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83" name="Text 80"/>
          <p:cNvSpPr/>
          <p:nvPr/>
        </p:nvSpPr>
        <p:spPr>
          <a:xfrm>
            <a:off x="838179" y="2693272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088" dirty="0"/>
          </a:p>
        </p:txBody>
      </p:sp>
      <p:sp>
        <p:nvSpPr>
          <p:cNvPr id="84" name="Text 81"/>
          <p:cNvSpPr/>
          <p:nvPr/>
        </p:nvSpPr>
        <p:spPr>
          <a:xfrm>
            <a:off x="5467809" y="2636122"/>
            <a:ext cx="83508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1088" dirty="0"/>
          </a:p>
        </p:txBody>
      </p:sp>
      <p:sp>
        <p:nvSpPr>
          <p:cNvPr id="85" name="Text 82"/>
          <p:cNvSpPr/>
          <p:nvPr/>
        </p:nvSpPr>
        <p:spPr>
          <a:xfrm>
            <a:off x="6263126" y="2636122"/>
            <a:ext cx="75476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429</a:t>
            </a:r>
            <a:endParaRPr lang="en-US" sz="1088" dirty="0"/>
          </a:p>
        </p:txBody>
      </p:sp>
      <p:sp>
        <p:nvSpPr>
          <p:cNvPr id="86" name="Text 83"/>
          <p:cNvSpPr/>
          <p:nvPr/>
        </p:nvSpPr>
        <p:spPr>
          <a:xfrm>
            <a:off x="838179" y="2940922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088" dirty="0"/>
          </a:p>
        </p:txBody>
      </p:sp>
      <p:sp>
        <p:nvSpPr>
          <p:cNvPr id="87" name="Text 84"/>
          <p:cNvSpPr/>
          <p:nvPr/>
        </p:nvSpPr>
        <p:spPr>
          <a:xfrm>
            <a:off x="5467809" y="287900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1088" dirty="0"/>
          </a:p>
        </p:txBody>
      </p:sp>
      <p:sp>
        <p:nvSpPr>
          <p:cNvPr id="88" name="Text 85"/>
          <p:cNvSpPr/>
          <p:nvPr/>
        </p:nvSpPr>
        <p:spPr>
          <a:xfrm>
            <a:off x="6263126" y="2879009"/>
            <a:ext cx="75476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1088" dirty="0"/>
          </a:p>
        </p:txBody>
      </p:sp>
      <p:sp>
        <p:nvSpPr>
          <p:cNvPr id="89" name="Text 86"/>
          <p:cNvSpPr/>
          <p:nvPr/>
        </p:nvSpPr>
        <p:spPr>
          <a:xfrm>
            <a:off x="838179" y="3188572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088" dirty="0"/>
          </a:p>
        </p:txBody>
      </p:sp>
      <p:sp>
        <p:nvSpPr>
          <p:cNvPr id="90" name="Text 87"/>
          <p:cNvSpPr/>
          <p:nvPr/>
        </p:nvSpPr>
        <p:spPr>
          <a:xfrm>
            <a:off x="5467809" y="312665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1088" dirty="0"/>
          </a:p>
        </p:txBody>
      </p:sp>
      <p:sp>
        <p:nvSpPr>
          <p:cNvPr id="91" name="Text 88"/>
          <p:cNvSpPr/>
          <p:nvPr/>
        </p:nvSpPr>
        <p:spPr>
          <a:xfrm>
            <a:off x="6263126" y="3126659"/>
            <a:ext cx="75476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1088" dirty="0"/>
          </a:p>
        </p:txBody>
      </p:sp>
      <p:sp>
        <p:nvSpPr>
          <p:cNvPr id="92" name="Text 89"/>
          <p:cNvSpPr/>
          <p:nvPr/>
        </p:nvSpPr>
        <p:spPr>
          <a:xfrm>
            <a:off x="838179" y="3436222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088" dirty="0"/>
          </a:p>
        </p:txBody>
      </p:sp>
      <p:sp>
        <p:nvSpPr>
          <p:cNvPr id="93" name="Text 90"/>
          <p:cNvSpPr/>
          <p:nvPr/>
        </p:nvSpPr>
        <p:spPr>
          <a:xfrm>
            <a:off x="5467809" y="337430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1088" dirty="0"/>
          </a:p>
        </p:txBody>
      </p:sp>
      <p:sp>
        <p:nvSpPr>
          <p:cNvPr id="94" name="Text 91"/>
          <p:cNvSpPr/>
          <p:nvPr/>
        </p:nvSpPr>
        <p:spPr>
          <a:xfrm>
            <a:off x="6263126" y="3374309"/>
            <a:ext cx="75476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1088" dirty="0"/>
          </a:p>
        </p:txBody>
      </p:sp>
      <p:sp>
        <p:nvSpPr>
          <p:cNvPr id="95" name="Text 92"/>
          <p:cNvSpPr/>
          <p:nvPr/>
        </p:nvSpPr>
        <p:spPr>
          <a:xfrm>
            <a:off x="838179" y="3683872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088" dirty="0"/>
          </a:p>
        </p:txBody>
      </p:sp>
      <p:sp>
        <p:nvSpPr>
          <p:cNvPr id="96" name="Text 93"/>
          <p:cNvSpPr/>
          <p:nvPr/>
        </p:nvSpPr>
        <p:spPr>
          <a:xfrm>
            <a:off x="5467809" y="362195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1088" dirty="0"/>
          </a:p>
        </p:txBody>
      </p:sp>
      <p:sp>
        <p:nvSpPr>
          <p:cNvPr id="97" name="Text 94"/>
          <p:cNvSpPr/>
          <p:nvPr/>
        </p:nvSpPr>
        <p:spPr>
          <a:xfrm>
            <a:off x="6263126" y="3621959"/>
            <a:ext cx="75476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1088" dirty="0"/>
          </a:p>
        </p:txBody>
      </p:sp>
      <p:sp>
        <p:nvSpPr>
          <p:cNvPr id="98" name="Text 95"/>
          <p:cNvSpPr/>
          <p:nvPr/>
        </p:nvSpPr>
        <p:spPr>
          <a:xfrm>
            <a:off x="838179" y="3931522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088" dirty="0"/>
          </a:p>
        </p:txBody>
      </p:sp>
      <p:sp>
        <p:nvSpPr>
          <p:cNvPr id="99" name="Text 96"/>
          <p:cNvSpPr/>
          <p:nvPr/>
        </p:nvSpPr>
        <p:spPr>
          <a:xfrm>
            <a:off x="5467809" y="3869609"/>
            <a:ext cx="83508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1088" dirty="0"/>
          </a:p>
        </p:txBody>
      </p:sp>
      <p:sp>
        <p:nvSpPr>
          <p:cNvPr id="100" name="Text 97"/>
          <p:cNvSpPr/>
          <p:nvPr/>
        </p:nvSpPr>
        <p:spPr>
          <a:xfrm>
            <a:off x="6263126" y="3869609"/>
            <a:ext cx="75476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1088" dirty="0"/>
          </a:p>
        </p:txBody>
      </p:sp>
      <p:sp>
        <p:nvSpPr>
          <p:cNvPr id="101" name="Text 98"/>
          <p:cNvSpPr/>
          <p:nvPr/>
        </p:nvSpPr>
        <p:spPr>
          <a:xfrm>
            <a:off x="1388085" y="2636122"/>
            <a:ext cx="1114330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1088" dirty="0"/>
          </a:p>
        </p:txBody>
      </p:sp>
      <p:sp>
        <p:nvSpPr>
          <p:cNvPr id="102" name="Text 99"/>
          <p:cNvSpPr/>
          <p:nvPr/>
        </p:nvSpPr>
        <p:spPr>
          <a:xfrm>
            <a:off x="1388085" y="2879009"/>
            <a:ext cx="111433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1088" dirty="0"/>
          </a:p>
        </p:txBody>
      </p:sp>
      <p:sp>
        <p:nvSpPr>
          <p:cNvPr id="103" name="Text 100"/>
          <p:cNvSpPr/>
          <p:nvPr/>
        </p:nvSpPr>
        <p:spPr>
          <a:xfrm>
            <a:off x="1388085" y="3126659"/>
            <a:ext cx="111433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1088" dirty="0"/>
          </a:p>
        </p:txBody>
      </p:sp>
      <p:sp>
        <p:nvSpPr>
          <p:cNvPr id="104" name="Text 101"/>
          <p:cNvSpPr/>
          <p:nvPr/>
        </p:nvSpPr>
        <p:spPr>
          <a:xfrm>
            <a:off x="1388085" y="3374309"/>
            <a:ext cx="111433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1088" dirty="0"/>
          </a:p>
        </p:txBody>
      </p:sp>
      <p:sp>
        <p:nvSpPr>
          <p:cNvPr id="105" name="Text 102"/>
          <p:cNvSpPr/>
          <p:nvPr/>
        </p:nvSpPr>
        <p:spPr>
          <a:xfrm>
            <a:off x="1388085" y="3621959"/>
            <a:ext cx="111433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1088" dirty="0"/>
          </a:p>
        </p:txBody>
      </p:sp>
      <p:sp>
        <p:nvSpPr>
          <p:cNvPr id="106" name="Text 103"/>
          <p:cNvSpPr/>
          <p:nvPr/>
        </p:nvSpPr>
        <p:spPr>
          <a:xfrm>
            <a:off x="1388085" y="3869609"/>
            <a:ext cx="111433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1088" dirty="0"/>
          </a:p>
        </p:txBody>
      </p:sp>
      <p:sp>
        <p:nvSpPr>
          <p:cNvPr id="107" name="Text 104"/>
          <p:cNvSpPr/>
          <p:nvPr/>
        </p:nvSpPr>
        <p:spPr>
          <a:xfrm>
            <a:off x="1388085" y="4117259"/>
            <a:ext cx="1114330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10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575" y="5452170"/>
            <a:ext cx="10987817" cy="16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son registros re-enviados (49 %) y clientes con el producto activo (29 %) — depurar la base en origen podría liberar  al semestre.</a:t>
            </a:r>
            <a:endParaRPr lang="en-US" sz="1120" dirty="0"/>
          </a:p>
        </p:txBody>
      </p:sp>
      <p:sp>
        <p:nvSpPr>
          <p:cNvPr id="4" name="Text 1"/>
          <p:cNvSpPr/>
          <p:nvPr/>
        </p:nvSpPr>
        <p:spPr>
          <a:xfrm>
            <a:off x="6314917" y="4956870"/>
            <a:ext cx="541054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6314917" y="3544342"/>
            <a:ext cx="1605160" cy="21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efectivamente marcados por el equipo</a:t>
            </a:r>
            <a:endParaRPr lang="en-US" sz="896" dirty="0"/>
          </a:p>
        </p:txBody>
      </p:sp>
      <p:sp>
        <p:nvSpPr>
          <p:cNvPr id="6" name="Text 3"/>
          <p:cNvSpPr/>
          <p:nvPr/>
        </p:nvSpPr>
        <p:spPr>
          <a:xfrm>
            <a:off x="9134247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66 registros recibidos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6314917" y="2528590"/>
            <a:ext cx="1605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enviadas por Vanti (Power BI)</a:t>
            </a:r>
            <a:endParaRPr lang="en-US" sz="896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30204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680" dirty="0"/>
          </a:p>
        </p:txBody>
      </p:sp>
      <p:sp>
        <p:nvSpPr>
          <p:cNvPr id="9" name="Text 6"/>
          <p:cNvSpPr/>
          <p:nvPr/>
        </p:nvSpPr>
        <p:spPr>
          <a:xfrm>
            <a:off x="6314917" y="4128790"/>
            <a:ext cx="1605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Clientes con contacto efectivo</a:t>
            </a:r>
            <a:endParaRPr lang="en-US" sz="896" dirty="0"/>
          </a:p>
        </p:txBody>
      </p:sp>
      <p:sp>
        <p:nvSpPr>
          <p:cNvPr id="10" name="Text 7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(ene–jun)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dashboards Power BI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40 % apto para gestión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314917" y="3061990"/>
            <a:ext cx="1605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 y descarte</a:t>
            </a:r>
            <a:endParaRPr lang="en-US" sz="896" dirty="0"/>
          </a:p>
        </p:txBody>
      </p:sp>
      <p:sp>
        <p:nvSpPr>
          <p:cNvPr id="14" name="Text 11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 de base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9939089" y="2466082"/>
            <a:ext cx="16051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992" dirty="0"/>
          </a:p>
        </p:txBody>
      </p:sp>
      <p:sp>
        <p:nvSpPr>
          <p:cNvPr id="16" name="Text 13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1S (liquidación)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912.083 recibidos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6314917" y="2405955"/>
            <a:ext cx="1605160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6314917" y="2939355"/>
            <a:ext cx="1605160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9939089" y="2999482"/>
            <a:ext cx="16051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992" dirty="0"/>
          </a:p>
        </p:txBody>
      </p:sp>
      <p:sp>
        <p:nvSpPr>
          <p:cNvPr id="22" name="Text 19"/>
          <p:cNvSpPr/>
          <p:nvPr/>
        </p:nvSpPr>
        <p:spPr>
          <a:xfrm>
            <a:off x="9939089" y="3532882"/>
            <a:ext cx="16051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992" dirty="0"/>
          </a:p>
        </p:txBody>
      </p:sp>
      <p:sp>
        <p:nvSpPr>
          <p:cNvPr id="23" name="Text 20"/>
          <p:cNvSpPr/>
          <p:nvPr/>
        </p:nvSpPr>
        <p:spPr>
          <a:xfrm>
            <a:off x="9939089" y="4066282"/>
            <a:ext cx="16051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992" dirty="0"/>
          </a:p>
        </p:txBody>
      </p:sp>
      <p:sp>
        <p:nvSpPr>
          <p:cNvPr id="24" name="Text 21"/>
          <p:cNvSpPr/>
          <p:nvPr/>
        </p:nvSpPr>
        <p:spPr>
          <a:xfrm>
            <a:off x="9939089" y="4599682"/>
            <a:ext cx="16051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992" dirty="0"/>
          </a:p>
        </p:txBody>
      </p:sp>
      <p:sp>
        <p:nvSpPr>
          <p:cNvPr id="25" name="Text 22"/>
          <p:cNvSpPr/>
          <p:nvPr/>
        </p:nvSpPr>
        <p:spPr>
          <a:xfrm>
            <a:off x="10451640" y="209550"/>
            <a:ext cx="1226998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Bases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6314917" y="4662190"/>
            <a:ext cx="1605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</a:t>
            </a:r>
            <a:endParaRPr lang="en-US" sz="896" dirty="0"/>
          </a:p>
        </p:txBody>
      </p:sp>
      <p:sp>
        <p:nvSpPr>
          <p:cNvPr id="27" name="Text 24"/>
          <p:cNvSpPr/>
          <p:nvPr/>
        </p:nvSpPr>
        <p:spPr>
          <a:xfrm>
            <a:off x="6314917" y="3421707"/>
            <a:ext cx="1605160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6314917" y="4006155"/>
            <a:ext cx="1605160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2267786" y="2232720"/>
            <a:ext cx="117121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1184" dirty="0"/>
          </a:p>
        </p:txBody>
      </p:sp>
      <p:sp>
        <p:nvSpPr>
          <p:cNvPr id="30" name="Text 27"/>
          <p:cNvSpPr/>
          <p:nvPr/>
        </p:nvSpPr>
        <p:spPr>
          <a:xfrm>
            <a:off x="1306529" y="2232720"/>
            <a:ext cx="1009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1184" dirty="0"/>
          </a:p>
        </p:txBody>
      </p:sp>
      <p:sp>
        <p:nvSpPr>
          <p:cNvPr id="31" name="Text 28"/>
          <p:cNvSpPr/>
          <p:nvPr/>
        </p:nvSpPr>
        <p:spPr>
          <a:xfrm>
            <a:off x="3383225" y="2232720"/>
            <a:ext cx="106635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1184" dirty="0"/>
          </a:p>
        </p:txBody>
      </p:sp>
      <p:sp>
        <p:nvSpPr>
          <p:cNvPr id="32" name="Text 29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3040" dirty="0"/>
          </a:p>
        </p:txBody>
      </p:sp>
      <p:sp>
        <p:nvSpPr>
          <p:cNvPr id="33" name="Text 30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3040" dirty="0"/>
          </a:p>
        </p:txBody>
      </p:sp>
      <p:sp>
        <p:nvSpPr>
          <p:cNvPr id="34" name="Text 31"/>
          <p:cNvSpPr/>
          <p:nvPr/>
        </p:nvSpPr>
        <p:spPr>
          <a:xfrm>
            <a:off x="1306529" y="2461320"/>
            <a:ext cx="1009320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201.409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4398803" y="2461320"/>
            <a:ext cx="765389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102.168</a:t>
            </a:r>
            <a:endParaRPr lang="en-US" sz="1120" dirty="0"/>
          </a:p>
        </p:txBody>
      </p:sp>
      <p:sp>
        <p:nvSpPr>
          <p:cNvPr id="36" name="Text 33"/>
          <p:cNvSpPr/>
          <p:nvPr/>
        </p:nvSpPr>
        <p:spPr>
          <a:xfrm>
            <a:off x="1306529" y="2951857"/>
            <a:ext cx="100932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134.897</a:t>
            </a:r>
            <a:endParaRPr lang="en-US" sz="1120" dirty="0"/>
          </a:p>
        </p:txBody>
      </p:sp>
      <p:sp>
        <p:nvSpPr>
          <p:cNvPr id="37" name="Text 34"/>
          <p:cNvSpPr/>
          <p:nvPr/>
        </p:nvSpPr>
        <p:spPr>
          <a:xfrm>
            <a:off x="1306529" y="3199507"/>
            <a:ext cx="100932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153.111</a:t>
            </a:r>
            <a:endParaRPr lang="en-US" sz="1120" dirty="0"/>
          </a:p>
        </p:txBody>
      </p:sp>
      <p:sp>
        <p:nvSpPr>
          <p:cNvPr id="38" name="Text 35"/>
          <p:cNvSpPr/>
          <p:nvPr/>
        </p:nvSpPr>
        <p:spPr>
          <a:xfrm>
            <a:off x="2267786" y="3199507"/>
            <a:ext cx="117121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1120" dirty="0"/>
          </a:p>
        </p:txBody>
      </p:sp>
      <p:sp>
        <p:nvSpPr>
          <p:cNvPr id="39" name="Text 36"/>
          <p:cNvSpPr/>
          <p:nvPr/>
        </p:nvSpPr>
        <p:spPr>
          <a:xfrm>
            <a:off x="1306529" y="3447157"/>
            <a:ext cx="100932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154.335</a:t>
            </a:r>
            <a:endParaRPr lang="en-US" sz="1120" dirty="0"/>
          </a:p>
        </p:txBody>
      </p:sp>
      <p:sp>
        <p:nvSpPr>
          <p:cNvPr id="40" name="Text 37"/>
          <p:cNvSpPr/>
          <p:nvPr/>
        </p:nvSpPr>
        <p:spPr>
          <a:xfrm>
            <a:off x="2267786" y="3447157"/>
            <a:ext cx="117121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1120" dirty="0"/>
          </a:p>
        </p:txBody>
      </p:sp>
      <p:sp>
        <p:nvSpPr>
          <p:cNvPr id="41" name="Text 38"/>
          <p:cNvSpPr/>
          <p:nvPr/>
        </p:nvSpPr>
        <p:spPr>
          <a:xfrm>
            <a:off x="1306529" y="3694807"/>
            <a:ext cx="100932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173.413</a:t>
            </a:r>
            <a:endParaRPr lang="en-US" sz="1120" dirty="0"/>
          </a:p>
        </p:txBody>
      </p:sp>
      <p:sp>
        <p:nvSpPr>
          <p:cNvPr id="42" name="Text 39"/>
          <p:cNvSpPr/>
          <p:nvPr/>
        </p:nvSpPr>
        <p:spPr>
          <a:xfrm>
            <a:off x="2267786" y="3694807"/>
            <a:ext cx="117121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1120" dirty="0"/>
          </a:p>
        </p:txBody>
      </p:sp>
      <p:sp>
        <p:nvSpPr>
          <p:cNvPr id="43" name="Text 40"/>
          <p:cNvSpPr/>
          <p:nvPr/>
        </p:nvSpPr>
        <p:spPr>
          <a:xfrm>
            <a:off x="1306529" y="3942457"/>
            <a:ext cx="100932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1120" dirty="0"/>
          </a:p>
        </p:txBody>
      </p:sp>
      <p:sp>
        <p:nvSpPr>
          <p:cNvPr id="44" name="Text 41"/>
          <p:cNvSpPr/>
          <p:nvPr/>
        </p:nvSpPr>
        <p:spPr>
          <a:xfrm>
            <a:off x="2267786" y="3942457"/>
            <a:ext cx="1171211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</a:t>
            </a:r>
            <a:endParaRPr lang="en-US" sz="1120" dirty="0"/>
          </a:p>
        </p:txBody>
      </p:sp>
      <p:sp>
        <p:nvSpPr>
          <p:cNvPr id="45" name="Text 42"/>
          <p:cNvSpPr/>
          <p:nvPr/>
        </p:nvSpPr>
        <p:spPr>
          <a:xfrm>
            <a:off x="4398803" y="3942457"/>
            <a:ext cx="76538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1120" dirty="0"/>
          </a:p>
        </p:txBody>
      </p:sp>
      <p:sp>
        <p:nvSpPr>
          <p:cNvPr id="46" name="Text 43"/>
          <p:cNvSpPr/>
          <p:nvPr/>
        </p:nvSpPr>
        <p:spPr>
          <a:xfrm>
            <a:off x="7938889" y="2251770"/>
            <a:ext cx="20002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1216" dirty="0"/>
          </a:p>
        </p:txBody>
      </p:sp>
      <p:sp>
        <p:nvSpPr>
          <p:cNvPr id="47" name="Text 44"/>
          <p:cNvSpPr/>
          <p:nvPr/>
        </p:nvSpPr>
        <p:spPr>
          <a:xfrm>
            <a:off x="7938889" y="2785170"/>
            <a:ext cx="20002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1216" dirty="0"/>
          </a:p>
        </p:txBody>
      </p:sp>
      <p:sp>
        <p:nvSpPr>
          <p:cNvPr id="48" name="Text 45"/>
          <p:cNvSpPr/>
          <p:nvPr/>
        </p:nvSpPr>
        <p:spPr>
          <a:xfrm>
            <a:off x="7938889" y="3318570"/>
            <a:ext cx="20002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321.087</a:t>
            </a:r>
            <a:endParaRPr lang="en-US" sz="1216" dirty="0"/>
          </a:p>
        </p:txBody>
      </p:sp>
      <p:sp>
        <p:nvSpPr>
          <p:cNvPr id="49" name="Text 46"/>
          <p:cNvSpPr/>
          <p:nvPr/>
        </p:nvSpPr>
        <p:spPr>
          <a:xfrm>
            <a:off x="7938889" y="3851970"/>
            <a:ext cx="20002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</a:t>
            </a:r>
            <a:endParaRPr lang="en-US" sz="1216" dirty="0"/>
          </a:p>
        </p:txBody>
      </p:sp>
      <p:sp>
        <p:nvSpPr>
          <p:cNvPr id="50" name="Text 47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3040" dirty="0"/>
          </a:p>
        </p:txBody>
      </p:sp>
      <p:sp>
        <p:nvSpPr>
          <p:cNvPr id="51" name="Text 48"/>
          <p:cNvSpPr/>
          <p:nvPr/>
        </p:nvSpPr>
        <p:spPr>
          <a:xfrm>
            <a:off x="5127745" y="2232720"/>
            <a:ext cx="78648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52" name="Text 49"/>
          <p:cNvSpPr/>
          <p:nvPr/>
        </p:nvSpPr>
        <p:spPr>
          <a:xfrm>
            <a:off x="2267786" y="2461320"/>
            <a:ext cx="1171211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1120" dirty="0"/>
          </a:p>
        </p:txBody>
      </p:sp>
      <p:sp>
        <p:nvSpPr>
          <p:cNvPr id="53" name="Text 50"/>
          <p:cNvSpPr/>
          <p:nvPr/>
        </p:nvSpPr>
        <p:spPr>
          <a:xfrm>
            <a:off x="1306529" y="2704207"/>
            <a:ext cx="100932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94.918</a:t>
            </a:r>
            <a:endParaRPr lang="en-US" sz="1120" dirty="0"/>
          </a:p>
        </p:txBody>
      </p:sp>
      <p:sp>
        <p:nvSpPr>
          <p:cNvPr id="54" name="Text 51"/>
          <p:cNvSpPr/>
          <p:nvPr/>
        </p:nvSpPr>
        <p:spPr>
          <a:xfrm>
            <a:off x="2267786" y="2704207"/>
            <a:ext cx="117121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1120" dirty="0"/>
          </a:p>
        </p:txBody>
      </p:sp>
      <p:sp>
        <p:nvSpPr>
          <p:cNvPr id="55" name="Text 52"/>
          <p:cNvSpPr/>
          <p:nvPr/>
        </p:nvSpPr>
        <p:spPr>
          <a:xfrm>
            <a:off x="4398803" y="2704207"/>
            <a:ext cx="765389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46.733</a:t>
            </a:r>
            <a:endParaRPr lang="en-US" sz="1120" dirty="0"/>
          </a:p>
        </p:txBody>
      </p:sp>
      <p:sp>
        <p:nvSpPr>
          <p:cNvPr id="56" name="Text 53"/>
          <p:cNvSpPr/>
          <p:nvPr/>
        </p:nvSpPr>
        <p:spPr>
          <a:xfrm>
            <a:off x="2267786" y="2951857"/>
            <a:ext cx="117121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1120" dirty="0"/>
          </a:p>
        </p:txBody>
      </p:sp>
      <p:sp>
        <p:nvSpPr>
          <p:cNvPr id="57" name="Text 54"/>
          <p:cNvSpPr/>
          <p:nvPr/>
        </p:nvSpPr>
        <p:spPr>
          <a:xfrm>
            <a:off x="4398803" y="2951857"/>
            <a:ext cx="765389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73.899</a:t>
            </a:r>
            <a:endParaRPr lang="en-US" sz="1120" dirty="0"/>
          </a:p>
        </p:txBody>
      </p:sp>
      <p:sp>
        <p:nvSpPr>
          <p:cNvPr id="58" name="Text 55"/>
          <p:cNvSpPr/>
          <p:nvPr/>
        </p:nvSpPr>
        <p:spPr>
          <a:xfrm>
            <a:off x="4398803" y="3199507"/>
            <a:ext cx="765389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38.988</a:t>
            </a:r>
            <a:endParaRPr lang="en-US" sz="1120" dirty="0"/>
          </a:p>
        </p:txBody>
      </p:sp>
      <p:sp>
        <p:nvSpPr>
          <p:cNvPr id="59" name="Text 56"/>
          <p:cNvSpPr/>
          <p:nvPr/>
        </p:nvSpPr>
        <p:spPr>
          <a:xfrm>
            <a:off x="4398803" y="3447157"/>
            <a:ext cx="765389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37.644</a:t>
            </a:r>
            <a:endParaRPr lang="en-US" sz="1120" dirty="0"/>
          </a:p>
        </p:txBody>
      </p:sp>
      <p:sp>
        <p:nvSpPr>
          <p:cNvPr id="60" name="Text 57"/>
          <p:cNvSpPr/>
          <p:nvPr/>
        </p:nvSpPr>
        <p:spPr>
          <a:xfrm>
            <a:off x="4398803" y="3694807"/>
            <a:ext cx="765389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64.283</a:t>
            </a:r>
            <a:endParaRPr lang="en-US" sz="1120" dirty="0"/>
          </a:p>
        </p:txBody>
      </p:sp>
      <p:sp>
        <p:nvSpPr>
          <p:cNvPr id="61" name="Text 58"/>
          <p:cNvSpPr/>
          <p:nvPr/>
        </p:nvSpPr>
        <p:spPr>
          <a:xfrm>
            <a:off x="5127745" y="3942457"/>
            <a:ext cx="78648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120" dirty="0"/>
          </a:p>
        </p:txBody>
      </p:sp>
      <p:sp>
        <p:nvSpPr>
          <p:cNvPr id="62" name="Text 59"/>
          <p:cNvSpPr/>
          <p:nvPr/>
        </p:nvSpPr>
        <p:spPr>
          <a:xfrm>
            <a:off x="7938889" y="4385370"/>
            <a:ext cx="20002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216" dirty="0"/>
          </a:p>
        </p:txBody>
      </p:sp>
      <p:sp>
        <p:nvSpPr>
          <p:cNvPr id="63" name="Text 60"/>
          <p:cNvSpPr/>
          <p:nvPr/>
        </p:nvSpPr>
        <p:spPr>
          <a:xfrm>
            <a:off x="4398803" y="2232720"/>
            <a:ext cx="76538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1184" dirty="0"/>
          </a:p>
        </p:txBody>
      </p:sp>
      <p:sp>
        <p:nvSpPr>
          <p:cNvPr id="64" name="Text 61"/>
          <p:cNvSpPr/>
          <p:nvPr/>
        </p:nvSpPr>
        <p:spPr>
          <a:xfrm>
            <a:off x="5498020" y="2513707"/>
            <a:ext cx="27768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1120" dirty="0"/>
          </a:p>
        </p:txBody>
      </p:sp>
      <p:sp>
        <p:nvSpPr>
          <p:cNvPr id="65" name="Text 62"/>
          <p:cNvSpPr/>
          <p:nvPr/>
        </p:nvSpPr>
        <p:spPr>
          <a:xfrm>
            <a:off x="5502038" y="2761357"/>
            <a:ext cx="27346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1120" dirty="0"/>
          </a:p>
        </p:txBody>
      </p:sp>
      <p:sp>
        <p:nvSpPr>
          <p:cNvPr id="66" name="Text 63"/>
          <p:cNvSpPr/>
          <p:nvPr/>
        </p:nvSpPr>
        <p:spPr>
          <a:xfrm>
            <a:off x="5505164" y="3009007"/>
            <a:ext cx="27018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1120" dirty="0"/>
          </a:p>
        </p:txBody>
      </p:sp>
      <p:sp>
        <p:nvSpPr>
          <p:cNvPr id="67" name="Text 64"/>
          <p:cNvSpPr/>
          <p:nvPr/>
        </p:nvSpPr>
        <p:spPr>
          <a:xfrm>
            <a:off x="5494151" y="3256657"/>
            <a:ext cx="28174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1120" dirty="0"/>
          </a:p>
        </p:txBody>
      </p:sp>
      <p:sp>
        <p:nvSpPr>
          <p:cNvPr id="68" name="Text 65"/>
          <p:cNvSpPr/>
          <p:nvPr/>
        </p:nvSpPr>
        <p:spPr>
          <a:xfrm>
            <a:off x="5496383" y="3504307"/>
            <a:ext cx="27940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1120" dirty="0"/>
          </a:p>
        </p:txBody>
      </p:sp>
      <p:sp>
        <p:nvSpPr>
          <p:cNvPr id="69" name="Text 66"/>
          <p:cNvSpPr/>
          <p:nvPr/>
        </p:nvSpPr>
        <p:spPr>
          <a:xfrm>
            <a:off x="5505164" y="3751957"/>
            <a:ext cx="27018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1120" dirty="0"/>
          </a:p>
        </p:txBody>
      </p:sp>
      <p:sp>
        <p:nvSpPr>
          <p:cNvPr id="70" name="Text 67"/>
          <p:cNvSpPr/>
          <p:nvPr/>
        </p:nvSpPr>
        <p:spPr>
          <a:xfrm>
            <a:off x="723882" y="3942457"/>
            <a:ext cx="61178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20" dirty="0"/>
          </a:p>
        </p:txBody>
      </p:sp>
      <p:sp>
        <p:nvSpPr>
          <p:cNvPr id="71" name="Text 68"/>
          <p:cNvSpPr/>
          <p:nvPr/>
        </p:nvSpPr>
        <p:spPr>
          <a:xfrm>
            <a:off x="6314917" y="4539555"/>
            <a:ext cx="1605160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1120" dirty="0"/>
          </a:p>
        </p:txBody>
      </p:sp>
      <p:sp>
        <p:nvSpPr>
          <p:cNvPr id="72" name="Text 69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3040" dirty="0"/>
          </a:p>
        </p:txBody>
      </p:sp>
      <p:sp>
        <p:nvSpPr>
          <p:cNvPr id="73" name="Text 70"/>
          <p:cNvSpPr/>
          <p:nvPr/>
        </p:nvSpPr>
        <p:spPr>
          <a:xfrm>
            <a:off x="3905450" y="2499420"/>
            <a:ext cx="39800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1088" dirty="0"/>
          </a:p>
        </p:txBody>
      </p:sp>
      <p:sp>
        <p:nvSpPr>
          <p:cNvPr id="74" name="Text 71"/>
          <p:cNvSpPr/>
          <p:nvPr/>
        </p:nvSpPr>
        <p:spPr>
          <a:xfrm>
            <a:off x="3917058" y="2747070"/>
            <a:ext cx="38582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51 %</a:t>
            </a:r>
            <a:endParaRPr lang="en-US" sz="1088" dirty="0"/>
          </a:p>
        </p:txBody>
      </p:sp>
      <p:sp>
        <p:nvSpPr>
          <p:cNvPr id="75" name="Text 72"/>
          <p:cNvSpPr/>
          <p:nvPr/>
        </p:nvSpPr>
        <p:spPr>
          <a:xfrm>
            <a:off x="3909171" y="2994720"/>
            <a:ext cx="39410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45 %</a:t>
            </a:r>
            <a:endParaRPr lang="en-US" sz="1088" dirty="0"/>
          </a:p>
        </p:txBody>
      </p:sp>
      <p:sp>
        <p:nvSpPr>
          <p:cNvPr id="76" name="Text 73"/>
          <p:cNvSpPr/>
          <p:nvPr/>
        </p:nvSpPr>
        <p:spPr>
          <a:xfrm>
            <a:off x="3911552" y="3242370"/>
            <a:ext cx="39160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75 %</a:t>
            </a:r>
            <a:endParaRPr lang="en-US" sz="1088" dirty="0"/>
          </a:p>
        </p:txBody>
      </p:sp>
      <p:sp>
        <p:nvSpPr>
          <p:cNvPr id="77" name="Text 74"/>
          <p:cNvSpPr/>
          <p:nvPr/>
        </p:nvSpPr>
        <p:spPr>
          <a:xfrm>
            <a:off x="3904706" y="3490020"/>
            <a:ext cx="39879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</a:t>
            </a:r>
            <a:endParaRPr lang="en-US" sz="1088" dirty="0"/>
          </a:p>
        </p:txBody>
      </p:sp>
      <p:sp>
        <p:nvSpPr>
          <p:cNvPr id="78" name="Text 75"/>
          <p:cNvSpPr/>
          <p:nvPr/>
        </p:nvSpPr>
        <p:spPr>
          <a:xfrm>
            <a:off x="3905599" y="3737670"/>
            <a:ext cx="39785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63 %</a:t>
            </a:r>
            <a:endParaRPr lang="en-US" sz="1088" dirty="0"/>
          </a:p>
        </p:txBody>
      </p:sp>
      <p:sp>
        <p:nvSpPr>
          <p:cNvPr id="79" name="Text 76"/>
          <p:cNvSpPr/>
          <p:nvPr/>
        </p:nvSpPr>
        <p:spPr>
          <a:xfrm>
            <a:off x="3383225" y="3942457"/>
            <a:ext cx="106635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1120" dirty="0"/>
          </a:p>
        </p:txBody>
      </p:sp>
      <p:sp>
        <p:nvSpPr>
          <p:cNvPr id="80" name="Text 77"/>
          <p:cNvSpPr/>
          <p:nvPr/>
        </p:nvSpPr>
        <p:spPr>
          <a:xfrm>
            <a:off x="723882" y="2232720"/>
            <a:ext cx="6117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81" name="Text 78"/>
          <p:cNvSpPr/>
          <p:nvPr/>
        </p:nvSpPr>
        <p:spPr>
          <a:xfrm>
            <a:off x="838179" y="2513707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20" dirty="0"/>
          </a:p>
        </p:txBody>
      </p:sp>
      <p:sp>
        <p:nvSpPr>
          <p:cNvPr id="82" name="Text 79"/>
          <p:cNvSpPr/>
          <p:nvPr/>
        </p:nvSpPr>
        <p:spPr>
          <a:xfrm>
            <a:off x="838179" y="2761357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20" dirty="0"/>
          </a:p>
        </p:txBody>
      </p:sp>
      <p:sp>
        <p:nvSpPr>
          <p:cNvPr id="83" name="Text 80"/>
          <p:cNvSpPr/>
          <p:nvPr/>
        </p:nvSpPr>
        <p:spPr>
          <a:xfrm>
            <a:off x="838179" y="3009007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20" dirty="0"/>
          </a:p>
        </p:txBody>
      </p:sp>
      <p:sp>
        <p:nvSpPr>
          <p:cNvPr id="84" name="Text 81"/>
          <p:cNvSpPr/>
          <p:nvPr/>
        </p:nvSpPr>
        <p:spPr>
          <a:xfrm>
            <a:off x="838179" y="3256657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20" dirty="0"/>
          </a:p>
        </p:txBody>
      </p:sp>
      <p:sp>
        <p:nvSpPr>
          <p:cNvPr id="85" name="Text 82"/>
          <p:cNvSpPr/>
          <p:nvPr/>
        </p:nvSpPr>
        <p:spPr>
          <a:xfrm>
            <a:off x="838179" y="3504307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20" dirty="0"/>
          </a:p>
        </p:txBody>
      </p:sp>
      <p:sp>
        <p:nvSpPr>
          <p:cNvPr id="86" name="Text 83"/>
          <p:cNvSpPr/>
          <p:nvPr/>
        </p:nvSpPr>
        <p:spPr>
          <a:xfrm>
            <a:off x="838179" y="3751957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333" y="4853880"/>
            <a:ext cx="4960496" cy="69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corresponde a bases repetidas y clientes con producto activo. Depurar estos registros en origen podría recuperar hasta  por semestre, equivalentes a ~ adicionales aplicando la conversión actual del canal. Una coordinación con Vanti para limpiar la base antes del cargue liberaría capacidad operativa sin aumentar el equipo.</a:t>
            </a:r>
            <a:endParaRPr lang="en-US" sz="928" dirty="0"/>
          </a:p>
        </p:txBody>
      </p:sp>
      <p:sp>
        <p:nvSpPr>
          <p:cNvPr id="4" name="Text 1"/>
          <p:cNvSpPr/>
          <p:nvPr/>
        </p:nvSpPr>
        <p:spPr>
          <a:xfrm>
            <a:off x="704832" y="3720405"/>
            <a:ext cx="54605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CP Clientes Satisfechos: campaña puntual solo en enero (no recurrente).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9067573" y="1282005"/>
            <a:ext cx="2560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con mayor volumen de registros (255.138) en el semestre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05112" y="1282005"/>
            <a:ext cx="2560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· 3× el promedio del canal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86343" y="1282005"/>
            <a:ext cx="2560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 de conversión · en el objetivo de la campaña (5 %)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86343" y="4653855"/>
            <a:ext cx="54605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 registros descartados (60 % de la base total)</a:t>
            </a:r>
            <a:endParaRPr lang="en-US" sz="768" dirty="0"/>
          </a:p>
        </p:txBody>
      </p:sp>
      <p:sp>
        <p:nvSpPr>
          <p:cNvPr id="9" name="Text 6"/>
          <p:cNvSpPr/>
          <p:nvPr/>
        </p:nvSpPr>
        <p:spPr>
          <a:xfrm>
            <a:off x="723882" y="1282005"/>
            <a:ext cx="2560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 del total del semestre · 19,5 % de conversión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04832" y="5758755"/>
            <a:ext cx="54605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</a:t>
            </a:r>
            <a:endParaRPr lang="en-US" sz="768" dirty="0"/>
          </a:p>
        </p:txBody>
      </p:sp>
      <p:sp>
        <p:nvSpPr>
          <p:cNvPr id="11" name="Text 8"/>
          <p:cNvSpPr/>
          <p:nvPr/>
        </p:nvSpPr>
        <p:spPr>
          <a:xfrm>
            <a:off x="6286343" y="3720405"/>
            <a:ext cx="546054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(semestre)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6286343" y="3920430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768" dirty="0"/>
          </a:p>
        </p:txBody>
      </p:sp>
      <p:sp>
        <p:nvSpPr>
          <p:cNvPr id="13" name="Text 10"/>
          <p:cNvSpPr/>
          <p:nvPr/>
        </p:nvSpPr>
        <p:spPr>
          <a:xfrm>
            <a:off x="6286343" y="4025205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768" dirty="0"/>
          </a:p>
        </p:txBody>
      </p:sp>
      <p:sp>
        <p:nvSpPr>
          <p:cNvPr id="14" name="Text 11"/>
          <p:cNvSpPr/>
          <p:nvPr/>
        </p:nvSpPr>
        <p:spPr>
          <a:xfrm>
            <a:off x="6286343" y="4129980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768" dirty="0"/>
          </a:p>
        </p:txBody>
      </p:sp>
      <p:sp>
        <p:nvSpPr>
          <p:cNvPr id="15" name="Text 12"/>
          <p:cNvSpPr/>
          <p:nvPr/>
        </p:nvSpPr>
        <p:spPr>
          <a:xfrm>
            <a:off x="6286343" y="4234755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768" dirty="0"/>
          </a:p>
        </p:txBody>
      </p:sp>
      <p:sp>
        <p:nvSpPr>
          <p:cNvPr id="16" name="Text 13"/>
          <p:cNvSpPr/>
          <p:nvPr/>
        </p:nvSpPr>
        <p:spPr>
          <a:xfrm>
            <a:off x="1213514" y="219075"/>
            <a:ext cx="2230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680" dirty="0"/>
          </a:p>
        </p:txBody>
      </p:sp>
      <p:sp>
        <p:nvSpPr>
          <p:cNvPr id="17" name="Text 14"/>
          <p:cNvSpPr/>
          <p:nvPr/>
        </p:nvSpPr>
        <p:spPr>
          <a:xfrm>
            <a:off x="819130" y="3301305"/>
            <a:ext cx="112917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Clientes Satisf.*</a:t>
            </a:r>
            <a:endParaRPr lang="en-US" sz="1088" dirty="0"/>
          </a:p>
        </p:txBody>
      </p:sp>
      <p:sp>
        <p:nvSpPr>
          <p:cNvPr id="18" name="Text 15"/>
          <p:cNvSpPr/>
          <p:nvPr/>
        </p:nvSpPr>
        <p:spPr>
          <a:xfrm>
            <a:off x="9067573" y="971550"/>
            <a:ext cx="2560256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819130" y="3053655"/>
            <a:ext cx="113370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1088" dirty="0"/>
          </a:p>
        </p:txBody>
      </p:sp>
      <p:sp>
        <p:nvSpPr>
          <p:cNvPr id="20" name="Text 17"/>
          <p:cNvSpPr/>
          <p:nvPr/>
        </p:nvSpPr>
        <p:spPr>
          <a:xfrm>
            <a:off x="10153843" y="209550"/>
            <a:ext cx="1539685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Campañas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6286343" y="4444305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768" dirty="0"/>
          </a:p>
        </p:txBody>
      </p:sp>
      <p:sp>
        <p:nvSpPr>
          <p:cNvPr id="22" name="Text 19"/>
          <p:cNvSpPr/>
          <p:nvPr/>
        </p:nvSpPr>
        <p:spPr>
          <a:xfrm>
            <a:off x="723882" y="971550"/>
            <a:ext cx="2560256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4552985" y="2044005"/>
            <a:ext cx="14199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1184" dirty="0"/>
          </a:p>
        </p:txBody>
      </p:sp>
      <p:sp>
        <p:nvSpPr>
          <p:cNvPr id="24" name="Text 21"/>
          <p:cNvSpPr/>
          <p:nvPr/>
        </p:nvSpPr>
        <p:spPr>
          <a:xfrm>
            <a:off x="819130" y="2310705"/>
            <a:ext cx="96322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1088" dirty="0"/>
          </a:p>
        </p:txBody>
      </p:sp>
      <p:sp>
        <p:nvSpPr>
          <p:cNvPr id="25" name="Text 22"/>
          <p:cNvSpPr/>
          <p:nvPr/>
        </p:nvSpPr>
        <p:spPr>
          <a:xfrm>
            <a:off x="3505112" y="971550"/>
            <a:ext cx="2560256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819130" y="2558355"/>
            <a:ext cx="79507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1088" dirty="0"/>
          </a:p>
        </p:txBody>
      </p:sp>
      <p:sp>
        <p:nvSpPr>
          <p:cNvPr id="27" name="Text 24"/>
          <p:cNvSpPr/>
          <p:nvPr/>
        </p:nvSpPr>
        <p:spPr>
          <a:xfrm>
            <a:off x="6286343" y="4339530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768" dirty="0"/>
          </a:p>
        </p:txBody>
      </p:sp>
      <p:sp>
        <p:nvSpPr>
          <p:cNvPr id="28" name="Text 25"/>
          <p:cNvSpPr/>
          <p:nvPr/>
        </p:nvSpPr>
        <p:spPr>
          <a:xfrm>
            <a:off x="3617028" y="2044005"/>
            <a:ext cx="98275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1184" dirty="0"/>
          </a:p>
        </p:txBody>
      </p:sp>
      <p:sp>
        <p:nvSpPr>
          <p:cNvPr id="29" name="Text 26"/>
          <p:cNvSpPr/>
          <p:nvPr/>
        </p:nvSpPr>
        <p:spPr>
          <a:xfrm>
            <a:off x="8492962" y="2015430"/>
            <a:ext cx="185221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1184" dirty="0"/>
          </a:p>
        </p:txBody>
      </p:sp>
      <p:sp>
        <p:nvSpPr>
          <p:cNvPr id="30" name="Text 27"/>
          <p:cNvSpPr/>
          <p:nvPr/>
        </p:nvSpPr>
        <p:spPr>
          <a:xfrm>
            <a:off x="2056902" y="2044005"/>
            <a:ext cx="87368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1184" dirty="0"/>
          </a:p>
        </p:txBody>
      </p:sp>
      <p:sp>
        <p:nvSpPr>
          <p:cNvPr id="31" name="Text 28"/>
          <p:cNvSpPr/>
          <p:nvPr/>
        </p:nvSpPr>
        <p:spPr>
          <a:xfrm>
            <a:off x="7013201" y="2015430"/>
            <a:ext cx="155374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1184" dirty="0"/>
          </a:p>
        </p:txBody>
      </p:sp>
      <p:sp>
        <p:nvSpPr>
          <p:cNvPr id="32" name="Text 29"/>
          <p:cNvSpPr/>
          <p:nvPr/>
        </p:nvSpPr>
        <p:spPr>
          <a:xfrm>
            <a:off x="6286343" y="971550"/>
            <a:ext cx="2560256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960" dirty="0"/>
          </a:p>
        </p:txBody>
      </p:sp>
      <p:sp>
        <p:nvSpPr>
          <p:cNvPr id="33" name="Text 30"/>
          <p:cNvSpPr/>
          <p:nvPr/>
        </p:nvSpPr>
        <p:spPr>
          <a:xfrm>
            <a:off x="819130" y="2806005"/>
            <a:ext cx="62021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1088" dirty="0"/>
          </a:p>
        </p:txBody>
      </p:sp>
      <p:sp>
        <p:nvSpPr>
          <p:cNvPr id="34" name="Text 31"/>
          <p:cNvSpPr/>
          <p:nvPr/>
        </p:nvSpPr>
        <p:spPr>
          <a:xfrm>
            <a:off x="3075159" y="4110930"/>
            <a:ext cx="870712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1184" dirty="0"/>
          </a:p>
        </p:txBody>
      </p:sp>
      <p:sp>
        <p:nvSpPr>
          <p:cNvPr id="35" name="Text 32"/>
          <p:cNvSpPr/>
          <p:nvPr/>
        </p:nvSpPr>
        <p:spPr>
          <a:xfrm>
            <a:off x="704832" y="2044005"/>
            <a:ext cx="141967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1184" dirty="0"/>
          </a:p>
        </p:txBody>
      </p:sp>
      <p:sp>
        <p:nvSpPr>
          <p:cNvPr id="36" name="Text 33"/>
          <p:cNvSpPr/>
          <p:nvPr/>
        </p:nvSpPr>
        <p:spPr>
          <a:xfrm>
            <a:off x="2056902" y="2272605"/>
            <a:ext cx="873681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114.696</a:t>
            </a:r>
            <a:endParaRPr lang="en-US" sz="1056" dirty="0"/>
          </a:p>
        </p:txBody>
      </p:sp>
      <p:sp>
        <p:nvSpPr>
          <p:cNvPr id="37" name="Text 34"/>
          <p:cNvSpPr/>
          <p:nvPr/>
        </p:nvSpPr>
        <p:spPr>
          <a:xfrm>
            <a:off x="2056902" y="2763143"/>
            <a:ext cx="87368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056" dirty="0"/>
          </a:p>
        </p:txBody>
      </p:sp>
      <p:sp>
        <p:nvSpPr>
          <p:cNvPr id="38" name="Text 35"/>
          <p:cNvSpPr/>
          <p:nvPr/>
        </p:nvSpPr>
        <p:spPr>
          <a:xfrm>
            <a:off x="2056902" y="3010793"/>
            <a:ext cx="87368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255.138</a:t>
            </a:r>
            <a:endParaRPr lang="en-US" sz="1056" dirty="0"/>
          </a:p>
        </p:txBody>
      </p:sp>
      <p:sp>
        <p:nvSpPr>
          <p:cNvPr id="39" name="Text 36"/>
          <p:cNvSpPr/>
          <p:nvPr/>
        </p:nvSpPr>
        <p:spPr>
          <a:xfrm>
            <a:off x="2056902" y="3258443"/>
            <a:ext cx="87368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1056" dirty="0"/>
          </a:p>
        </p:txBody>
      </p:sp>
      <p:sp>
        <p:nvSpPr>
          <p:cNvPr id="40" name="Text 37"/>
          <p:cNvSpPr/>
          <p:nvPr/>
        </p:nvSpPr>
        <p:spPr>
          <a:xfrm>
            <a:off x="2056902" y="3506093"/>
            <a:ext cx="873681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910.820</a:t>
            </a:r>
            <a:endParaRPr lang="en-US" sz="960" dirty="0"/>
          </a:p>
        </p:txBody>
      </p:sp>
      <p:sp>
        <p:nvSpPr>
          <p:cNvPr id="41" name="Text 38"/>
          <p:cNvSpPr/>
          <p:nvPr/>
        </p:nvSpPr>
        <p:spPr>
          <a:xfrm>
            <a:off x="1686329" y="4110930"/>
            <a:ext cx="74616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2396966" y="4110930"/>
            <a:ext cx="712102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Gest.</a:t>
            </a:r>
            <a:endParaRPr lang="en-US" sz="1184" dirty="0"/>
          </a:p>
        </p:txBody>
      </p:sp>
      <p:sp>
        <p:nvSpPr>
          <p:cNvPr id="43" name="Text 40"/>
          <p:cNvSpPr/>
          <p:nvPr/>
        </p:nvSpPr>
        <p:spPr>
          <a:xfrm>
            <a:off x="3904408" y="4110930"/>
            <a:ext cx="686944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Ctto.</a:t>
            </a:r>
            <a:endParaRPr lang="en-US" sz="1184" dirty="0"/>
          </a:p>
        </p:txBody>
      </p:sp>
      <p:sp>
        <p:nvSpPr>
          <p:cNvPr id="44" name="Text 41"/>
          <p:cNvSpPr/>
          <p:nvPr/>
        </p:nvSpPr>
        <p:spPr>
          <a:xfrm>
            <a:off x="5200520" y="4110930"/>
            <a:ext cx="740074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Conv.</a:t>
            </a:r>
            <a:endParaRPr lang="en-US" sz="1184" dirty="0"/>
          </a:p>
        </p:txBody>
      </p:sp>
      <p:sp>
        <p:nvSpPr>
          <p:cNvPr id="45" name="Text 42"/>
          <p:cNvSpPr/>
          <p:nvPr/>
        </p:nvSpPr>
        <p:spPr>
          <a:xfrm>
            <a:off x="1125261" y="4282380"/>
            <a:ext cx="589121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102.168</a:t>
            </a:r>
            <a:endParaRPr lang="en-US" sz="880" dirty="0"/>
          </a:p>
        </p:txBody>
      </p:sp>
      <p:sp>
        <p:nvSpPr>
          <p:cNvPr id="46" name="Text 43"/>
          <p:cNvSpPr/>
          <p:nvPr/>
        </p:nvSpPr>
        <p:spPr>
          <a:xfrm>
            <a:off x="1686329" y="4282380"/>
            <a:ext cx="746168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102.168</a:t>
            </a:r>
            <a:endParaRPr lang="en-US" sz="880" dirty="0"/>
          </a:p>
        </p:txBody>
      </p:sp>
      <p:sp>
        <p:nvSpPr>
          <p:cNvPr id="47" name="Text 44"/>
          <p:cNvSpPr/>
          <p:nvPr/>
        </p:nvSpPr>
        <p:spPr>
          <a:xfrm>
            <a:off x="1125261" y="5534918"/>
            <a:ext cx="589121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832" dirty="0"/>
          </a:p>
        </p:txBody>
      </p:sp>
      <p:sp>
        <p:nvSpPr>
          <p:cNvPr id="48" name="Text 45"/>
          <p:cNvSpPr/>
          <p:nvPr/>
        </p:nvSpPr>
        <p:spPr>
          <a:xfrm>
            <a:off x="1686329" y="5534918"/>
            <a:ext cx="746168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321.087</a:t>
            </a:r>
            <a:endParaRPr lang="en-US" sz="832" dirty="0"/>
          </a:p>
        </p:txBody>
      </p:sp>
      <p:sp>
        <p:nvSpPr>
          <p:cNvPr id="49" name="Text 46"/>
          <p:cNvSpPr/>
          <p:nvPr/>
        </p:nvSpPr>
        <p:spPr>
          <a:xfrm>
            <a:off x="3075159" y="5534918"/>
            <a:ext cx="870712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</a:t>
            </a:r>
            <a:endParaRPr lang="en-US" sz="832" dirty="0"/>
          </a:p>
        </p:txBody>
      </p:sp>
      <p:sp>
        <p:nvSpPr>
          <p:cNvPr id="50" name="Text 47"/>
          <p:cNvSpPr/>
          <p:nvPr/>
        </p:nvSpPr>
        <p:spPr>
          <a:xfrm>
            <a:off x="10256978" y="2015430"/>
            <a:ext cx="129137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1184" dirty="0"/>
          </a:p>
        </p:txBody>
      </p:sp>
      <p:sp>
        <p:nvSpPr>
          <p:cNvPr id="51" name="Text 48"/>
          <p:cNvSpPr/>
          <p:nvPr/>
        </p:nvSpPr>
        <p:spPr>
          <a:xfrm>
            <a:off x="7013201" y="2186880"/>
            <a:ext cx="1553749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201.409</a:t>
            </a:r>
            <a:endParaRPr lang="en-US" sz="896" dirty="0"/>
          </a:p>
        </p:txBody>
      </p:sp>
      <p:sp>
        <p:nvSpPr>
          <p:cNvPr id="52" name="Text 49"/>
          <p:cNvSpPr/>
          <p:nvPr/>
        </p:nvSpPr>
        <p:spPr>
          <a:xfrm>
            <a:off x="7013201" y="2601218"/>
            <a:ext cx="1553749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134.897</a:t>
            </a:r>
            <a:endParaRPr lang="en-US" sz="896" dirty="0"/>
          </a:p>
        </p:txBody>
      </p:sp>
      <p:sp>
        <p:nvSpPr>
          <p:cNvPr id="53" name="Text 50"/>
          <p:cNvSpPr/>
          <p:nvPr/>
        </p:nvSpPr>
        <p:spPr>
          <a:xfrm>
            <a:off x="7013201" y="2810768"/>
            <a:ext cx="1553749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153.111</a:t>
            </a:r>
            <a:endParaRPr lang="en-US" sz="896" dirty="0"/>
          </a:p>
        </p:txBody>
      </p:sp>
      <p:sp>
        <p:nvSpPr>
          <p:cNvPr id="54" name="Text 51"/>
          <p:cNvSpPr/>
          <p:nvPr/>
        </p:nvSpPr>
        <p:spPr>
          <a:xfrm>
            <a:off x="8492962" y="2810768"/>
            <a:ext cx="185221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896" dirty="0"/>
          </a:p>
        </p:txBody>
      </p:sp>
      <p:sp>
        <p:nvSpPr>
          <p:cNvPr id="55" name="Text 52"/>
          <p:cNvSpPr/>
          <p:nvPr/>
        </p:nvSpPr>
        <p:spPr>
          <a:xfrm>
            <a:off x="7013201" y="3020318"/>
            <a:ext cx="1553749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154.335</a:t>
            </a:r>
            <a:endParaRPr lang="en-US" sz="896" dirty="0"/>
          </a:p>
        </p:txBody>
      </p:sp>
      <p:sp>
        <p:nvSpPr>
          <p:cNvPr id="56" name="Text 53"/>
          <p:cNvSpPr/>
          <p:nvPr/>
        </p:nvSpPr>
        <p:spPr>
          <a:xfrm>
            <a:off x="8492962" y="3020318"/>
            <a:ext cx="185221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896" dirty="0"/>
          </a:p>
        </p:txBody>
      </p:sp>
      <p:sp>
        <p:nvSpPr>
          <p:cNvPr id="57" name="Text 54"/>
          <p:cNvSpPr/>
          <p:nvPr/>
        </p:nvSpPr>
        <p:spPr>
          <a:xfrm>
            <a:off x="7013201" y="3229868"/>
            <a:ext cx="1553749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173.413</a:t>
            </a:r>
            <a:endParaRPr lang="en-US" sz="896" dirty="0"/>
          </a:p>
        </p:txBody>
      </p:sp>
      <p:sp>
        <p:nvSpPr>
          <p:cNvPr id="58" name="Text 55"/>
          <p:cNvSpPr/>
          <p:nvPr/>
        </p:nvSpPr>
        <p:spPr>
          <a:xfrm>
            <a:off x="8492962" y="3229868"/>
            <a:ext cx="185221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896" dirty="0"/>
          </a:p>
        </p:txBody>
      </p:sp>
      <p:sp>
        <p:nvSpPr>
          <p:cNvPr id="59" name="Text 56"/>
          <p:cNvSpPr/>
          <p:nvPr/>
        </p:nvSpPr>
        <p:spPr>
          <a:xfrm>
            <a:off x="7013201" y="3439418"/>
            <a:ext cx="1553749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832" dirty="0"/>
          </a:p>
        </p:txBody>
      </p:sp>
      <p:sp>
        <p:nvSpPr>
          <p:cNvPr id="60" name="Text 57"/>
          <p:cNvSpPr/>
          <p:nvPr/>
        </p:nvSpPr>
        <p:spPr>
          <a:xfrm>
            <a:off x="8492962" y="3439418"/>
            <a:ext cx="1852216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</a:t>
            </a:r>
            <a:endParaRPr lang="en-US" sz="832" dirty="0"/>
          </a:p>
        </p:txBody>
      </p:sp>
      <p:sp>
        <p:nvSpPr>
          <p:cNvPr id="61" name="Text 58"/>
          <p:cNvSpPr/>
          <p:nvPr/>
        </p:nvSpPr>
        <p:spPr>
          <a:xfrm>
            <a:off x="1088204" y="1143000"/>
            <a:ext cx="247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3505112" y="1114425"/>
            <a:ext cx="2560256" cy="13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1360" dirty="0"/>
          </a:p>
        </p:txBody>
      </p:sp>
      <p:sp>
        <p:nvSpPr>
          <p:cNvPr id="63" name="Text 60"/>
          <p:cNvSpPr/>
          <p:nvPr/>
        </p:nvSpPr>
        <p:spPr>
          <a:xfrm>
            <a:off x="6649177" y="1143000"/>
            <a:ext cx="247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9317301" y="1143000"/>
            <a:ext cx="247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2888979" y="2044005"/>
            <a:ext cx="76445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66" name="Text 63"/>
          <p:cNvSpPr/>
          <p:nvPr/>
        </p:nvSpPr>
        <p:spPr>
          <a:xfrm>
            <a:off x="5338629" y="2310705"/>
            <a:ext cx="47504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1088" dirty="0"/>
          </a:p>
        </p:txBody>
      </p:sp>
      <p:sp>
        <p:nvSpPr>
          <p:cNvPr id="67" name="Text 64"/>
          <p:cNvSpPr/>
          <p:nvPr/>
        </p:nvSpPr>
        <p:spPr>
          <a:xfrm>
            <a:off x="2056902" y="2515493"/>
            <a:ext cx="87368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11.686</a:t>
            </a:r>
            <a:endParaRPr lang="en-US" sz="1056" dirty="0"/>
          </a:p>
        </p:txBody>
      </p:sp>
      <p:sp>
        <p:nvSpPr>
          <p:cNvPr id="68" name="Text 65"/>
          <p:cNvSpPr/>
          <p:nvPr/>
        </p:nvSpPr>
        <p:spPr>
          <a:xfrm>
            <a:off x="5323895" y="2558355"/>
            <a:ext cx="49051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1088" dirty="0"/>
          </a:p>
        </p:txBody>
      </p:sp>
      <p:sp>
        <p:nvSpPr>
          <p:cNvPr id="69" name="Text 66"/>
          <p:cNvSpPr/>
          <p:nvPr/>
        </p:nvSpPr>
        <p:spPr>
          <a:xfrm>
            <a:off x="2888979" y="3506093"/>
            <a:ext cx="764451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11.142</a:t>
            </a:r>
            <a:endParaRPr lang="en-US" sz="960" dirty="0"/>
          </a:p>
        </p:txBody>
      </p:sp>
      <p:sp>
        <p:nvSpPr>
          <p:cNvPr id="70" name="Text 67"/>
          <p:cNvSpPr/>
          <p:nvPr/>
        </p:nvSpPr>
        <p:spPr>
          <a:xfrm>
            <a:off x="4558640" y="4110930"/>
            <a:ext cx="673974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71" name="Text 68"/>
          <p:cNvSpPr/>
          <p:nvPr/>
        </p:nvSpPr>
        <p:spPr>
          <a:xfrm>
            <a:off x="3075159" y="4282380"/>
            <a:ext cx="870712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21.204</a:t>
            </a:r>
            <a:endParaRPr lang="en-US" sz="880" dirty="0"/>
          </a:p>
        </p:txBody>
      </p:sp>
      <p:sp>
        <p:nvSpPr>
          <p:cNvPr id="72" name="Text 69"/>
          <p:cNvSpPr/>
          <p:nvPr/>
        </p:nvSpPr>
        <p:spPr>
          <a:xfrm>
            <a:off x="1125261" y="4487168"/>
            <a:ext cx="58912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46.733</a:t>
            </a:r>
            <a:endParaRPr lang="en-US" sz="880" dirty="0"/>
          </a:p>
        </p:txBody>
      </p:sp>
      <p:sp>
        <p:nvSpPr>
          <p:cNvPr id="73" name="Text 70"/>
          <p:cNvSpPr/>
          <p:nvPr/>
        </p:nvSpPr>
        <p:spPr>
          <a:xfrm>
            <a:off x="1686329" y="4487168"/>
            <a:ext cx="746168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46.426</a:t>
            </a:r>
            <a:endParaRPr lang="en-US" sz="880" dirty="0"/>
          </a:p>
        </p:txBody>
      </p:sp>
      <p:sp>
        <p:nvSpPr>
          <p:cNvPr id="74" name="Text 71"/>
          <p:cNvSpPr/>
          <p:nvPr/>
        </p:nvSpPr>
        <p:spPr>
          <a:xfrm>
            <a:off x="3075159" y="4487168"/>
            <a:ext cx="87071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19.832</a:t>
            </a:r>
            <a:endParaRPr lang="en-US" sz="880" dirty="0"/>
          </a:p>
        </p:txBody>
      </p:sp>
      <p:sp>
        <p:nvSpPr>
          <p:cNvPr id="75" name="Text 72"/>
          <p:cNvSpPr/>
          <p:nvPr/>
        </p:nvSpPr>
        <p:spPr>
          <a:xfrm>
            <a:off x="1125261" y="4696718"/>
            <a:ext cx="58912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73.899</a:t>
            </a:r>
            <a:endParaRPr lang="en-US" sz="880" dirty="0"/>
          </a:p>
        </p:txBody>
      </p:sp>
      <p:sp>
        <p:nvSpPr>
          <p:cNvPr id="76" name="Text 73"/>
          <p:cNvSpPr/>
          <p:nvPr/>
        </p:nvSpPr>
        <p:spPr>
          <a:xfrm>
            <a:off x="1686329" y="4696718"/>
            <a:ext cx="746168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60.402</a:t>
            </a:r>
            <a:endParaRPr lang="en-US" sz="880" dirty="0"/>
          </a:p>
        </p:txBody>
      </p:sp>
      <p:sp>
        <p:nvSpPr>
          <p:cNvPr id="77" name="Text 74"/>
          <p:cNvSpPr/>
          <p:nvPr/>
        </p:nvSpPr>
        <p:spPr>
          <a:xfrm>
            <a:off x="3075159" y="4696718"/>
            <a:ext cx="87071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27.138</a:t>
            </a:r>
            <a:endParaRPr lang="en-US" sz="880" dirty="0"/>
          </a:p>
        </p:txBody>
      </p:sp>
      <p:sp>
        <p:nvSpPr>
          <p:cNvPr id="78" name="Text 75"/>
          <p:cNvSpPr/>
          <p:nvPr/>
        </p:nvSpPr>
        <p:spPr>
          <a:xfrm>
            <a:off x="1125261" y="4906268"/>
            <a:ext cx="58912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38.988</a:t>
            </a:r>
            <a:endParaRPr lang="en-US" sz="880" dirty="0"/>
          </a:p>
        </p:txBody>
      </p:sp>
      <p:sp>
        <p:nvSpPr>
          <p:cNvPr id="79" name="Text 76"/>
          <p:cNvSpPr/>
          <p:nvPr/>
        </p:nvSpPr>
        <p:spPr>
          <a:xfrm>
            <a:off x="1686329" y="4906268"/>
            <a:ext cx="746168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31.039</a:t>
            </a:r>
            <a:endParaRPr lang="en-US" sz="880" dirty="0"/>
          </a:p>
        </p:txBody>
      </p:sp>
      <p:sp>
        <p:nvSpPr>
          <p:cNvPr id="80" name="Text 77"/>
          <p:cNvSpPr/>
          <p:nvPr/>
        </p:nvSpPr>
        <p:spPr>
          <a:xfrm>
            <a:off x="3075159" y="4906268"/>
            <a:ext cx="87071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16.200</a:t>
            </a:r>
            <a:endParaRPr lang="en-US" sz="880" dirty="0"/>
          </a:p>
        </p:txBody>
      </p:sp>
      <p:sp>
        <p:nvSpPr>
          <p:cNvPr id="81" name="Text 78"/>
          <p:cNvSpPr/>
          <p:nvPr/>
        </p:nvSpPr>
        <p:spPr>
          <a:xfrm>
            <a:off x="1125261" y="5115818"/>
            <a:ext cx="58912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37.644</a:t>
            </a:r>
            <a:endParaRPr lang="en-US" sz="880" dirty="0"/>
          </a:p>
        </p:txBody>
      </p:sp>
      <p:sp>
        <p:nvSpPr>
          <p:cNvPr id="82" name="Text 79"/>
          <p:cNvSpPr/>
          <p:nvPr/>
        </p:nvSpPr>
        <p:spPr>
          <a:xfrm>
            <a:off x="1686329" y="5115818"/>
            <a:ext cx="746168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37.642</a:t>
            </a:r>
            <a:endParaRPr lang="en-US" sz="880" dirty="0"/>
          </a:p>
        </p:txBody>
      </p:sp>
      <p:sp>
        <p:nvSpPr>
          <p:cNvPr id="83" name="Text 80"/>
          <p:cNvSpPr/>
          <p:nvPr/>
        </p:nvSpPr>
        <p:spPr>
          <a:xfrm>
            <a:off x="3075159" y="5115818"/>
            <a:ext cx="87071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24.031</a:t>
            </a:r>
            <a:endParaRPr lang="en-US" sz="880" dirty="0"/>
          </a:p>
        </p:txBody>
      </p:sp>
      <p:sp>
        <p:nvSpPr>
          <p:cNvPr id="84" name="Text 81"/>
          <p:cNvSpPr/>
          <p:nvPr/>
        </p:nvSpPr>
        <p:spPr>
          <a:xfrm>
            <a:off x="1125261" y="5325368"/>
            <a:ext cx="58912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64.283</a:t>
            </a:r>
            <a:endParaRPr lang="en-US" sz="880" dirty="0"/>
          </a:p>
        </p:txBody>
      </p:sp>
      <p:sp>
        <p:nvSpPr>
          <p:cNvPr id="85" name="Text 82"/>
          <p:cNvSpPr/>
          <p:nvPr/>
        </p:nvSpPr>
        <p:spPr>
          <a:xfrm>
            <a:off x="1686329" y="5325368"/>
            <a:ext cx="746168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43.410</a:t>
            </a:r>
            <a:endParaRPr lang="en-US" sz="880" dirty="0"/>
          </a:p>
        </p:txBody>
      </p:sp>
      <p:sp>
        <p:nvSpPr>
          <p:cNvPr id="86" name="Text 83"/>
          <p:cNvSpPr/>
          <p:nvPr/>
        </p:nvSpPr>
        <p:spPr>
          <a:xfrm>
            <a:off x="3075159" y="5325368"/>
            <a:ext cx="87071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21.291</a:t>
            </a:r>
            <a:endParaRPr lang="en-US" sz="880" dirty="0"/>
          </a:p>
        </p:txBody>
      </p:sp>
      <p:sp>
        <p:nvSpPr>
          <p:cNvPr id="87" name="Text 84"/>
          <p:cNvSpPr/>
          <p:nvPr/>
        </p:nvSpPr>
        <p:spPr>
          <a:xfrm>
            <a:off x="4558640" y="5534918"/>
            <a:ext cx="673974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32" dirty="0"/>
          </a:p>
        </p:txBody>
      </p:sp>
      <p:sp>
        <p:nvSpPr>
          <p:cNvPr id="88" name="Text 85"/>
          <p:cNvSpPr/>
          <p:nvPr/>
        </p:nvSpPr>
        <p:spPr>
          <a:xfrm>
            <a:off x="8492962" y="2186880"/>
            <a:ext cx="1852216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896" dirty="0"/>
          </a:p>
        </p:txBody>
      </p:sp>
      <p:sp>
        <p:nvSpPr>
          <p:cNvPr id="89" name="Text 86"/>
          <p:cNvSpPr/>
          <p:nvPr/>
        </p:nvSpPr>
        <p:spPr>
          <a:xfrm>
            <a:off x="10978330" y="2205930"/>
            <a:ext cx="48395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49,3 %</a:t>
            </a:r>
            <a:endParaRPr lang="en-US" sz="1088" dirty="0"/>
          </a:p>
        </p:txBody>
      </p:sp>
      <p:sp>
        <p:nvSpPr>
          <p:cNvPr id="90" name="Text 87"/>
          <p:cNvSpPr/>
          <p:nvPr/>
        </p:nvSpPr>
        <p:spPr>
          <a:xfrm>
            <a:off x="7013201" y="2391668"/>
            <a:ext cx="1553749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94.918</a:t>
            </a:r>
            <a:endParaRPr lang="en-US" sz="896" dirty="0"/>
          </a:p>
        </p:txBody>
      </p:sp>
      <p:sp>
        <p:nvSpPr>
          <p:cNvPr id="91" name="Text 88"/>
          <p:cNvSpPr/>
          <p:nvPr/>
        </p:nvSpPr>
        <p:spPr>
          <a:xfrm>
            <a:off x="8492962" y="2391668"/>
            <a:ext cx="185221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896" dirty="0"/>
          </a:p>
        </p:txBody>
      </p:sp>
      <p:sp>
        <p:nvSpPr>
          <p:cNvPr id="92" name="Text 89"/>
          <p:cNvSpPr/>
          <p:nvPr/>
        </p:nvSpPr>
        <p:spPr>
          <a:xfrm>
            <a:off x="10972823" y="2415480"/>
            <a:ext cx="48973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50,8 %</a:t>
            </a:r>
            <a:endParaRPr lang="en-US" sz="1088" dirty="0"/>
          </a:p>
        </p:txBody>
      </p:sp>
      <p:sp>
        <p:nvSpPr>
          <p:cNvPr id="93" name="Text 90"/>
          <p:cNvSpPr/>
          <p:nvPr/>
        </p:nvSpPr>
        <p:spPr>
          <a:xfrm>
            <a:off x="8492962" y="2601218"/>
            <a:ext cx="185221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896" dirty="0"/>
          </a:p>
        </p:txBody>
      </p:sp>
      <p:sp>
        <p:nvSpPr>
          <p:cNvPr id="94" name="Text 91"/>
          <p:cNvSpPr/>
          <p:nvPr/>
        </p:nvSpPr>
        <p:spPr>
          <a:xfrm>
            <a:off x="10981306" y="2625030"/>
            <a:ext cx="48082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45,2 %</a:t>
            </a:r>
            <a:endParaRPr lang="en-US" sz="1088" dirty="0"/>
          </a:p>
        </p:txBody>
      </p:sp>
      <p:sp>
        <p:nvSpPr>
          <p:cNvPr id="95" name="Text 92"/>
          <p:cNvSpPr/>
          <p:nvPr/>
        </p:nvSpPr>
        <p:spPr>
          <a:xfrm>
            <a:off x="10985771" y="2834580"/>
            <a:ext cx="47614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74,5 %</a:t>
            </a:r>
            <a:endParaRPr lang="en-US" sz="1088" dirty="0"/>
          </a:p>
        </p:txBody>
      </p:sp>
      <p:sp>
        <p:nvSpPr>
          <p:cNvPr id="96" name="Text 93"/>
          <p:cNvSpPr/>
          <p:nvPr/>
        </p:nvSpPr>
        <p:spPr>
          <a:xfrm>
            <a:off x="10979372" y="3044130"/>
            <a:ext cx="48286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1088" dirty="0"/>
          </a:p>
        </p:txBody>
      </p:sp>
      <p:sp>
        <p:nvSpPr>
          <p:cNvPr id="97" name="Text 94"/>
          <p:cNvSpPr/>
          <p:nvPr/>
        </p:nvSpPr>
        <p:spPr>
          <a:xfrm>
            <a:off x="10974014" y="3253680"/>
            <a:ext cx="48848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62,9 %</a:t>
            </a:r>
            <a:endParaRPr lang="en-US" sz="1088" dirty="0"/>
          </a:p>
        </p:txBody>
      </p:sp>
      <p:sp>
        <p:nvSpPr>
          <p:cNvPr id="98" name="Text 95"/>
          <p:cNvSpPr/>
          <p:nvPr/>
        </p:nvSpPr>
        <p:spPr>
          <a:xfrm>
            <a:off x="10978627" y="3463230"/>
            <a:ext cx="48364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60,1 %</a:t>
            </a:r>
            <a:endParaRPr lang="en-US" sz="1088" dirty="0"/>
          </a:p>
        </p:txBody>
      </p:sp>
      <p:sp>
        <p:nvSpPr>
          <p:cNvPr id="99" name="Text 96"/>
          <p:cNvSpPr/>
          <p:nvPr/>
        </p:nvSpPr>
        <p:spPr>
          <a:xfrm>
            <a:off x="723882" y="1114425"/>
            <a:ext cx="2560256" cy="13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360" dirty="0"/>
          </a:p>
        </p:txBody>
      </p:sp>
      <p:sp>
        <p:nvSpPr>
          <p:cNvPr id="100" name="Text 97"/>
          <p:cNvSpPr/>
          <p:nvPr/>
        </p:nvSpPr>
        <p:spPr>
          <a:xfrm>
            <a:off x="6286343" y="1114425"/>
            <a:ext cx="2560256" cy="13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360" dirty="0"/>
          </a:p>
        </p:txBody>
      </p:sp>
      <p:sp>
        <p:nvSpPr>
          <p:cNvPr id="101" name="Text 98"/>
          <p:cNvSpPr/>
          <p:nvPr/>
        </p:nvSpPr>
        <p:spPr>
          <a:xfrm>
            <a:off x="3247795" y="2334518"/>
            <a:ext cx="267683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056" dirty="0"/>
          </a:p>
        </p:txBody>
      </p:sp>
      <p:sp>
        <p:nvSpPr>
          <p:cNvPr id="102" name="Text 99"/>
          <p:cNvSpPr/>
          <p:nvPr/>
        </p:nvSpPr>
        <p:spPr>
          <a:xfrm>
            <a:off x="3249581" y="2829818"/>
            <a:ext cx="26580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056" dirty="0"/>
          </a:p>
        </p:txBody>
      </p:sp>
      <p:sp>
        <p:nvSpPr>
          <p:cNvPr id="103" name="Text 100"/>
          <p:cNvSpPr/>
          <p:nvPr/>
        </p:nvSpPr>
        <p:spPr>
          <a:xfrm>
            <a:off x="5386104" y="2806005"/>
            <a:ext cx="42519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1088" dirty="0"/>
          </a:p>
        </p:txBody>
      </p:sp>
      <p:sp>
        <p:nvSpPr>
          <p:cNvPr id="104" name="Text 101"/>
          <p:cNvSpPr/>
          <p:nvPr/>
        </p:nvSpPr>
        <p:spPr>
          <a:xfrm>
            <a:off x="5395926" y="3053655"/>
            <a:ext cx="41488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1088" dirty="0"/>
          </a:p>
        </p:txBody>
      </p:sp>
      <p:sp>
        <p:nvSpPr>
          <p:cNvPr id="105" name="Text 102"/>
          <p:cNvSpPr/>
          <p:nvPr/>
        </p:nvSpPr>
        <p:spPr>
          <a:xfrm>
            <a:off x="5398605" y="3301305"/>
            <a:ext cx="41207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1088" dirty="0"/>
          </a:p>
        </p:txBody>
      </p:sp>
      <p:sp>
        <p:nvSpPr>
          <p:cNvPr id="106" name="Text 103"/>
          <p:cNvSpPr/>
          <p:nvPr/>
        </p:nvSpPr>
        <p:spPr>
          <a:xfrm>
            <a:off x="704832" y="3506093"/>
            <a:ext cx="1419673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960" dirty="0"/>
          </a:p>
        </p:txBody>
      </p:sp>
      <p:sp>
        <p:nvSpPr>
          <p:cNvPr id="107" name="Text 104"/>
          <p:cNvSpPr/>
          <p:nvPr/>
        </p:nvSpPr>
        <p:spPr>
          <a:xfrm>
            <a:off x="4552985" y="3506093"/>
            <a:ext cx="1419986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960" dirty="0"/>
          </a:p>
        </p:txBody>
      </p:sp>
      <p:sp>
        <p:nvSpPr>
          <p:cNvPr id="108" name="Text 105"/>
          <p:cNvSpPr/>
          <p:nvPr/>
        </p:nvSpPr>
        <p:spPr>
          <a:xfrm>
            <a:off x="1125261" y="4110930"/>
            <a:ext cx="589121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1184" dirty="0"/>
          </a:p>
        </p:txBody>
      </p:sp>
      <p:sp>
        <p:nvSpPr>
          <p:cNvPr id="109" name="Text 106"/>
          <p:cNvSpPr/>
          <p:nvPr/>
        </p:nvSpPr>
        <p:spPr>
          <a:xfrm>
            <a:off x="4558640" y="4282380"/>
            <a:ext cx="673974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80" dirty="0"/>
          </a:p>
        </p:txBody>
      </p:sp>
      <p:sp>
        <p:nvSpPr>
          <p:cNvPr id="110" name="Text 107"/>
          <p:cNvSpPr/>
          <p:nvPr/>
        </p:nvSpPr>
        <p:spPr>
          <a:xfrm>
            <a:off x="4558640" y="4487168"/>
            <a:ext cx="673974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80" dirty="0"/>
          </a:p>
        </p:txBody>
      </p:sp>
      <p:sp>
        <p:nvSpPr>
          <p:cNvPr id="111" name="Text 108"/>
          <p:cNvSpPr/>
          <p:nvPr/>
        </p:nvSpPr>
        <p:spPr>
          <a:xfrm>
            <a:off x="4558640" y="4696718"/>
            <a:ext cx="673974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80" dirty="0"/>
          </a:p>
        </p:txBody>
      </p:sp>
      <p:sp>
        <p:nvSpPr>
          <p:cNvPr id="112" name="Text 109"/>
          <p:cNvSpPr/>
          <p:nvPr/>
        </p:nvSpPr>
        <p:spPr>
          <a:xfrm>
            <a:off x="4558640" y="4906268"/>
            <a:ext cx="673974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80" dirty="0"/>
          </a:p>
        </p:txBody>
      </p:sp>
      <p:sp>
        <p:nvSpPr>
          <p:cNvPr id="113" name="Text 110"/>
          <p:cNvSpPr/>
          <p:nvPr/>
        </p:nvSpPr>
        <p:spPr>
          <a:xfrm>
            <a:off x="4558640" y="5115818"/>
            <a:ext cx="673974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80" dirty="0"/>
          </a:p>
        </p:txBody>
      </p:sp>
      <p:sp>
        <p:nvSpPr>
          <p:cNvPr id="114" name="Text 111"/>
          <p:cNvSpPr/>
          <p:nvPr/>
        </p:nvSpPr>
        <p:spPr>
          <a:xfrm>
            <a:off x="4558640" y="5325368"/>
            <a:ext cx="673974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80" dirty="0"/>
          </a:p>
        </p:txBody>
      </p:sp>
      <p:sp>
        <p:nvSpPr>
          <p:cNvPr id="115" name="Text 112"/>
          <p:cNvSpPr/>
          <p:nvPr/>
        </p:nvSpPr>
        <p:spPr>
          <a:xfrm>
            <a:off x="704832" y="5534918"/>
            <a:ext cx="441450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32" dirty="0"/>
          </a:p>
        </p:txBody>
      </p:sp>
      <p:sp>
        <p:nvSpPr>
          <p:cNvPr id="116" name="Text 113"/>
          <p:cNvSpPr/>
          <p:nvPr/>
        </p:nvSpPr>
        <p:spPr>
          <a:xfrm>
            <a:off x="6286343" y="3439418"/>
            <a:ext cx="763201" cy="215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32" dirty="0"/>
          </a:p>
        </p:txBody>
      </p:sp>
      <p:sp>
        <p:nvSpPr>
          <p:cNvPr id="117" name="Text 114"/>
          <p:cNvSpPr/>
          <p:nvPr/>
        </p:nvSpPr>
        <p:spPr>
          <a:xfrm>
            <a:off x="6286343" y="4549080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768" dirty="0"/>
          </a:p>
        </p:txBody>
      </p:sp>
      <p:sp>
        <p:nvSpPr>
          <p:cNvPr id="118" name="Text 115"/>
          <p:cNvSpPr/>
          <p:nvPr/>
        </p:nvSpPr>
        <p:spPr>
          <a:xfrm>
            <a:off x="4060674" y="2310705"/>
            <a:ext cx="39691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088" dirty="0"/>
          </a:p>
        </p:txBody>
      </p:sp>
      <p:sp>
        <p:nvSpPr>
          <p:cNvPr id="119" name="Text 116"/>
          <p:cNvSpPr/>
          <p:nvPr/>
        </p:nvSpPr>
        <p:spPr>
          <a:xfrm>
            <a:off x="4070496" y="2558355"/>
            <a:ext cx="38660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71 %</a:t>
            </a:r>
            <a:endParaRPr lang="en-US" sz="1088" dirty="0"/>
          </a:p>
        </p:txBody>
      </p:sp>
      <p:sp>
        <p:nvSpPr>
          <p:cNvPr id="120" name="Text 117"/>
          <p:cNvSpPr/>
          <p:nvPr/>
        </p:nvSpPr>
        <p:spPr>
          <a:xfrm>
            <a:off x="4059632" y="2806005"/>
            <a:ext cx="39800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1088" dirty="0"/>
          </a:p>
        </p:txBody>
      </p:sp>
      <p:sp>
        <p:nvSpPr>
          <p:cNvPr id="121" name="Text 118"/>
          <p:cNvSpPr/>
          <p:nvPr/>
        </p:nvSpPr>
        <p:spPr>
          <a:xfrm>
            <a:off x="4070496" y="3053655"/>
            <a:ext cx="38660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17 %</a:t>
            </a:r>
            <a:endParaRPr lang="en-US" sz="1088" dirty="0"/>
          </a:p>
        </p:txBody>
      </p:sp>
      <p:sp>
        <p:nvSpPr>
          <p:cNvPr id="122" name="Text 119"/>
          <p:cNvSpPr/>
          <p:nvPr/>
        </p:nvSpPr>
        <p:spPr>
          <a:xfrm>
            <a:off x="4067669" y="3301305"/>
            <a:ext cx="38957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1088" dirty="0"/>
          </a:p>
        </p:txBody>
      </p:sp>
      <p:sp>
        <p:nvSpPr>
          <p:cNvPr id="123" name="Text 120"/>
          <p:cNvSpPr/>
          <p:nvPr/>
        </p:nvSpPr>
        <p:spPr>
          <a:xfrm>
            <a:off x="3617028" y="3506093"/>
            <a:ext cx="982755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40 %</a:t>
            </a:r>
            <a:endParaRPr lang="en-US" sz="960" dirty="0"/>
          </a:p>
        </p:txBody>
      </p:sp>
      <p:sp>
        <p:nvSpPr>
          <p:cNvPr id="124" name="Text 121"/>
          <p:cNvSpPr/>
          <p:nvPr/>
        </p:nvSpPr>
        <p:spPr>
          <a:xfrm>
            <a:off x="2624667" y="4301430"/>
            <a:ext cx="43301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1088" dirty="0"/>
          </a:p>
        </p:txBody>
      </p:sp>
      <p:sp>
        <p:nvSpPr>
          <p:cNvPr id="125" name="Text 122"/>
          <p:cNvSpPr/>
          <p:nvPr/>
        </p:nvSpPr>
        <p:spPr>
          <a:xfrm>
            <a:off x="2624667" y="5139630"/>
            <a:ext cx="43301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1088" dirty="0"/>
          </a:p>
        </p:txBody>
      </p:sp>
      <p:sp>
        <p:nvSpPr>
          <p:cNvPr id="126" name="Text 123"/>
          <p:cNvSpPr/>
          <p:nvPr/>
        </p:nvSpPr>
        <p:spPr>
          <a:xfrm>
            <a:off x="9067573" y="1114425"/>
            <a:ext cx="2560256" cy="13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360" dirty="0"/>
          </a:p>
        </p:txBody>
      </p:sp>
      <p:sp>
        <p:nvSpPr>
          <p:cNvPr id="127" name="Text 124"/>
          <p:cNvSpPr/>
          <p:nvPr/>
        </p:nvSpPr>
        <p:spPr>
          <a:xfrm>
            <a:off x="3337238" y="2582168"/>
            <a:ext cx="2286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791</a:t>
            </a:r>
            <a:endParaRPr lang="en-US" sz="1056" dirty="0"/>
          </a:p>
        </p:txBody>
      </p:sp>
      <p:sp>
        <p:nvSpPr>
          <p:cNvPr id="128" name="Text 125"/>
          <p:cNvSpPr/>
          <p:nvPr/>
        </p:nvSpPr>
        <p:spPr>
          <a:xfrm>
            <a:off x="3336048" y="3077468"/>
            <a:ext cx="2286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056" dirty="0"/>
          </a:p>
        </p:txBody>
      </p:sp>
      <p:sp>
        <p:nvSpPr>
          <p:cNvPr id="129" name="Text 126"/>
          <p:cNvSpPr/>
          <p:nvPr/>
        </p:nvSpPr>
        <p:spPr>
          <a:xfrm>
            <a:off x="704832" y="4110930"/>
            <a:ext cx="44145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130" name="Text 127"/>
          <p:cNvSpPr/>
          <p:nvPr/>
        </p:nvSpPr>
        <p:spPr>
          <a:xfrm>
            <a:off x="742931" y="43347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0" dirty="0"/>
          </a:p>
        </p:txBody>
      </p:sp>
      <p:sp>
        <p:nvSpPr>
          <p:cNvPr id="131" name="Text 128"/>
          <p:cNvSpPr/>
          <p:nvPr/>
        </p:nvSpPr>
        <p:spPr>
          <a:xfrm>
            <a:off x="4176906" y="4301430"/>
            <a:ext cx="36081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21%</a:t>
            </a:r>
            <a:endParaRPr lang="en-US" sz="1088" dirty="0"/>
          </a:p>
        </p:txBody>
      </p:sp>
      <p:sp>
        <p:nvSpPr>
          <p:cNvPr id="132" name="Text 129"/>
          <p:cNvSpPr/>
          <p:nvPr/>
        </p:nvSpPr>
        <p:spPr>
          <a:xfrm>
            <a:off x="5530910" y="4301430"/>
            <a:ext cx="35316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1088" dirty="0"/>
          </a:p>
        </p:txBody>
      </p:sp>
      <p:sp>
        <p:nvSpPr>
          <p:cNvPr id="133" name="Text 130"/>
          <p:cNvSpPr/>
          <p:nvPr/>
        </p:nvSpPr>
        <p:spPr>
          <a:xfrm>
            <a:off x="742931" y="45443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0" dirty="0"/>
          </a:p>
        </p:txBody>
      </p:sp>
      <p:sp>
        <p:nvSpPr>
          <p:cNvPr id="134" name="Text 131"/>
          <p:cNvSpPr/>
          <p:nvPr/>
        </p:nvSpPr>
        <p:spPr>
          <a:xfrm>
            <a:off x="2681072" y="4510980"/>
            <a:ext cx="37378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1088" dirty="0"/>
          </a:p>
        </p:txBody>
      </p:sp>
      <p:sp>
        <p:nvSpPr>
          <p:cNvPr id="135" name="Text 132"/>
          <p:cNvSpPr/>
          <p:nvPr/>
        </p:nvSpPr>
        <p:spPr>
          <a:xfrm>
            <a:off x="4169613" y="4510980"/>
            <a:ext cx="36847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43%</a:t>
            </a:r>
            <a:endParaRPr lang="en-US" sz="1088" dirty="0"/>
          </a:p>
        </p:txBody>
      </p:sp>
      <p:sp>
        <p:nvSpPr>
          <p:cNvPr id="136" name="Text 133"/>
          <p:cNvSpPr/>
          <p:nvPr/>
        </p:nvSpPr>
        <p:spPr>
          <a:xfrm>
            <a:off x="5523618" y="4510980"/>
            <a:ext cx="36081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12%</a:t>
            </a:r>
            <a:endParaRPr lang="en-US" sz="1088" dirty="0"/>
          </a:p>
        </p:txBody>
      </p:sp>
      <p:sp>
        <p:nvSpPr>
          <p:cNvPr id="137" name="Text 134"/>
          <p:cNvSpPr/>
          <p:nvPr/>
        </p:nvSpPr>
        <p:spPr>
          <a:xfrm>
            <a:off x="742931" y="47538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0" dirty="0"/>
          </a:p>
        </p:txBody>
      </p:sp>
      <p:sp>
        <p:nvSpPr>
          <p:cNvPr id="138" name="Text 135"/>
          <p:cNvSpPr/>
          <p:nvPr/>
        </p:nvSpPr>
        <p:spPr>
          <a:xfrm>
            <a:off x="2682113" y="4720530"/>
            <a:ext cx="37269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82%</a:t>
            </a:r>
            <a:endParaRPr lang="en-US" sz="1088" dirty="0"/>
          </a:p>
        </p:txBody>
      </p:sp>
      <p:sp>
        <p:nvSpPr>
          <p:cNvPr id="139" name="Text 136"/>
          <p:cNvSpPr/>
          <p:nvPr/>
        </p:nvSpPr>
        <p:spPr>
          <a:xfrm>
            <a:off x="4170060" y="4720530"/>
            <a:ext cx="36800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1088" dirty="0"/>
          </a:p>
        </p:txBody>
      </p:sp>
      <p:sp>
        <p:nvSpPr>
          <p:cNvPr id="140" name="Text 137"/>
          <p:cNvSpPr/>
          <p:nvPr/>
        </p:nvSpPr>
        <p:spPr>
          <a:xfrm>
            <a:off x="742931" y="49634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0" dirty="0"/>
          </a:p>
        </p:txBody>
      </p:sp>
      <p:sp>
        <p:nvSpPr>
          <p:cNvPr id="141" name="Text 138"/>
          <p:cNvSpPr/>
          <p:nvPr/>
        </p:nvSpPr>
        <p:spPr>
          <a:xfrm>
            <a:off x="2676905" y="4930080"/>
            <a:ext cx="37816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80%</a:t>
            </a:r>
            <a:endParaRPr lang="en-US" sz="1088" dirty="0"/>
          </a:p>
        </p:txBody>
      </p:sp>
      <p:sp>
        <p:nvSpPr>
          <p:cNvPr id="142" name="Text 139"/>
          <p:cNvSpPr/>
          <p:nvPr/>
        </p:nvSpPr>
        <p:spPr>
          <a:xfrm>
            <a:off x="4170804" y="4930080"/>
            <a:ext cx="36722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52%</a:t>
            </a:r>
            <a:endParaRPr lang="en-US" sz="1088" dirty="0"/>
          </a:p>
        </p:txBody>
      </p:sp>
      <p:sp>
        <p:nvSpPr>
          <p:cNvPr id="143" name="Text 140"/>
          <p:cNvSpPr/>
          <p:nvPr/>
        </p:nvSpPr>
        <p:spPr>
          <a:xfrm>
            <a:off x="5524660" y="4930080"/>
            <a:ext cx="35972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15%</a:t>
            </a:r>
            <a:endParaRPr lang="en-US" sz="1088" dirty="0"/>
          </a:p>
        </p:txBody>
      </p:sp>
      <p:sp>
        <p:nvSpPr>
          <p:cNvPr id="144" name="Text 141"/>
          <p:cNvSpPr/>
          <p:nvPr/>
        </p:nvSpPr>
        <p:spPr>
          <a:xfrm>
            <a:off x="742931" y="5172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0" dirty="0"/>
          </a:p>
        </p:txBody>
      </p:sp>
      <p:sp>
        <p:nvSpPr>
          <p:cNvPr id="145" name="Text 142"/>
          <p:cNvSpPr/>
          <p:nvPr/>
        </p:nvSpPr>
        <p:spPr>
          <a:xfrm>
            <a:off x="4164553" y="5139630"/>
            <a:ext cx="37378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64%</a:t>
            </a:r>
            <a:endParaRPr lang="en-US" sz="1088" dirty="0"/>
          </a:p>
        </p:txBody>
      </p:sp>
      <p:sp>
        <p:nvSpPr>
          <p:cNvPr id="146" name="Text 143"/>
          <p:cNvSpPr/>
          <p:nvPr/>
        </p:nvSpPr>
        <p:spPr>
          <a:xfrm>
            <a:off x="742931" y="53825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0" dirty="0"/>
          </a:p>
        </p:txBody>
      </p:sp>
      <p:sp>
        <p:nvSpPr>
          <p:cNvPr id="147" name="Text 144"/>
          <p:cNvSpPr/>
          <p:nvPr/>
        </p:nvSpPr>
        <p:spPr>
          <a:xfrm>
            <a:off x="2677649" y="5349180"/>
            <a:ext cx="37738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68%</a:t>
            </a:r>
            <a:endParaRPr lang="en-US" sz="1088" dirty="0"/>
          </a:p>
        </p:txBody>
      </p:sp>
      <p:sp>
        <p:nvSpPr>
          <p:cNvPr id="148" name="Text 145"/>
          <p:cNvSpPr/>
          <p:nvPr/>
        </p:nvSpPr>
        <p:spPr>
          <a:xfrm>
            <a:off x="4166339" y="5349180"/>
            <a:ext cx="37191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1088" dirty="0"/>
          </a:p>
        </p:txBody>
      </p:sp>
      <p:sp>
        <p:nvSpPr>
          <p:cNvPr id="149" name="Text 146"/>
          <p:cNvSpPr/>
          <p:nvPr/>
        </p:nvSpPr>
        <p:spPr>
          <a:xfrm>
            <a:off x="5530910" y="5349180"/>
            <a:ext cx="35316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1088" dirty="0"/>
          </a:p>
        </p:txBody>
      </p:sp>
      <p:sp>
        <p:nvSpPr>
          <p:cNvPr id="150" name="Text 147"/>
          <p:cNvSpPr/>
          <p:nvPr/>
        </p:nvSpPr>
        <p:spPr>
          <a:xfrm>
            <a:off x="2677946" y="5558730"/>
            <a:ext cx="37706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88%</a:t>
            </a:r>
            <a:endParaRPr lang="en-US" sz="1088" dirty="0"/>
          </a:p>
        </p:txBody>
      </p:sp>
      <p:sp>
        <p:nvSpPr>
          <p:cNvPr id="151" name="Text 148"/>
          <p:cNvSpPr/>
          <p:nvPr/>
        </p:nvSpPr>
        <p:spPr>
          <a:xfrm>
            <a:off x="4163809" y="5558730"/>
            <a:ext cx="37456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40%</a:t>
            </a:r>
            <a:endParaRPr lang="en-US" sz="1088" dirty="0"/>
          </a:p>
        </p:txBody>
      </p:sp>
      <p:sp>
        <p:nvSpPr>
          <p:cNvPr id="152" name="Text 149"/>
          <p:cNvSpPr/>
          <p:nvPr/>
        </p:nvSpPr>
        <p:spPr>
          <a:xfrm>
            <a:off x="5530910" y="5558730"/>
            <a:ext cx="35316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1088" dirty="0"/>
          </a:p>
        </p:txBody>
      </p:sp>
      <p:sp>
        <p:nvSpPr>
          <p:cNvPr id="153" name="Text 150"/>
          <p:cNvSpPr/>
          <p:nvPr/>
        </p:nvSpPr>
        <p:spPr>
          <a:xfrm>
            <a:off x="6286343" y="2015430"/>
            <a:ext cx="763201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154" name="Text 151"/>
          <p:cNvSpPr/>
          <p:nvPr/>
        </p:nvSpPr>
        <p:spPr>
          <a:xfrm>
            <a:off x="6333967" y="22392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96" dirty="0"/>
          </a:p>
        </p:txBody>
      </p:sp>
      <p:sp>
        <p:nvSpPr>
          <p:cNvPr id="155" name="Text 152"/>
          <p:cNvSpPr/>
          <p:nvPr/>
        </p:nvSpPr>
        <p:spPr>
          <a:xfrm>
            <a:off x="6333967" y="24488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96" dirty="0"/>
          </a:p>
        </p:txBody>
      </p:sp>
      <p:sp>
        <p:nvSpPr>
          <p:cNvPr id="156" name="Text 153"/>
          <p:cNvSpPr/>
          <p:nvPr/>
        </p:nvSpPr>
        <p:spPr>
          <a:xfrm>
            <a:off x="6333967" y="26583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96" dirty="0"/>
          </a:p>
        </p:txBody>
      </p:sp>
      <p:sp>
        <p:nvSpPr>
          <p:cNvPr id="157" name="Text 154"/>
          <p:cNvSpPr/>
          <p:nvPr/>
        </p:nvSpPr>
        <p:spPr>
          <a:xfrm>
            <a:off x="6333967" y="28679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96" dirty="0"/>
          </a:p>
        </p:txBody>
      </p:sp>
      <p:sp>
        <p:nvSpPr>
          <p:cNvPr id="158" name="Text 155"/>
          <p:cNvSpPr/>
          <p:nvPr/>
        </p:nvSpPr>
        <p:spPr>
          <a:xfrm>
            <a:off x="6333967" y="30774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96" dirty="0"/>
          </a:p>
        </p:txBody>
      </p:sp>
      <p:sp>
        <p:nvSpPr>
          <p:cNvPr id="159" name="Text 156"/>
          <p:cNvSpPr/>
          <p:nvPr/>
        </p:nvSpPr>
        <p:spPr>
          <a:xfrm>
            <a:off x="6333967" y="32870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96" dirty="0"/>
          </a:p>
        </p:txBody>
      </p:sp>
      <p:sp>
        <p:nvSpPr>
          <p:cNvPr id="160" name="Text 157"/>
          <p:cNvSpPr/>
          <p:nvPr/>
        </p:nvSpPr>
        <p:spPr>
          <a:xfrm>
            <a:off x="11220169" y="3920430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768" dirty="0"/>
          </a:p>
        </p:txBody>
      </p:sp>
      <p:sp>
        <p:nvSpPr>
          <p:cNvPr id="161" name="Text 158"/>
          <p:cNvSpPr/>
          <p:nvPr/>
        </p:nvSpPr>
        <p:spPr>
          <a:xfrm>
            <a:off x="11220169" y="4025205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768" dirty="0"/>
          </a:p>
        </p:txBody>
      </p:sp>
      <p:sp>
        <p:nvSpPr>
          <p:cNvPr id="162" name="Text 159"/>
          <p:cNvSpPr/>
          <p:nvPr/>
        </p:nvSpPr>
        <p:spPr>
          <a:xfrm>
            <a:off x="3386946" y="3325118"/>
            <a:ext cx="22860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056" dirty="0"/>
          </a:p>
        </p:txBody>
      </p:sp>
      <p:sp>
        <p:nvSpPr>
          <p:cNvPr id="163" name="Text 160"/>
          <p:cNvSpPr/>
          <p:nvPr/>
        </p:nvSpPr>
        <p:spPr>
          <a:xfrm>
            <a:off x="5572283" y="4720530"/>
            <a:ext cx="30971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1088" dirty="0"/>
          </a:p>
        </p:txBody>
      </p:sp>
      <p:sp>
        <p:nvSpPr>
          <p:cNvPr id="164" name="Text 161"/>
          <p:cNvSpPr/>
          <p:nvPr/>
        </p:nvSpPr>
        <p:spPr>
          <a:xfrm>
            <a:off x="5572283" y="5139630"/>
            <a:ext cx="30971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1088" dirty="0"/>
          </a:p>
        </p:txBody>
      </p:sp>
      <p:sp>
        <p:nvSpPr>
          <p:cNvPr id="165" name="Text 162"/>
          <p:cNvSpPr/>
          <p:nvPr/>
        </p:nvSpPr>
        <p:spPr>
          <a:xfrm>
            <a:off x="11220169" y="4129980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768" dirty="0"/>
          </a:p>
        </p:txBody>
      </p:sp>
      <p:sp>
        <p:nvSpPr>
          <p:cNvPr id="166" name="Text 163"/>
          <p:cNvSpPr/>
          <p:nvPr/>
        </p:nvSpPr>
        <p:spPr>
          <a:xfrm>
            <a:off x="11220169" y="4234755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768" dirty="0"/>
          </a:p>
        </p:txBody>
      </p:sp>
      <p:sp>
        <p:nvSpPr>
          <p:cNvPr id="167" name="Text 164"/>
          <p:cNvSpPr/>
          <p:nvPr/>
        </p:nvSpPr>
        <p:spPr>
          <a:xfrm>
            <a:off x="11220169" y="4339530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768" dirty="0"/>
          </a:p>
        </p:txBody>
      </p:sp>
      <p:sp>
        <p:nvSpPr>
          <p:cNvPr id="168" name="Text 165"/>
          <p:cNvSpPr/>
          <p:nvPr/>
        </p:nvSpPr>
        <p:spPr>
          <a:xfrm>
            <a:off x="11220169" y="4444305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768" dirty="0"/>
          </a:p>
        </p:txBody>
      </p:sp>
      <p:sp>
        <p:nvSpPr>
          <p:cNvPr id="169" name="Text 166"/>
          <p:cNvSpPr/>
          <p:nvPr/>
        </p:nvSpPr>
        <p:spPr>
          <a:xfrm>
            <a:off x="11220169" y="4549080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76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48284" y="5367784"/>
            <a:ext cx="4960496" cy="417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con intención de compra validada ·  en el semestre · Crecimiento de  · El equipo focalizado pasó de 14 a 266 ventas/mes () · 26,6% de conversión,  · La autogestión es la campaña de mayor efectividad del portafolio.</a:t>
            </a:r>
            <a:endParaRPr lang="en-US" sz="928" dirty="0"/>
          </a:p>
        </p:txBody>
      </p:sp>
      <p:sp>
        <p:nvSpPr>
          <p:cNvPr id="4" name="Text 1"/>
          <p:cNvSpPr/>
          <p:nvPr/>
        </p:nvSpPr>
        <p:spPr>
          <a:xfrm>
            <a:off x="6314917" y="3575745"/>
            <a:ext cx="541054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 — autogestión)</a:t>
            </a:r>
            <a:endParaRPr lang="en-US" sz="992" dirty="0"/>
          </a:p>
        </p:txBody>
      </p:sp>
      <p:sp>
        <p:nvSpPr>
          <p:cNvPr id="5" name="Text 2"/>
          <p:cNvSpPr/>
          <p:nvPr/>
        </p:nvSpPr>
        <p:spPr>
          <a:xfrm>
            <a:off x="6314917" y="4537770"/>
            <a:ext cx="541054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 de la base total · 7.460 registros descartados en 1S</a:t>
            </a:r>
            <a:endParaRPr lang="en-US" sz="768" dirty="0"/>
          </a:p>
        </p:txBody>
      </p:sp>
      <p:sp>
        <p:nvSpPr>
          <p:cNvPr id="6" name="Text 3"/>
          <p:cNvSpPr/>
          <p:nvPr/>
        </p:nvSpPr>
        <p:spPr>
          <a:xfrm>
            <a:off x="9134247" y="152787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3.0 veces mejor que el resto de la base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1213514" y="219075"/>
            <a:ext cx="36777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680" dirty="0"/>
          </a:p>
        </p:txBody>
      </p:sp>
      <p:sp>
        <p:nvSpPr>
          <p:cNvPr id="8" name="Text 5"/>
          <p:cNvSpPr/>
          <p:nvPr/>
        </p:nvSpPr>
        <p:spPr>
          <a:xfrm>
            <a:off x="761981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6343491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 registros descartados en el semestre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6314917" y="38519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134247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314917" y="40805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52736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 sobre contactados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6314917" y="37376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9936261" y="209550"/>
            <a:ext cx="176814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Autogestión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6314917" y="43091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988548" y="5099745"/>
            <a:ext cx="118449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832" dirty="0"/>
          </a:p>
        </p:txBody>
      </p:sp>
      <p:sp>
        <p:nvSpPr>
          <p:cNvPr id="18" name="Text 15"/>
          <p:cNvSpPr/>
          <p:nvPr/>
        </p:nvSpPr>
        <p:spPr>
          <a:xfrm>
            <a:off x="838179" y="5242620"/>
            <a:ext cx="815394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Melissa P. Orozco</a:t>
            </a:r>
            <a:endParaRPr lang="en-US" sz="992" dirty="0"/>
          </a:p>
        </p:txBody>
      </p:sp>
      <p:sp>
        <p:nvSpPr>
          <p:cNvPr id="19" name="Text 16"/>
          <p:cNvSpPr/>
          <p:nvPr/>
        </p:nvSpPr>
        <p:spPr>
          <a:xfrm>
            <a:off x="6314917" y="39662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314917" y="41948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34349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1152" dirty="0"/>
          </a:p>
        </p:txBody>
      </p:sp>
      <p:sp>
        <p:nvSpPr>
          <p:cNvPr id="22" name="Text 19"/>
          <p:cNvSpPr/>
          <p:nvPr/>
        </p:nvSpPr>
        <p:spPr>
          <a:xfrm>
            <a:off x="838179" y="5680770"/>
            <a:ext cx="698351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</a:t>
            </a:r>
            <a:endParaRPr lang="en-US" sz="992" dirty="0"/>
          </a:p>
        </p:txBody>
      </p:sp>
      <p:sp>
        <p:nvSpPr>
          <p:cNvPr id="23" name="Text 20"/>
          <p:cNvSpPr/>
          <p:nvPr/>
        </p:nvSpPr>
        <p:spPr>
          <a:xfrm>
            <a:off x="723882" y="5839718"/>
            <a:ext cx="1460146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4 asesores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7665945" y="5099745"/>
            <a:ext cx="11846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832" dirty="0"/>
          </a:p>
        </p:txBody>
      </p:sp>
      <p:sp>
        <p:nvSpPr>
          <p:cNvPr id="25" name="Text 22"/>
          <p:cNvSpPr/>
          <p:nvPr/>
        </p:nvSpPr>
        <p:spPr>
          <a:xfrm>
            <a:off x="838179" y="5023545"/>
            <a:ext cx="719134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Jesús D. Cortés</a:t>
            </a:r>
            <a:endParaRPr lang="en-US" sz="992" dirty="0"/>
          </a:p>
        </p:txBody>
      </p:sp>
      <p:sp>
        <p:nvSpPr>
          <p:cNvPr id="26" name="Text 23"/>
          <p:cNvSpPr/>
          <p:nvPr/>
        </p:nvSpPr>
        <p:spPr>
          <a:xfrm>
            <a:off x="6314917" y="44234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6198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(1S)</a:t>
            </a:r>
            <a:endParaRPr lang="en-US" sz="1152" dirty="0"/>
          </a:p>
        </p:txBody>
      </p:sp>
      <p:sp>
        <p:nvSpPr>
          <p:cNvPr id="28" name="Text 25"/>
          <p:cNvSpPr/>
          <p:nvPr/>
        </p:nvSpPr>
        <p:spPr>
          <a:xfrm>
            <a:off x="838179" y="5461695"/>
            <a:ext cx="645846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Luisa L. Percy</a:t>
            </a:r>
            <a:endParaRPr lang="en-US" sz="992" dirty="0"/>
          </a:p>
        </p:txBody>
      </p:sp>
      <p:sp>
        <p:nvSpPr>
          <p:cNvPr id="29" name="Text 26"/>
          <p:cNvSpPr/>
          <p:nvPr/>
        </p:nvSpPr>
        <p:spPr>
          <a:xfrm>
            <a:off x="6343491" y="5099745"/>
            <a:ext cx="118449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832" dirty="0"/>
          </a:p>
        </p:txBody>
      </p:sp>
      <p:sp>
        <p:nvSpPr>
          <p:cNvPr id="30" name="Text 27"/>
          <p:cNvSpPr/>
          <p:nvPr/>
        </p:nvSpPr>
        <p:spPr>
          <a:xfrm>
            <a:off x="10311001" y="5099745"/>
            <a:ext cx="11846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832" dirty="0"/>
          </a:p>
        </p:txBody>
      </p:sp>
      <p:sp>
        <p:nvSpPr>
          <p:cNvPr id="31" name="Text 28"/>
          <p:cNvSpPr/>
          <p:nvPr/>
        </p:nvSpPr>
        <p:spPr>
          <a:xfrm>
            <a:off x="3552736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(1S)</a:t>
            </a:r>
            <a:endParaRPr lang="en-US" sz="1152" dirty="0"/>
          </a:p>
        </p:txBody>
      </p:sp>
      <p:sp>
        <p:nvSpPr>
          <p:cNvPr id="32" name="Text 29"/>
          <p:cNvSpPr/>
          <p:nvPr/>
        </p:nvSpPr>
        <p:spPr>
          <a:xfrm>
            <a:off x="4091927" y="2470845"/>
            <a:ext cx="9288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1184" dirty="0"/>
          </a:p>
        </p:txBody>
      </p:sp>
      <p:sp>
        <p:nvSpPr>
          <p:cNvPr id="33" name="Text 30"/>
          <p:cNvSpPr/>
          <p:nvPr/>
        </p:nvSpPr>
        <p:spPr>
          <a:xfrm>
            <a:off x="4976539" y="2470845"/>
            <a:ext cx="94525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</a:t>
            </a:r>
            <a:endParaRPr lang="en-US" sz="1184" dirty="0"/>
          </a:p>
        </p:txBody>
      </p:sp>
      <p:sp>
        <p:nvSpPr>
          <p:cNvPr id="34" name="Text 31"/>
          <p:cNvSpPr/>
          <p:nvPr/>
        </p:nvSpPr>
        <p:spPr>
          <a:xfrm>
            <a:off x="1234945" y="2470845"/>
            <a:ext cx="83430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1184" dirty="0"/>
          </a:p>
        </p:txBody>
      </p:sp>
      <p:sp>
        <p:nvSpPr>
          <p:cNvPr id="35" name="Text 32"/>
          <p:cNvSpPr/>
          <p:nvPr/>
        </p:nvSpPr>
        <p:spPr>
          <a:xfrm>
            <a:off x="2666636" y="2470845"/>
            <a:ext cx="7730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</a:t>
            </a:r>
            <a:endParaRPr lang="en-US" sz="1184" dirty="0"/>
          </a:p>
        </p:txBody>
      </p:sp>
      <p:sp>
        <p:nvSpPr>
          <p:cNvPr id="36" name="Text 33"/>
          <p:cNvSpPr/>
          <p:nvPr/>
        </p:nvSpPr>
        <p:spPr>
          <a:xfrm>
            <a:off x="3402870" y="2470845"/>
            <a:ext cx="72351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1184" dirty="0"/>
          </a:p>
        </p:txBody>
      </p:sp>
      <p:sp>
        <p:nvSpPr>
          <p:cNvPr id="37" name="Text 34"/>
          <p:cNvSpPr/>
          <p:nvPr/>
        </p:nvSpPr>
        <p:spPr>
          <a:xfrm>
            <a:off x="76198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11.686</a:t>
            </a:r>
            <a:endParaRPr lang="en-US" sz="3040" dirty="0"/>
          </a:p>
        </p:txBody>
      </p:sp>
      <p:sp>
        <p:nvSpPr>
          <p:cNvPr id="38" name="Text 35"/>
          <p:cNvSpPr/>
          <p:nvPr/>
        </p:nvSpPr>
        <p:spPr>
          <a:xfrm>
            <a:off x="634349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3040" dirty="0"/>
          </a:p>
        </p:txBody>
      </p:sp>
      <p:sp>
        <p:nvSpPr>
          <p:cNvPr id="39" name="Text 36"/>
          <p:cNvSpPr/>
          <p:nvPr/>
        </p:nvSpPr>
        <p:spPr>
          <a:xfrm>
            <a:off x="2029518" y="2470845"/>
            <a:ext cx="66897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40" name="Text 37"/>
          <p:cNvSpPr/>
          <p:nvPr/>
        </p:nvSpPr>
        <p:spPr>
          <a:xfrm>
            <a:off x="3402870" y="2699445"/>
            <a:ext cx="723510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41,2 %</a:t>
            </a:r>
            <a:endParaRPr lang="en-US" sz="1184" dirty="0"/>
          </a:p>
        </p:txBody>
      </p:sp>
      <p:sp>
        <p:nvSpPr>
          <p:cNvPr id="41" name="Text 38"/>
          <p:cNvSpPr/>
          <p:nvPr/>
        </p:nvSpPr>
        <p:spPr>
          <a:xfrm>
            <a:off x="4091927" y="2699445"/>
            <a:ext cx="92884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80,9 %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5302167" y="2737545"/>
            <a:ext cx="48333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1088" dirty="0"/>
          </a:p>
        </p:txBody>
      </p:sp>
      <p:sp>
        <p:nvSpPr>
          <p:cNvPr id="43" name="Text 40"/>
          <p:cNvSpPr/>
          <p:nvPr/>
        </p:nvSpPr>
        <p:spPr>
          <a:xfrm>
            <a:off x="3402870" y="2942332"/>
            <a:ext cx="72351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57,9 %</a:t>
            </a:r>
            <a:endParaRPr lang="en-US" sz="1184" dirty="0"/>
          </a:p>
        </p:txBody>
      </p:sp>
      <p:sp>
        <p:nvSpPr>
          <p:cNvPr id="44" name="Text 41"/>
          <p:cNvSpPr/>
          <p:nvPr/>
        </p:nvSpPr>
        <p:spPr>
          <a:xfrm>
            <a:off x="4091927" y="2942332"/>
            <a:ext cx="92884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81,3 %</a:t>
            </a:r>
            <a:endParaRPr lang="en-US" sz="1184" dirty="0"/>
          </a:p>
        </p:txBody>
      </p:sp>
      <p:sp>
        <p:nvSpPr>
          <p:cNvPr id="45" name="Text 42"/>
          <p:cNvSpPr/>
          <p:nvPr/>
        </p:nvSpPr>
        <p:spPr>
          <a:xfrm>
            <a:off x="5304251" y="2985195"/>
            <a:ext cx="48114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32,4 %</a:t>
            </a:r>
            <a:endParaRPr lang="en-US" sz="1088" dirty="0"/>
          </a:p>
        </p:txBody>
      </p:sp>
      <p:sp>
        <p:nvSpPr>
          <p:cNvPr id="46" name="Text 43"/>
          <p:cNvSpPr/>
          <p:nvPr/>
        </p:nvSpPr>
        <p:spPr>
          <a:xfrm>
            <a:off x="3402870" y="3189982"/>
            <a:ext cx="72351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184" dirty="0"/>
          </a:p>
        </p:txBody>
      </p:sp>
      <p:sp>
        <p:nvSpPr>
          <p:cNvPr id="47" name="Text 44"/>
          <p:cNvSpPr/>
          <p:nvPr/>
        </p:nvSpPr>
        <p:spPr>
          <a:xfrm>
            <a:off x="4091927" y="3189982"/>
            <a:ext cx="92884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74,8 %</a:t>
            </a:r>
            <a:endParaRPr lang="en-US" sz="1184" dirty="0"/>
          </a:p>
        </p:txBody>
      </p:sp>
      <p:sp>
        <p:nvSpPr>
          <p:cNvPr id="48" name="Text 45"/>
          <p:cNvSpPr/>
          <p:nvPr/>
        </p:nvSpPr>
        <p:spPr>
          <a:xfrm>
            <a:off x="5317645" y="3232845"/>
            <a:ext cx="46707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1088" dirty="0"/>
          </a:p>
        </p:txBody>
      </p:sp>
      <p:sp>
        <p:nvSpPr>
          <p:cNvPr id="49" name="Text 46"/>
          <p:cNvSpPr/>
          <p:nvPr/>
        </p:nvSpPr>
        <p:spPr>
          <a:xfrm>
            <a:off x="3402870" y="3437632"/>
            <a:ext cx="72351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58,3 %</a:t>
            </a:r>
            <a:endParaRPr lang="en-US" sz="1184" dirty="0"/>
          </a:p>
        </p:txBody>
      </p:sp>
      <p:sp>
        <p:nvSpPr>
          <p:cNvPr id="50" name="Text 47"/>
          <p:cNvSpPr/>
          <p:nvPr/>
        </p:nvSpPr>
        <p:spPr>
          <a:xfrm>
            <a:off x="4091927" y="3437632"/>
            <a:ext cx="92884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1184" dirty="0"/>
          </a:p>
        </p:txBody>
      </p:sp>
      <p:sp>
        <p:nvSpPr>
          <p:cNvPr id="51" name="Text 48"/>
          <p:cNvSpPr/>
          <p:nvPr/>
        </p:nvSpPr>
        <p:spPr>
          <a:xfrm>
            <a:off x="5301423" y="3480495"/>
            <a:ext cx="48411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20,7 %</a:t>
            </a:r>
            <a:endParaRPr lang="en-US" sz="1088" dirty="0"/>
          </a:p>
        </p:txBody>
      </p:sp>
      <p:sp>
        <p:nvSpPr>
          <p:cNvPr id="52" name="Text 49"/>
          <p:cNvSpPr/>
          <p:nvPr/>
        </p:nvSpPr>
        <p:spPr>
          <a:xfrm>
            <a:off x="3402870" y="3685282"/>
            <a:ext cx="72351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60,4 %</a:t>
            </a:r>
            <a:endParaRPr lang="en-US" sz="1184" dirty="0"/>
          </a:p>
        </p:txBody>
      </p:sp>
      <p:sp>
        <p:nvSpPr>
          <p:cNvPr id="53" name="Text 50"/>
          <p:cNvSpPr/>
          <p:nvPr/>
        </p:nvSpPr>
        <p:spPr>
          <a:xfrm>
            <a:off x="4091927" y="3685282"/>
            <a:ext cx="92884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75,8 %</a:t>
            </a:r>
            <a:endParaRPr lang="en-US" sz="1184" dirty="0"/>
          </a:p>
        </p:txBody>
      </p:sp>
      <p:sp>
        <p:nvSpPr>
          <p:cNvPr id="54" name="Text 51"/>
          <p:cNvSpPr/>
          <p:nvPr/>
        </p:nvSpPr>
        <p:spPr>
          <a:xfrm>
            <a:off x="5300381" y="3728145"/>
            <a:ext cx="48520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33,0 %</a:t>
            </a:r>
            <a:endParaRPr lang="en-US" sz="1088" dirty="0"/>
          </a:p>
        </p:txBody>
      </p:sp>
      <p:sp>
        <p:nvSpPr>
          <p:cNvPr id="55" name="Text 52"/>
          <p:cNvSpPr/>
          <p:nvPr/>
        </p:nvSpPr>
        <p:spPr>
          <a:xfrm>
            <a:off x="3402870" y="3932932"/>
            <a:ext cx="72351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69,4 %</a:t>
            </a:r>
            <a:endParaRPr lang="en-US" sz="1184" dirty="0"/>
          </a:p>
        </p:txBody>
      </p:sp>
      <p:sp>
        <p:nvSpPr>
          <p:cNvPr id="56" name="Text 53"/>
          <p:cNvSpPr/>
          <p:nvPr/>
        </p:nvSpPr>
        <p:spPr>
          <a:xfrm>
            <a:off x="4091927" y="3932932"/>
            <a:ext cx="92884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63,3 %</a:t>
            </a:r>
            <a:endParaRPr lang="en-US" sz="1184" dirty="0"/>
          </a:p>
        </p:txBody>
      </p:sp>
      <p:sp>
        <p:nvSpPr>
          <p:cNvPr id="57" name="Text 54"/>
          <p:cNvSpPr/>
          <p:nvPr/>
        </p:nvSpPr>
        <p:spPr>
          <a:xfrm>
            <a:off x="5301721" y="3975795"/>
            <a:ext cx="48379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29,2 %</a:t>
            </a:r>
            <a:endParaRPr lang="en-US" sz="1088" dirty="0"/>
          </a:p>
        </p:txBody>
      </p:sp>
      <p:sp>
        <p:nvSpPr>
          <p:cNvPr id="58" name="Text 55"/>
          <p:cNvSpPr/>
          <p:nvPr/>
        </p:nvSpPr>
        <p:spPr>
          <a:xfrm>
            <a:off x="1234945" y="4180582"/>
            <a:ext cx="834302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11.686</a:t>
            </a:r>
            <a:endParaRPr lang="en-US" sz="1184" dirty="0"/>
          </a:p>
        </p:txBody>
      </p:sp>
      <p:sp>
        <p:nvSpPr>
          <p:cNvPr id="59" name="Text 56"/>
          <p:cNvSpPr/>
          <p:nvPr/>
        </p:nvSpPr>
        <p:spPr>
          <a:xfrm>
            <a:off x="3402870" y="4180582"/>
            <a:ext cx="723510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184" dirty="0"/>
          </a:p>
        </p:txBody>
      </p:sp>
      <p:sp>
        <p:nvSpPr>
          <p:cNvPr id="60" name="Text 57"/>
          <p:cNvSpPr/>
          <p:nvPr/>
        </p:nvSpPr>
        <p:spPr>
          <a:xfrm>
            <a:off x="4091927" y="4180582"/>
            <a:ext cx="92884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70,3 %</a:t>
            </a:r>
            <a:endParaRPr lang="en-US" sz="1184" dirty="0"/>
          </a:p>
        </p:txBody>
      </p:sp>
      <p:sp>
        <p:nvSpPr>
          <p:cNvPr id="61" name="Text 58"/>
          <p:cNvSpPr/>
          <p:nvPr/>
        </p:nvSpPr>
        <p:spPr>
          <a:xfrm>
            <a:off x="5295321" y="4223445"/>
            <a:ext cx="49051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1088" dirty="0"/>
          </a:p>
        </p:txBody>
      </p:sp>
      <p:sp>
        <p:nvSpPr>
          <p:cNvPr id="62" name="Text 59"/>
          <p:cNvSpPr/>
          <p:nvPr/>
        </p:nvSpPr>
        <p:spPr>
          <a:xfrm>
            <a:off x="723882" y="4737795"/>
            <a:ext cx="146014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1184" dirty="0"/>
          </a:p>
        </p:txBody>
      </p:sp>
      <p:sp>
        <p:nvSpPr>
          <p:cNvPr id="63" name="Text 60"/>
          <p:cNvSpPr/>
          <p:nvPr/>
        </p:nvSpPr>
        <p:spPr>
          <a:xfrm>
            <a:off x="1234945" y="3189982"/>
            <a:ext cx="834302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1184" dirty="0"/>
          </a:p>
        </p:txBody>
      </p:sp>
      <p:sp>
        <p:nvSpPr>
          <p:cNvPr id="64" name="Text 61"/>
          <p:cNvSpPr/>
          <p:nvPr/>
        </p:nvSpPr>
        <p:spPr>
          <a:xfrm>
            <a:off x="2666636" y="3189982"/>
            <a:ext cx="77304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1.189</a:t>
            </a:r>
            <a:endParaRPr lang="en-US" sz="1184" dirty="0"/>
          </a:p>
        </p:txBody>
      </p:sp>
      <p:sp>
        <p:nvSpPr>
          <p:cNvPr id="65" name="Text 62"/>
          <p:cNvSpPr/>
          <p:nvPr/>
        </p:nvSpPr>
        <p:spPr>
          <a:xfrm>
            <a:off x="1234945" y="3437632"/>
            <a:ext cx="834302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1.950</a:t>
            </a:r>
            <a:endParaRPr lang="en-US" sz="1184" dirty="0"/>
          </a:p>
        </p:txBody>
      </p:sp>
      <p:sp>
        <p:nvSpPr>
          <p:cNvPr id="66" name="Text 63"/>
          <p:cNvSpPr/>
          <p:nvPr/>
        </p:nvSpPr>
        <p:spPr>
          <a:xfrm>
            <a:off x="2666636" y="3437632"/>
            <a:ext cx="77304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1.137</a:t>
            </a:r>
            <a:endParaRPr lang="en-US" sz="1184" dirty="0"/>
          </a:p>
        </p:txBody>
      </p:sp>
      <p:sp>
        <p:nvSpPr>
          <p:cNvPr id="67" name="Text 64"/>
          <p:cNvSpPr/>
          <p:nvPr/>
        </p:nvSpPr>
        <p:spPr>
          <a:xfrm>
            <a:off x="1234945" y="3685282"/>
            <a:ext cx="834302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2.203</a:t>
            </a:r>
            <a:endParaRPr lang="en-US" sz="1184" dirty="0"/>
          </a:p>
        </p:txBody>
      </p:sp>
      <p:sp>
        <p:nvSpPr>
          <p:cNvPr id="68" name="Text 65"/>
          <p:cNvSpPr/>
          <p:nvPr/>
        </p:nvSpPr>
        <p:spPr>
          <a:xfrm>
            <a:off x="2666636" y="3685282"/>
            <a:ext cx="77304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1.331</a:t>
            </a:r>
            <a:endParaRPr lang="en-US" sz="1184" dirty="0"/>
          </a:p>
        </p:txBody>
      </p:sp>
      <p:sp>
        <p:nvSpPr>
          <p:cNvPr id="69" name="Text 66"/>
          <p:cNvSpPr/>
          <p:nvPr/>
        </p:nvSpPr>
        <p:spPr>
          <a:xfrm>
            <a:off x="1234945" y="3932932"/>
            <a:ext cx="834302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4.968</a:t>
            </a:r>
            <a:endParaRPr lang="en-US" sz="1184" dirty="0"/>
          </a:p>
        </p:txBody>
      </p:sp>
      <p:sp>
        <p:nvSpPr>
          <p:cNvPr id="70" name="Text 67"/>
          <p:cNvSpPr/>
          <p:nvPr/>
        </p:nvSpPr>
        <p:spPr>
          <a:xfrm>
            <a:off x="2666636" y="3932932"/>
            <a:ext cx="77304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3.447</a:t>
            </a:r>
            <a:endParaRPr lang="en-US" sz="1184" dirty="0"/>
          </a:p>
        </p:txBody>
      </p:sp>
      <p:sp>
        <p:nvSpPr>
          <p:cNvPr id="71" name="Text 68"/>
          <p:cNvSpPr/>
          <p:nvPr/>
        </p:nvSpPr>
        <p:spPr>
          <a:xfrm>
            <a:off x="723882" y="4180582"/>
            <a:ext cx="53661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72" name="Text 69"/>
          <p:cNvSpPr/>
          <p:nvPr/>
        </p:nvSpPr>
        <p:spPr>
          <a:xfrm>
            <a:off x="2666636" y="4180582"/>
            <a:ext cx="77304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</a:t>
            </a:r>
            <a:endParaRPr lang="en-US" sz="1184" dirty="0"/>
          </a:p>
        </p:txBody>
      </p:sp>
      <p:sp>
        <p:nvSpPr>
          <p:cNvPr id="73" name="Text 70"/>
          <p:cNvSpPr/>
          <p:nvPr/>
        </p:nvSpPr>
        <p:spPr>
          <a:xfrm>
            <a:off x="5267789" y="4737795"/>
            <a:ext cx="63943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960" dirty="0"/>
          </a:p>
        </p:txBody>
      </p:sp>
      <p:sp>
        <p:nvSpPr>
          <p:cNvPr id="74" name="Text 71"/>
          <p:cNvSpPr/>
          <p:nvPr/>
        </p:nvSpPr>
        <p:spPr>
          <a:xfrm>
            <a:off x="11182070" y="37376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11182070" y="38519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9134247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3.0×</a:t>
            </a:r>
            <a:endParaRPr lang="en-US" sz="3040" dirty="0"/>
          </a:p>
        </p:txBody>
      </p:sp>
      <p:sp>
        <p:nvSpPr>
          <p:cNvPr id="77" name="Text 74"/>
          <p:cNvSpPr/>
          <p:nvPr/>
        </p:nvSpPr>
        <p:spPr>
          <a:xfrm>
            <a:off x="8392059" y="294620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+93%</a:t>
            </a:r>
            <a:endParaRPr lang="en-US" sz="672" dirty="0"/>
          </a:p>
        </p:txBody>
      </p:sp>
      <p:sp>
        <p:nvSpPr>
          <p:cNvPr id="78" name="Text 75"/>
          <p:cNvSpPr/>
          <p:nvPr/>
        </p:nvSpPr>
        <p:spPr>
          <a:xfrm>
            <a:off x="9240656" y="283100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+34%</a:t>
            </a:r>
            <a:endParaRPr lang="en-US" sz="672" dirty="0"/>
          </a:p>
        </p:txBody>
      </p:sp>
      <p:sp>
        <p:nvSpPr>
          <p:cNvPr id="79" name="Text 76"/>
          <p:cNvSpPr/>
          <p:nvPr/>
        </p:nvSpPr>
        <p:spPr>
          <a:xfrm>
            <a:off x="10085532" y="253365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+86%</a:t>
            </a:r>
            <a:endParaRPr lang="en-US" sz="672" dirty="0"/>
          </a:p>
        </p:txBody>
      </p:sp>
      <p:sp>
        <p:nvSpPr>
          <p:cNvPr id="80" name="Text 77"/>
          <p:cNvSpPr/>
          <p:nvPr/>
        </p:nvSpPr>
        <p:spPr>
          <a:xfrm>
            <a:off x="10935320" y="253365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+29%</a:t>
            </a:r>
            <a:endParaRPr lang="en-US" sz="672" dirty="0"/>
          </a:p>
        </p:txBody>
      </p:sp>
      <p:sp>
        <p:nvSpPr>
          <p:cNvPr id="81" name="Text 78"/>
          <p:cNvSpPr/>
          <p:nvPr/>
        </p:nvSpPr>
        <p:spPr>
          <a:xfrm>
            <a:off x="11182070" y="39662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11182070" y="40805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800" dirty="0"/>
          </a:p>
        </p:txBody>
      </p:sp>
      <p:sp>
        <p:nvSpPr>
          <p:cNvPr id="83" name="Text 80"/>
          <p:cNvSpPr/>
          <p:nvPr/>
        </p:nvSpPr>
        <p:spPr>
          <a:xfrm>
            <a:off x="11182070" y="41948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800" dirty="0"/>
          </a:p>
        </p:txBody>
      </p:sp>
      <p:sp>
        <p:nvSpPr>
          <p:cNvPr id="84" name="Text 81"/>
          <p:cNvSpPr/>
          <p:nvPr/>
        </p:nvSpPr>
        <p:spPr>
          <a:xfrm>
            <a:off x="11182070" y="43091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11182070" y="44234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800" dirty="0"/>
          </a:p>
        </p:txBody>
      </p:sp>
      <p:sp>
        <p:nvSpPr>
          <p:cNvPr id="86" name="Text 83"/>
          <p:cNvSpPr/>
          <p:nvPr/>
        </p:nvSpPr>
        <p:spPr>
          <a:xfrm>
            <a:off x="3552736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791</a:t>
            </a:r>
            <a:endParaRPr lang="en-US" sz="3040" dirty="0"/>
          </a:p>
        </p:txBody>
      </p:sp>
      <p:sp>
        <p:nvSpPr>
          <p:cNvPr id="87" name="Text 84"/>
          <p:cNvSpPr/>
          <p:nvPr/>
        </p:nvSpPr>
        <p:spPr>
          <a:xfrm>
            <a:off x="723882" y="2470845"/>
            <a:ext cx="53661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88" name="Text 85"/>
          <p:cNvSpPr/>
          <p:nvPr/>
        </p:nvSpPr>
        <p:spPr>
          <a:xfrm>
            <a:off x="838179" y="275183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89" name="Text 86"/>
          <p:cNvSpPr/>
          <p:nvPr/>
        </p:nvSpPr>
        <p:spPr>
          <a:xfrm>
            <a:off x="1234945" y="2699445"/>
            <a:ext cx="834302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1184" dirty="0"/>
          </a:p>
        </p:txBody>
      </p:sp>
      <p:sp>
        <p:nvSpPr>
          <p:cNvPr id="90" name="Text 87"/>
          <p:cNvSpPr/>
          <p:nvPr/>
        </p:nvSpPr>
        <p:spPr>
          <a:xfrm>
            <a:off x="2666636" y="2699445"/>
            <a:ext cx="773046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121</a:t>
            </a:r>
            <a:endParaRPr lang="en-US" sz="1184" dirty="0"/>
          </a:p>
        </p:txBody>
      </p:sp>
      <p:sp>
        <p:nvSpPr>
          <p:cNvPr id="91" name="Text 88"/>
          <p:cNvSpPr/>
          <p:nvPr/>
        </p:nvSpPr>
        <p:spPr>
          <a:xfrm>
            <a:off x="838179" y="299948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92" name="Text 89"/>
          <p:cNvSpPr/>
          <p:nvPr/>
        </p:nvSpPr>
        <p:spPr>
          <a:xfrm>
            <a:off x="1234945" y="2942332"/>
            <a:ext cx="834302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406</a:t>
            </a:r>
            <a:endParaRPr lang="en-US" sz="1184" dirty="0"/>
          </a:p>
        </p:txBody>
      </p:sp>
      <p:sp>
        <p:nvSpPr>
          <p:cNvPr id="93" name="Text 90"/>
          <p:cNvSpPr/>
          <p:nvPr/>
        </p:nvSpPr>
        <p:spPr>
          <a:xfrm>
            <a:off x="2666636" y="2942332"/>
            <a:ext cx="773046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235</a:t>
            </a:r>
            <a:endParaRPr lang="en-US" sz="1184" dirty="0"/>
          </a:p>
        </p:txBody>
      </p:sp>
      <p:sp>
        <p:nvSpPr>
          <p:cNvPr id="94" name="Text 91"/>
          <p:cNvSpPr/>
          <p:nvPr/>
        </p:nvSpPr>
        <p:spPr>
          <a:xfrm>
            <a:off x="838179" y="324713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95" name="Text 92"/>
          <p:cNvSpPr/>
          <p:nvPr/>
        </p:nvSpPr>
        <p:spPr>
          <a:xfrm>
            <a:off x="838179" y="349478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96" name="Text 93"/>
          <p:cNvSpPr/>
          <p:nvPr/>
        </p:nvSpPr>
        <p:spPr>
          <a:xfrm>
            <a:off x="2029518" y="3437632"/>
            <a:ext cx="66897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1184" dirty="0"/>
          </a:p>
        </p:txBody>
      </p:sp>
      <p:sp>
        <p:nvSpPr>
          <p:cNvPr id="97" name="Text 94"/>
          <p:cNvSpPr/>
          <p:nvPr/>
        </p:nvSpPr>
        <p:spPr>
          <a:xfrm>
            <a:off x="838179" y="3742432"/>
            <a:ext cx="23252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98" name="Text 95"/>
          <p:cNvSpPr/>
          <p:nvPr/>
        </p:nvSpPr>
        <p:spPr>
          <a:xfrm>
            <a:off x="2029518" y="3685282"/>
            <a:ext cx="66897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1184" dirty="0"/>
          </a:p>
        </p:txBody>
      </p:sp>
      <p:sp>
        <p:nvSpPr>
          <p:cNvPr id="99" name="Text 96"/>
          <p:cNvSpPr/>
          <p:nvPr/>
        </p:nvSpPr>
        <p:spPr>
          <a:xfrm>
            <a:off x="838179" y="399008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100" name="Text 97"/>
          <p:cNvSpPr/>
          <p:nvPr/>
        </p:nvSpPr>
        <p:spPr>
          <a:xfrm>
            <a:off x="2029518" y="3932932"/>
            <a:ext cx="66897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281</a:t>
            </a:r>
            <a:endParaRPr lang="en-US" sz="1184" dirty="0"/>
          </a:p>
        </p:txBody>
      </p:sp>
      <p:sp>
        <p:nvSpPr>
          <p:cNvPr id="101" name="Text 98"/>
          <p:cNvSpPr/>
          <p:nvPr/>
        </p:nvSpPr>
        <p:spPr>
          <a:xfrm>
            <a:off x="2029518" y="4180582"/>
            <a:ext cx="66897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791</a:t>
            </a:r>
            <a:endParaRPr lang="en-US" sz="1184" dirty="0"/>
          </a:p>
        </p:txBody>
      </p:sp>
      <p:sp>
        <p:nvSpPr>
          <p:cNvPr id="102" name="Text 99"/>
          <p:cNvSpPr/>
          <p:nvPr/>
        </p:nvSpPr>
        <p:spPr>
          <a:xfrm>
            <a:off x="2114497" y="4737795"/>
            <a:ext cx="55271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960" dirty="0"/>
          </a:p>
        </p:txBody>
      </p:sp>
      <p:sp>
        <p:nvSpPr>
          <p:cNvPr id="103" name="Text 100"/>
          <p:cNvSpPr/>
          <p:nvPr/>
        </p:nvSpPr>
        <p:spPr>
          <a:xfrm>
            <a:off x="2640889" y="4737795"/>
            <a:ext cx="54974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960" dirty="0"/>
          </a:p>
        </p:txBody>
      </p:sp>
      <p:sp>
        <p:nvSpPr>
          <p:cNvPr id="104" name="Text 101"/>
          <p:cNvSpPr/>
          <p:nvPr/>
        </p:nvSpPr>
        <p:spPr>
          <a:xfrm>
            <a:off x="3164453" y="4737795"/>
            <a:ext cx="55521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960" dirty="0"/>
          </a:p>
        </p:txBody>
      </p:sp>
      <p:sp>
        <p:nvSpPr>
          <p:cNvPr id="105" name="Text 102"/>
          <p:cNvSpPr/>
          <p:nvPr/>
        </p:nvSpPr>
        <p:spPr>
          <a:xfrm>
            <a:off x="3693226" y="4737795"/>
            <a:ext cx="53942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960" dirty="0"/>
          </a:p>
        </p:txBody>
      </p:sp>
      <p:sp>
        <p:nvSpPr>
          <p:cNvPr id="106" name="Text 103"/>
          <p:cNvSpPr/>
          <p:nvPr/>
        </p:nvSpPr>
        <p:spPr>
          <a:xfrm>
            <a:off x="4206968" y="4737795"/>
            <a:ext cx="57287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960" dirty="0"/>
          </a:p>
        </p:txBody>
      </p:sp>
      <p:sp>
        <p:nvSpPr>
          <p:cNvPr id="107" name="Text 104"/>
          <p:cNvSpPr/>
          <p:nvPr/>
        </p:nvSpPr>
        <p:spPr>
          <a:xfrm>
            <a:off x="4752559" y="4737795"/>
            <a:ext cx="54099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960" dirty="0"/>
          </a:p>
        </p:txBody>
      </p:sp>
      <p:sp>
        <p:nvSpPr>
          <p:cNvPr id="108" name="Text 105"/>
          <p:cNvSpPr/>
          <p:nvPr/>
        </p:nvSpPr>
        <p:spPr>
          <a:xfrm>
            <a:off x="4206968" y="4966395"/>
            <a:ext cx="57287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960" dirty="0"/>
          </a:p>
        </p:txBody>
      </p:sp>
      <p:sp>
        <p:nvSpPr>
          <p:cNvPr id="109" name="Text 106"/>
          <p:cNvSpPr/>
          <p:nvPr/>
        </p:nvSpPr>
        <p:spPr>
          <a:xfrm>
            <a:off x="5267789" y="4966395"/>
            <a:ext cx="63943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</a:t>
            </a:r>
            <a:endParaRPr lang="en-US" sz="992" dirty="0"/>
          </a:p>
        </p:txBody>
      </p:sp>
      <p:sp>
        <p:nvSpPr>
          <p:cNvPr id="110" name="Text 107"/>
          <p:cNvSpPr/>
          <p:nvPr/>
        </p:nvSpPr>
        <p:spPr>
          <a:xfrm>
            <a:off x="5267789" y="5180707"/>
            <a:ext cx="639439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165</a:t>
            </a:r>
            <a:endParaRPr lang="en-US" sz="992" dirty="0"/>
          </a:p>
        </p:txBody>
      </p:sp>
      <p:sp>
        <p:nvSpPr>
          <p:cNvPr id="111" name="Text 108"/>
          <p:cNvSpPr/>
          <p:nvPr/>
        </p:nvSpPr>
        <p:spPr>
          <a:xfrm>
            <a:off x="5267789" y="5399782"/>
            <a:ext cx="639439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992" dirty="0"/>
          </a:p>
        </p:txBody>
      </p:sp>
      <p:sp>
        <p:nvSpPr>
          <p:cNvPr id="112" name="Text 109"/>
          <p:cNvSpPr/>
          <p:nvPr/>
        </p:nvSpPr>
        <p:spPr>
          <a:xfrm>
            <a:off x="4206968" y="5839718"/>
            <a:ext cx="572870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204</a:t>
            </a:r>
            <a:endParaRPr lang="en-US" sz="960" dirty="0"/>
          </a:p>
        </p:txBody>
      </p:sp>
      <p:sp>
        <p:nvSpPr>
          <p:cNvPr id="113" name="Text 110"/>
          <p:cNvSpPr/>
          <p:nvPr/>
        </p:nvSpPr>
        <p:spPr>
          <a:xfrm>
            <a:off x="4752559" y="5839718"/>
            <a:ext cx="540992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266</a:t>
            </a:r>
            <a:endParaRPr lang="en-US" sz="960" dirty="0"/>
          </a:p>
        </p:txBody>
      </p:sp>
      <p:sp>
        <p:nvSpPr>
          <p:cNvPr id="114" name="Text 111"/>
          <p:cNvSpPr/>
          <p:nvPr/>
        </p:nvSpPr>
        <p:spPr>
          <a:xfrm>
            <a:off x="5267789" y="5839718"/>
            <a:ext cx="639439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605</a:t>
            </a:r>
            <a:endParaRPr lang="en-US" sz="992" dirty="0"/>
          </a:p>
        </p:txBody>
      </p:sp>
      <p:sp>
        <p:nvSpPr>
          <p:cNvPr id="115" name="Text 112"/>
          <p:cNvSpPr/>
          <p:nvPr/>
        </p:nvSpPr>
        <p:spPr>
          <a:xfrm>
            <a:off x="6703349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00" dirty="0"/>
          </a:p>
        </p:txBody>
      </p:sp>
      <p:sp>
        <p:nvSpPr>
          <p:cNvPr id="116" name="Text 113"/>
          <p:cNvSpPr/>
          <p:nvPr/>
        </p:nvSpPr>
        <p:spPr>
          <a:xfrm>
            <a:off x="7563405" y="310336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672" dirty="0"/>
          </a:p>
        </p:txBody>
      </p:sp>
      <p:sp>
        <p:nvSpPr>
          <p:cNvPr id="117" name="Text 114"/>
          <p:cNvSpPr/>
          <p:nvPr/>
        </p:nvSpPr>
        <p:spPr>
          <a:xfrm>
            <a:off x="7552094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00" dirty="0"/>
          </a:p>
        </p:txBody>
      </p:sp>
      <p:sp>
        <p:nvSpPr>
          <p:cNvPr id="118" name="Text 115"/>
          <p:cNvSpPr/>
          <p:nvPr/>
        </p:nvSpPr>
        <p:spPr>
          <a:xfrm>
            <a:off x="8398161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9241400" y="273010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960" dirty="0"/>
          </a:p>
        </p:txBody>
      </p:sp>
      <p:sp>
        <p:nvSpPr>
          <p:cNvPr id="120" name="Text 117"/>
          <p:cNvSpPr/>
          <p:nvPr/>
        </p:nvSpPr>
        <p:spPr>
          <a:xfrm>
            <a:off x="9250627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10084937" y="24327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960" dirty="0"/>
          </a:p>
        </p:txBody>
      </p:sp>
      <p:sp>
        <p:nvSpPr>
          <p:cNvPr id="122" name="Text 119"/>
          <p:cNvSpPr/>
          <p:nvPr/>
        </p:nvSpPr>
        <p:spPr>
          <a:xfrm>
            <a:off x="10088062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932641" y="24327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281</a:t>
            </a:r>
            <a:endParaRPr lang="en-US" sz="960" dirty="0"/>
          </a:p>
        </p:txBody>
      </p:sp>
      <p:sp>
        <p:nvSpPr>
          <p:cNvPr id="124" name="Text 121"/>
          <p:cNvSpPr/>
          <p:nvPr/>
        </p:nvSpPr>
        <p:spPr>
          <a:xfrm>
            <a:off x="10945588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2029518" y="2699445"/>
            <a:ext cx="668973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1184" dirty="0"/>
          </a:p>
        </p:txBody>
      </p:sp>
      <p:sp>
        <p:nvSpPr>
          <p:cNvPr id="126" name="Text 123"/>
          <p:cNvSpPr/>
          <p:nvPr/>
        </p:nvSpPr>
        <p:spPr>
          <a:xfrm>
            <a:off x="2029518" y="2942332"/>
            <a:ext cx="66897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1184" dirty="0"/>
          </a:p>
        </p:txBody>
      </p:sp>
      <p:sp>
        <p:nvSpPr>
          <p:cNvPr id="127" name="Text 124"/>
          <p:cNvSpPr/>
          <p:nvPr/>
        </p:nvSpPr>
        <p:spPr>
          <a:xfrm>
            <a:off x="2029518" y="3189982"/>
            <a:ext cx="668973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</a:t>
            </a:r>
            <a:endParaRPr lang="en-US" sz="1184" dirty="0"/>
          </a:p>
        </p:txBody>
      </p:sp>
      <p:sp>
        <p:nvSpPr>
          <p:cNvPr id="128" name="Text 125"/>
          <p:cNvSpPr/>
          <p:nvPr/>
        </p:nvSpPr>
        <p:spPr>
          <a:xfrm>
            <a:off x="3164453" y="4966395"/>
            <a:ext cx="555212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960" dirty="0"/>
          </a:p>
        </p:txBody>
      </p:sp>
      <p:sp>
        <p:nvSpPr>
          <p:cNvPr id="129" name="Text 126"/>
          <p:cNvSpPr/>
          <p:nvPr/>
        </p:nvSpPr>
        <p:spPr>
          <a:xfrm>
            <a:off x="3693226" y="4966395"/>
            <a:ext cx="53942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960" dirty="0"/>
          </a:p>
        </p:txBody>
      </p:sp>
      <p:sp>
        <p:nvSpPr>
          <p:cNvPr id="130" name="Text 127"/>
          <p:cNvSpPr/>
          <p:nvPr/>
        </p:nvSpPr>
        <p:spPr>
          <a:xfrm>
            <a:off x="4752559" y="4966395"/>
            <a:ext cx="540992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</a:t>
            </a:r>
            <a:endParaRPr lang="en-US" sz="960" dirty="0"/>
          </a:p>
        </p:txBody>
      </p:sp>
      <p:sp>
        <p:nvSpPr>
          <p:cNvPr id="131" name="Text 128"/>
          <p:cNvSpPr/>
          <p:nvPr/>
        </p:nvSpPr>
        <p:spPr>
          <a:xfrm>
            <a:off x="3693226" y="5180707"/>
            <a:ext cx="539429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960" dirty="0"/>
          </a:p>
        </p:txBody>
      </p:sp>
      <p:sp>
        <p:nvSpPr>
          <p:cNvPr id="132" name="Text 129"/>
          <p:cNvSpPr/>
          <p:nvPr/>
        </p:nvSpPr>
        <p:spPr>
          <a:xfrm>
            <a:off x="4206968" y="5180707"/>
            <a:ext cx="572870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960" dirty="0"/>
          </a:p>
        </p:txBody>
      </p:sp>
      <p:sp>
        <p:nvSpPr>
          <p:cNvPr id="133" name="Text 130"/>
          <p:cNvSpPr/>
          <p:nvPr/>
        </p:nvSpPr>
        <p:spPr>
          <a:xfrm>
            <a:off x="4752559" y="5180707"/>
            <a:ext cx="540992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960" dirty="0"/>
          </a:p>
        </p:txBody>
      </p:sp>
      <p:sp>
        <p:nvSpPr>
          <p:cNvPr id="134" name="Text 131"/>
          <p:cNvSpPr/>
          <p:nvPr/>
        </p:nvSpPr>
        <p:spPr>
          <a:xfrm>
            <a:off x="3693226" y="5399782"/>
            <a:ext cx="539429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960" dirty="0"/>
          </a:p>
        </p:txBody>
      </p:sp>
      <p:sp>
        <p:nvSpPr>
          <p:cNvPr id="135" name="Text 132"/>
          <p:cNvSpPr/>
          <p:nvPr/>
        </p:nvSpPr>
        <p:spPr>
          <a:xfrm>
            <a:off x="4206968" y="5399782"/>
            <a:ext cx="572870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960" dirty="0"/>
          </a:p>
        </p:txBody>
      </p:sp>
      <p:sp>
        <p:nvSpPr>
          <p:cNvPr id="136" name="Text 133"/>
          <p:cNvSpPr/>
          <p:nvPr/>
        </p:nvSpPr>
        <p:spPr>
          <a:xfrm>
            <a:off x="4752559" y="5399782"/>
            <a:ext cx="540992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</a:t>
            </a:r>
            <a:endParaRPr lang="en-US" sz="960" dirty="0"/>
          </a:p>
        </p:txBody>
      </p:sp>
      <p:sp>
        <p:nvSpPr>
          <p:cNvPr id="137" name="Text 134"/>
          <p:cNvSpPr/>
          <p:nvPr/>
        </p:nvSpPr>
        <p:spPr>
          <a:xfrm>
            <a:off x="1530361" y="5690295"/>
            <a:ext cx="228600" cy="11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400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4ª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4752559" y="5618857"/>
            <a:ext cx="540992" cy="23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960" dirty="0"/>
          </a:p>
        </p:txBody>
      </p:sp>
      <p:sp>
        <p:nvSpPr>
          <p:cNvPr id="139" name="Text 136"/>
          <p:cNvSpPr/>
          <p:nvPr/>
        </p:nvSpPr>
        <p:spPr>
          <a:xfrm>
            <a:off x="5267789" y="5618857"/>
            <a:ext cx="639439" cy="23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</a:t>
            </a:r>
            <a:endParaRPr lang="en-US" sz="992" dirty="0"/>
          </a:p>
        </p:txBody>
      </p:sp>
      <p:sp>
        <p:nvSpPr>
          <p:cNvPr id="140" name="Text 137"/>
          <p:cNvSpPr/>
          <p:nvPr/>
        </p:nvSpPr>
        <p:spPr>
          <a:xfrm>
            <a:off x="2114497" y="5839718"/>
            <a:ext cx="552712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960" dirty="0"/>
          </a:p>
        </p:txBody>
      </p:sp>
      <p:sp>
        <p:nvSpPr>
          <p:cNvPr id="141" name="Text 138"/>
          <p:cNvSpPr/>
          <p:nvPr/>
        </p:nvSpPr>
        <p:spPr>
          <a:xfrm>
            <a:off x="2640889" y="5839718"/>
            <a:ext cx="549742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960" dirty="0"/>
          </a:p>
        </p:txBody>
      </p:sp>
      <p:sp>
        <p:nvSpPr>
          <p:cNvPr id="142" name="Text 139"/>
          <p:cNvSpPr/>
          <p:nvPr/>
        </p:nvSpPr>
        <p:spPr>
          <a:xfrm>
            <a:off x="3164453" y="5839718"/>
            <a:ext cx="555212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960" dirty="0"/>
          </a:p>
        </p:txBody>
      </p:sp>
      <p:sp>
        <p:nvSpPr>
          <p:cNvPr id="143" name="Text 140"/>
          <p:cNvSpPr/>
          <p:nvPr/>
        </p:nvSpPr>
        <p:spPr>
          <a:xfrm>
            <a:off x="3693226" y="5839718"/>
            <a:ext cx="539429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960" dirty="0"/>
          </a:p>
        </p:txBody>
      </p:sp>
      <p:sp>
        <p:nvSpPr>
          <p:cNvPr id="144" name="Text 141"/>
          <p:cNvSpPr/>
          <p:nvPr/>
        </p:nvSpPr>
        <p:spPr>
          <a:xfrm>
            <a:off x="6719571" y="301287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960" dirty="0"/>
          </a:p>
        </p:txBody>
      </p:sp>
      <p:sp>
        <p:nvSpPr>
          <p:cNvPr id="145" name="Text 142"/>
          <p:cNvSpPr/>
          <p:nvPr/>
        </p:nvSpPr>
        <p:spPr>
          <a:xfrm>
            <a:off x="7567870" y="300245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960" dirty="0"/>
          </a:p>
        </p:txBody>
      </p:sp>
      <p:sp>
        <p:nvSpPr>
          <p:cNvPr id="146" name="Text 143"/>
          <p:cNvSpPr/>
          <p:nvPr/>
        </p:nvSpPr>
        <p:spPr>
          <a:xfrm>
            <a:off x="8413341" y="28452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5856238"/>
            <a:ext cx="7441057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es , lo que indica que el 1S se depuró correctamente contra clientes vigentes antes de lanzar el marcador.</a:t>
            </a:r>
            <a:endParaRPr lang="en-US" sz="992" dirty="0"/>
          </a:p>
        </p:txBody>
      </p:sp>
      <p:sp>
        <p:nvSpPr>
          <p:cNvPr id="4" name="Text 1"/>
          <p:cNvSpPr/>
          <p:nvPr/>
        </p:nvSpPr>
        <p:spPr>
          <a:xfrm>
            <a:off x="685783" y="6002685"/>
            <a:ext cx="7441057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 el , convirtiéndose en el motor de ventas del canal.</a:t>
            </a:r>
            <a:endParaRPr lang="en-US" sz="992" dirty="0"/>
          </a:p>
        </p:txBody>
      </p:sp>
      <p:sp>
        <p:nvSpPr>
          <p:cNvPr id="5" name="Text 2"/>
          <p:cNvSpPr/>
          <p:nvPr/>
        </p:nvSpPr>
        <p:spPr>
          <a:xfrm>
            <a:off x="1493602" y="5719316"/>
            <a:ext cx="2475404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contactabilidad del canal (78,7 % Semestre)</a:t>
            </a:r>
            <a:endParaRPr lang="en-US" sz="992" dirty="0"/>
          </a:p>
        </p:txBody>
      </p:sp>
      <p:sp>
        <p:nvSpPr>
          <p:cNvPr id="6" name="Text 3"/>
          <p:cNvSpPr/>
          <p:nvPr/>
        </p:nvSpPr>
        <p:spPr>
          <a:xfrm>
            <a:off x="1213514" y="219075"/>
            <a:ext cx="38686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680" dirty="0"/>
          </a:p>
        </p:txBody>
      </p:sp>
      <p:sp>
        <p:nvSpPr>
          <p:cNvPr id="7" name="Text 4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267293" y="50156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736" dirty="0"/>
          </a:p>
        </p:txBody>
      </p:sp>
      <p:sp>
        <p:nvSpPr>
          <p:cNvPr id="9" name="Text 6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Aporta el 62% de las ventas de CP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504812" y="43489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768" dirty="0"/>
          </a:p>
        </p:txBody>
      </p:sp>
      <p:sp>
        <p:nvSpPr>
          <p:cNvPr id="12" name="Text 9"/>
          <p:cNvSpPr/>
          <p:nvPr/>
        </p:nvSpPr>
        <p:spPr>
          <a:xfrm>
            <a:off x="6267293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 (CP + Autogestión)</a:t>
            </a:r>
            <a:endParaRPr lang="en-US" sz="736" dirty="0"/>
          </a:p>
        </p:txBody>
      </p:sp>
      <p:sp>
        <p:nvSpPr>
          <p:cNvPr id="13" name="Text 10"/>
          <p:cNvSpPr/>
          <p:nvPr/>
        </p:nvSpPr>
        <p:spPr>
          <a:xfrm>
            <a:off x="504812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768" dirty="0"/>
          </a:p>
        </p:txBody>
      </p:sp>
      <p:sp>
        <p:nvSpPr>
          <p:cNvPr id="14" name="Text 11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1088" dirty="0"/>
          </a:p>
        </p:txBody>
      </p:sp>
      <p:sp>
        <p:nvSpPr>
          <p:cNvPr id="15" name="Text 12"/>
          <p:cNvSpPr/>
          <p:nvPr/>
        </p:nvSpPr>
        <p:spPr>
          <a:xfrm>
            <a:off x="504812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768" dirty="0"/>
          </a:p>
        </p:txBody>
      </p:sp>
      <p:sp>
        <p:nvSpPr>
          <p:cNvPr id="16" name="Text 13"/>
          <p:cNvSpPr/>
          <p:nvPr/>
        </p:nvSpPr>
        <p:spPr>
          <a:xfrm>
            <a:off x="504812" y="40822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con Localidad Errónea</a:t>
            </a:r>
            <a:endParaRPr lang="en-US" sz="768" dirty="0"/>
          </a:p>
        </p:txBody>
      </p:sp>
      <p:sp>
        <p:nvSpPr>
          <p:cNvPr id="17" name="Text 14"/>
          <p:cNvSpPr/>
          <p:nvPr/>
        </p:nvSpPr>
        <p:spPr>
          <a:xfrm>
            <a:off x="6267293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736" dirty="0"/>
          </a:p>
        </p:txBody>
      </p:sp>
      <p:sp>
        <p:nvSpPr>
          <p:cNvPr id="18" name="Text 15"/>
          <p:cNvSpPr/>
          <p:nvPr/>
        </p:nvSpPr>
        <p:spPr>
          <a:xfrm>
            <a:off x="6267293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736" dirty="0"/>
          </a:p>
        </p:txBody>
      </p:sp>
      <p:sp>
        <p:nvSpPr>
          <p:cNvPr id="19" name="Text 16"/>
          <p:cNvSpPr/>
          <p:nvPr/>
        </p:nvSpPr>
        <p:spPr>
          <a:xfrm>
            <a:off x="9445141" y="209550"/>
            <a:ext cx="228382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Bienvenida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6267293" y="42155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736" dirty="0"/>
          </a:p>
        </p:txBody>
      </p:sp>
      <p:sp>
        <p:nvSpPr>
          <p:cNvPr id="21" name="Text 18"/>
          <p:cNvSpPr/>
          <p:nvPr/>
        </p:nvSpPr>
        <p:spPr>
          <a:xfrm>
            <a:off x="6267293" y="43489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736" dirty="0"/>
          </a:p>
        </p:txBody>
      </p:sp>
      <p:sp>
        <p:nvSpPr>
          <p:cNvPr id="22" name="Text 19"/>
          <p:cNvSpPr/>
          <p:nvPr/>
        </p:nvSpPr>
        <p:spPr>
          <a:xfrm>
            <a:off x="6267293" y="40822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736" dirty="0"/>
          </a:p>
        </p:txBody>
      </p:sp>
      <p:sp>
        <p:nvSpPr>
          <p:cNvPr id="23" name="Text 20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896" dirty="0"/>
          </a:p>
        </p:txBody>
      </p:sp>
      <p:sp>
        <p:nvSpPr>
          <p:cNvPr id="24" name="Text 21"/>
          <p:cNvSpPr/>
          <p:nvPr/>
        </p:nvSpPr>
        <p:spPr>
          <a:xfrm>
            <a:off x="504812" y="42155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Cédula/Teléfono Repetido</a:t>
            </a:r>
            <a:endParaRPr lang="en-US" sz="768" dirty="0"/>
          </a:p>
        </p:txBody>
      </p:sp>
      <p:sp>
        <p:nvSpPr>
          <p:cNvPr id="25" name="Text 22"/>
          <p:cNvSpPr/>
          <p:nvPr/>
        </p:nvSpPr>
        <p:spPr>
          <a:xfrm>
            <a:off x="504812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768" dirty="0"/>
          </a:p>
        </p:txBody>
      </p:sp>
      <p:sp>
        <p:nvSpPr>
          <p:cNvPr id="26" name="Text 23"/>
          <p:cNvSpPr/>
          <p:nvPr/>
        </p:nvSpPr>
        <p:spPr>
          <a:xfrm>
            <a:off x="6267293" y="47489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736" dirty="0"/>
          </a:p>
        </p:txBody>
      </p:sp>
      <p:sp>
        <p:nvSpPr>
          <p:cNvPr id="27" name="Text 24"/>
          <p:cNvSpPr/>
          <p:nvPr/>
        </p:nvSpPr>
        <p:spPr>
          <a:xfrm>
            <a:off x="504812" y="44822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68" dirty="0"/>
          </a:p>
        </p:txBody>
      </p:sp>
      <p:sp>
        <p:nvSpPr>
          <p:cNvPr id="28" name="Text 25"/>
          <p:cNvSpPr/>
          <p:nvPr/>
        </p:nvSpPr>
        <p:spPr>
          <a:xfrm>
            <a:off x="6267293" y="44822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36" dirty="0"/>
          </a:p>
        </p:txBody>
      </p:sp>
      <p:sp>
        <p:nvSpPr>
          <p:cNvPr id="29" name="Text 26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896" dirty="0"/>
          </a:p>
        </p:txBody>
      </p:sp>
      <p:sp>
        <p:nvSpPr>
          <p:cNvPr id="30" name="Text 27"/>
          <p:cNvSpPr/>
          <p:nvPr/>
        </p:nvSpPr>
        <p:spPr>
          <a:xfrm>
            <a:off x="504812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768" dirty="0"/>
          </a:p>
        </p:txBody>
      </p:sp>
      <p:sp>
        <p:nvSpPr>
          <p:cNvPr id="31" name="Text 28"/>
          <p:cNvSpPr/>
          <p:nvPr/>
        </p:nvSpPr>
        <p:spPr>
          <a:xfrm>
            <a:off x="504812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768" dirty="0"/>
          </a:p>
        </p:txBody>
      </p:sp>
      <p:sp>
        <p:nvSpPr>
          <p:cNvPr id="32" name="Text 29"/>
          <p:cNvSpPr/>
          <p:nvPr/>
        </p:nvSpPr>
        <p:spPr>
          <a:xfrm>
            <a:off x="6267293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736" dirty="0"/>
          </a:p>
        </p:txBody>
      </p:sp>
      <p:sp>
        <p:nvSpPr>
          <p:cNvPr id="33" name="Text 30"/>
          <p:cNvSpPr/>
          <p:nvPr/>
        </p:nvSpPr>
        <p:spPr>
          <a:xfrm>
            <a:off x="6267293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736" dirty="0"/>
          </a:p>
        </p:txBody>
      </p:sp>
      <p:sp>
        <p:nvSpPr>
          <p:cNvPr id="34" name="Text 31"/>
          <p:cNvSpPr/>
          <p:nvPr/>
        </p:nvSpPr>
        <p:spPr>
          <a:xfrm>
            <a:off x="6267293" y="514900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736" dirty="0"/>
          </a:p>
        </p:txBody>
      </p:sp>
      <p:sp>
        <p:nvSpPr>
          <p:cNvPr id="35" name="Text 32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896" dirty="0"/>
          </a:p>
        </p:txBody>
      </p:sp>
      <p:sp>
        <p:nvSpPr>
          <p:cNvPr id="36" name="Text 33"/>
          <p:cNvSpPr/>
          <p:nvPr/>
        </p:nvSpPr>
        <p:spPr>
          <a:xfrm>
            <a:off x="10281832" y="1810494"/>
            <a:ext cx="1485305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1184" dirty="0"/>
          </a:p>
        </p:txBody>
      </p:sp>
      <p:sp>
        <p:nvSpPr>
          <p:cNvPr id="37" name="Text 34"/>
          <p:cNvSpPr/>
          <p:nvPr/>
        </p:nvSpPr>
        <p:spPr>
          <a:xfrm>
            <a:off x="6267293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1184" dirty="0"/>
          </a:p>
        </p:txBody>
      </p:sp>
      <p:sp>
        <p:nvSpPr>
          <p:cNvPr id="38" name="Text 35"/>
          <p:cNvSpPr/>
          <p:nvPr/>
        </p:nvSpPr>
        <p:spPr>
          <a:xfrm>
            <a:off x="6267293" y="46156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736" dirty="0"/>
          </a:p>
        </p:txBody>
      </p:sp>
      <p:sp>
        <p:nvSpPr>
          <p:cNvPr id="39" name="Text 36"/>
          <p:cNvSpPr/>
          <p:nvPr/>
        </p:nvSpPr>
        <p:spPr>
          <a:xfrm>
            <a:off x="6267293" y="48823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736" dirty="0"/>
          </a:p>
        </p:txBody>
      </p:sp>
      <p:sp>
        <p:nvSpPr>
          <p:cNvPr id="40" name="Text 37"/>
          <p:cNvSpPr/>
          <p:nvPr/>
        </p:nvSpPr>
        <p:spPr>
          <a:xfrm>
            <a:off x="2996877" y="1810494"/>
            <a:ext cx="159891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1184" dirty="0"/>
          </a:p>
        </p:txBody>
      </p:sp>
      <p:sp>
        <p:nvSpPr>
          <p:cNvPr id="41" name="Text 38"/>
          <p:cNvSpPr/>
          <p:nvPr/>
        </p:nvSpPr>
        <p:spPr>
          <a:xfrm>
            <a:off x="8324195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1582896" y="1810494"/>
            <a:ext cx="148468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1184" dirty="0"/>
          </a:p>
        </p:txBody>
      </p:sp>
      <p:sp>
        <p:nvSpPr>
          <p:cNvPr id="43" name="Text 40"/>
          <p:cNvSpPr/>
          <p:nvPr/>
        </p:nvSpPr>
        <p:spPr>
          <a:xfrm>
            <a:off x="4519648" y="1810494"/>
            <a:ext cx="1484992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1184" dirty="0"/>
          </a:p>
        </p:txBody>
      </p:sp>
      <p:sp>
        <p:nvSpPr>
          <p:cNvPr id="44" name="Text 41"/>
          <p:cNvSpPr/>
          <p:nvPr/>
        </p:nvSpPr>
        <p:spPr>
          <a:xfrm>
            <a:off x="533387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45" name="Text 42"/>
          <p:cNvSpPr/>
          <p:nvPr/>
        </p:nvSpPr>
        <p:spPr>
          <a:xfrm>
            <a:off x="1582896" y="2834432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114.696</a:t>
            </a:r>
            <a:endParaRPr lang="en-US" sz="848" dirty="0"/>
          </a:p>
        </p:txBody>
      </p:sp>
      <p:sp>
        <p:nvSpPr>
          <p:cNvPr id="46" name="Text 43"/>
          <p:cNvSpPr/>
          <p:nvPr/>
        </p:nvSpPr>
        <p:spPr>
          <a:xfrm>
            <a:off x="6295868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47" name="Text 44"/>
          <p:cNvSpPr/>
          <p:nvPr/>
        </p:nvSpPr>
        <p:spPr>
          <a:xfrm>
            <a:off x="8216595" y="97155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1840" dirty="0"/>
          </a:p>
        </p:txBody>
      </p:sp>
      <p:sp>
        <p:nvSpPr>
          <p:cNvPr id="48" name="Text 45"/>
          <p:cNvSpPr/>
          <p:nvPr/>
        </p:nvSpPr>
        <p:spPr>
          <a:xfrm>
            <a:off x="1582896" y="1981944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14.772</a:t>
            </a:r>
            <a:endParaRPr lang="en-US" sz="848" dirty="0"/>
          </a:p>
        </p:txBody>
      </p:sp>
      <p:sp>
        <p:nvSpPr>
          <p:cNvPr id="49" name="Text 46"/>
          <p:cNvSpPr/>
          <p:nvPr/>
        </p:nvSpPr>
        <p:spPr>
          <a:xfrm>
            <a:off x="4519648" y="1981944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848" dirty="0"/>
          </a:p>
        </p:txBody>
      </p:sp>
      <p:sp>
        <p:nvSpPr>
          <p:cNvPr id="50" name="Text 47"/>
          <p:cNvSpPr/>
          <p:nvPr/>
        </p:nvSpPr>
        <p:spPr>
          <a:xfrm>
            <a:off x="1582896" y="212005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19.573</a:t>
            </a:r>
            <a:endParaRPr lang="en-US" sz="848" dirty="0"/>
          </a:p>
        </p:txBody>
      </p:sp>
      <p:sp>
        <p:nvSpPr>
          <p:cNvPr id="51" name="Text 48"/>
          <p:cNvSpPr/>
          <p:nvPr/>
        </p:nvSpPr>
        <p:spPr>
          <a:xfrm>
            <a:off x="2996877" y="2120057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848" dirty="0"/>
          </a:p>
        </p:txBody>
      </p:sp>
      <p:sp>
        <p:nvSpPr>
          <p:cNvPr id="52" name="Text 49"/>
          <p:cNvSpPr/>
          <p:nvPr/>
        </p:nvSpPr>
        <p:spPr>
          <a:xfrm>
            <a:off x="4519648" y="212005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56,9 %</a:t>
            </a:r>
            <a:endParaRPr lang="en-US" sz="848" dirty="0"/>
          </a:p>
        </p:txBody>
      </p:sp>
      <p:sp>
        <p:nvSpPr>
          <p:cNvPr id="53" name="Text 50"/>
          <p:cNvSpPr/>
          <p:nvPr/>
        </p:nvSpPr>
        <p:spPr>
          <a:xfrm>
            <a:off x="1582896" y="2262932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21.421</a:t>
            </a:r>
            <a:endParaRPr lang="en-US" sz="848" dirty="0"/>
          </a:p>
        </p:txBody>
      </p:sp>
      <p:sp>
        <p:nvSpPr>
          <p:cNvPr id="54" name="Text 51"/>
          <p:cNvSpPr/>
          <p:nvPr/>
        </p:nvSpPr>
        <p:spPr>
          <a:xfrm>
            <a:off x="2996877" y="2262932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848" dirty="0"/>
          </a:p>
        </p:txBody>
      </p:sp>
      <p:sp>
        <p:nvSpPr>
          <p:cNvPr id="55" name="Text 52"/>
          <p:cNvSpPr/>
          <p:nvPr/>
        </p:nvSpPr>
        <p:spPr>
          <a:xfrm>
            <a:off x="4519648" y="2262932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63,0 %</a:t>
            </a:r>
            <a:endParaRPr lang="en-US" sz="848" dirty="0"/>
          </a:p>
        </p:txBody>
      </p:sp>
      <p:sp>
        <p:nvSpPr>
          <p:cNvPr id="56" name="Text 53"/>
          <p:cNvSpPr/>
          <p:nvPr/>
        </p:nvSpPr>
        <p:spPr>
          <a:xfrm>
            <a:off x="1582896" y="240580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19.096</a:t>
            </a:r>
            <a:endParaRPr lang="en-US" sz="848" dirty="0"/>
          </a:p>
        </p:txBody>
      </p:sp>
      <p:sp>
        <p:nvSpPr>
          <p:cNvPr id="57" name="Text 54"/>
          <p:cNvSpPr/>
          <p:nvPr/>
        </p:nvSpPr>
        <p:spPr>
          <a:xfrm>
            <a:off x="2996877" y="2405807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848" dirty="0"/>
          </a:p>
        </p:txBody>
      </p:sp>
      <p:sp>
        <p:nvSpPr>
          <p:cNvPr id="58" name="Text 55"/>
          <p:cNvSpPr/>
          <p:nvPr/>
        </p:nvSpPr>
        <p:spPr>
          <a:xfrm>
            <a:off x="4519648" y="240580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56,5 %</a:t>
            </a:r>
            <a:endParaRPr lang="en-US" sz="848" dirty="0"/>
          </a:p>
        </p:txBody>
      </p:sp>
      <p:sp>
        <p:nvSpPr>
          <p:cNvPr id="59" name="Text 56"/>
          <p:cNvSpPr/>
          <p:nvPr/>
        </p:nvSpPr>
        <p:spPr>
          <a:xfrm>
            <a:off x="1582896" y="2548682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20.067</a:t>
            </a:r>
            <a:endParaRPr lang="en-US" sz="848" dirty="0"/>
          </a:p>
        </p:txBody>
      </p:sp>
      <p:sp>
        <p:nvSpPr>
          <p:cNvPr id="60" name="Text 57"/>
          <p:cNvSpPr/>
          <p:nvPr/>
        </p:nvSpPr>
        <p:spPr>
          <a:xfrm>
            <a:off x="2996877" y="2548682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848" dirty="0"/>
          </a:p>
        </p:txBody>
      </p:sp>
      <p:sp>
        <p:nvSpPr>
          <p:cNvPr id="61" name="Text 58"/>
          <p:cNvSpPr/>
          <p:nvPr/>
        </p:nvSpPr>
        <p:spPr>
          <a:xfrm>
            <a:off x="4519648" y="2548682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848" dirty="0"/>
          </a:p>
        </p:txBody>
      </p:sp>
      <p:sp>
        <p:nvSpPr>
          <p:cNvPr id="62" name="Text 59"/>
          <p:cNvSpPr/>
          <p:nvPr/>
        </p:nvSpPr>
        <p:spPr>
          <a:xfrm>
            <a:off x="1582896" y="269155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19.767</a:t>
            </a:r>
            <a:endParaRPr lang="en-US" sz="848" dirty="0"/>
          </a:p>
        </p:txBody>
      </p:sp>
      <p:sp>
        <p:nvSpPr>
          <p:cNvPr id="63" name="Text 60"/>
          <p:cNvSpPr/>
          <p:nvPr/>
        </p:nvSpPr>
        <p:spPr>
          <a:xfrm>
            <a:off x="2996877" y="2691557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848" dirty="0"/>
          </a:p>
        </p:txBody>
      </p:sp>
      <p:sp>
        <p:nvSpPr>
          <p:cNvPr id="64" name="Text 61"/>
          <p:cNvSpPr/>
          <p:nvPr/>
        </p:nvSpPr>
        <p:spPr>
          <a:xfrm>
            <a:off x="4519648" y="269155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66,8 %</a:t>
            </a:r>
            <a:endParaRPr lang="en-US" sz="848" dirty="0"/>
          </a:p>
        </p:txBody>
      </p:sp>
      <p:sp>
        <p:nvSpPr>
          <p:cNvPr id="65" name="Text 62"/>
          <p:cNvSpPr/>
          <p:nvPr/>
        </p:nvSpPr>
        <p:spPr>
          <a:xfrm>
            <a:off x="2996877" y="2834432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848" dirty="0"/>
          </a:p>
        </p:txBody>
      </p:sp>
      <p:sp>
        <p:nvSpPr>
          <p:cNvPr id="66" name="Text 63"/>
          <p:cNvSpPr/>
          <p:nvPr/>
        </p:nvSpPr>
        <p:spPr>
          <a:xfrm>
            <a:off x="4519648" y="2834432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848" dirty="0"/>
          </a:p>
        </p:txBody>
      </p:sp>
      <p:sp>
        <p:nvSpPr>
          <p:cNvPr id="67" name="Text 64"/>
          <p:cNvSpPr/>
          <p:nvPr/>
        </p:nvSpPr>
        <p:spPr>
          <a:xfrm>
            <a:off x="504812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1184" dirty="0"/>
          </a:p>
        </p:txBody>
      </p:sp>
      <p:sp>
        <p:nvSpPr>
          <p:cNvPr id="68" name="Text 65"/>
          <p:cNvSpPr/>
          <p:nvPr/>
        </p:nvSpPr>
        <p:spPr>
          <a:xfrm>
            <a:off x="5226118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35.758</a:t>
            </a:r>
            <a:endParaRPr lang="en-US" sz="768" dirty="0"/>
          </a:p>
        </p:txBody>
      </p:sp>
      <p:sp>
        <p:nvSpPr>
          <p:cNvPr id="69" name="Text 66"/>
          <p:cNvSpPr/>
          <p:nvPr/>
        </p:nvSpPr>
        <p:spPr>
          <a:xfrm>
            <a:off x="5226118" y="35488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12.760</a:t>
            </a:r>
            <a:endParaRPr lang="en-US" sz="768" dirty="0"/>
          </a:p>
        </p:txBody>
      </p:sp>
      <p:sp>
        <p:nvSpPr>
          <p:cNvPr id="70" name="Text 67"/>
          <p:cNvSpPr/>
          <p:nvPr/>
        </p:nvSpPr>
        <p:spPr>
          <a:xfrm>
            <a:off x="2812186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768" dirty="0"/>
          </a:p>
        </p:txBody>
      </p:sp>
      <p:sp>
        <p:nvSpPr>
          <p:cNvPr id="71" name="Text 68"/>
          <p:cNvSpPr/>
          <p:nvPr/>
        </p:nvSpPr>
        <p:spPr>
          <a:xfrm>
            <a:off x="3294972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768" dirty="0"/>
          </a:p>
        </p:txBody>
      </p:sp>
      <p:sp>
        <p:nvSpPr>
          <p:cNvPr id="72" name="Text 69"/>
          <p:cNvSpPr/>
          <p:nvPr/>
        </p:nvSpPr>
        <p:spPr>
          <a:xfrm>
            <a:off x="3777759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768" dirty="0"/>
          </a:p>
        </p:txBody>
      </p:sp>
      <p:sp>
        <p:nvSpPr>
          <p:cNvPr id="73" name="Text 70"/>
          <p:cNvSpPr/>
          <p:nvPr/>
        </p:nvSpPr>
        <p:spPr>
          <a:xfrm>
            <a:off x="4260545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768" dirty="0"/>
          </a:p>
        </p:txBody>
      </p:sp>
      <p:sp>
        <p:nvSpPr>
          <p:cNvPr id="74" name="Text 71"/>
          <p:cNvSpPr/>
          <p:nvPr/>
        </p:nvSpPr>
        <p:spPr>
          <a:xfrm>
            <a:off x="4743331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768" dirty="0"/>
          </a:p>
        </p:txBody>
      </p:sp>
      <p:sp>
        <p:nvSpPr>
          <p:cNvPr id="75" name="Text 72"/>
          <p:cNvSpPr/>
          <p:nvPr/>
        </p:nvSpPr>
        <p:spPr>
          <a:xfrm>
            <a:off x="5226118" y="461560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768" dirty="0"/>
          </a:p>
        </p:txBody>
      </p:sp>
      <p:sp>
        <p:nvSpPr>
          <p:cNvPr id="76" name="Text 73"/>
          <p:cNvSpPr/>
          <p:nvPr/>
        </p:nvSpPr>
        <p:spPr>
          <a:xfrm>
            <a:off x="9303014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77" name="Text 74"/>
          <p:cNvSpPr/>
          <p:nvPr/>
        </p:nvSpPr>
        <p:spPr>
          <a:xfrm>
            <a:off x="8324195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848" dirty="0"/>
          </a:p>
        </p:txBody>
      </p:sp>
      <p:sp>
        <p:nvSpPr>
          <p:cNvPr id="78" name="Text 75"/>
          <p:cNvSpPr/>
          <p:nvPr/>
        </p:nvSpPr>
        <p:spPr>
          <a:xfrm>
            <a:off x="10281832" y="1981944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23,6 %</a:t>
            </a:r>
            <a:endParaRPr lang="en-US" sz="848" dirty="0"/>
          </a:p>
        </p:txBody>
      </p:sp>
      <p:sp>
        <p:nvSpPr>
          <p:cNvPr id="79" name="Text 76"/>
          <p:cNvSpPr/>
          <p:nvPr/>
        </p:nvSpPr>
        <p:spPr>
          <a:xfrm>
            <a:off x="8324195" y="21200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848" dirty="0"/>
          </a:p>
        </p:txBody>
      </p:sp>
      <p:sp>
        <p:nvSpPr>
          <p:cNvPr id="80" name="Text 77"/>
          <p:cNvSpPr/>
          <p:nvPr/>
        </p:nvSpPr>
        <p:spPr>
          <a:xfrm>
            <a:off x="10281832" y="212005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21,5 %</a:t>
            </a:r>
            <a:endParaRPr lang="en-US" sz="848" dirty="0"/>
          </a:p>
        </p:txBody>
      </p:sp>
      <p:sp>
        <p:nvSpPr>
          <p:cNvPr id="81" name="Text 78"/>
          <p:cNvSpPr/>
          <p:nvPr/>
        </p:nvSpPr>
        <p:spPr>
          <a:xfrm>
            <a:off x="8324195" y="226293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78,2 %</a:t>
            </a:r>
            <a:endParaRPr lang="en-US" sz="848" dirty="0"/>
          </a:p>
        </p:txBody>
      </p:sp>
      <p:sp>
        <p:nvSpPr>
          <p:cNvPr id="82" name="Text 79"/>
          <p:cNvSpPr/>
          <p:nvPr/>
        </p:nvSpPr>
        <p:spPr>
          <a:xfrm>
            <a:off x="10281832" y="2262932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18,0 %</a:t>
            </a:r>
            <a:endParaRPr lang="en-US" sz="848" dirty="0"/>
          </a:p>
        </p:txBody>
      </p:sp>
      <p:sp>
        <p:nvSpPr>
          <p:cNvPr id="83" name="Text 80"/>
          <p:cNvSpPr/>
          <p:nvPr/>
        </p:nvSpPr>
        <p:spPr>
          <a:xfrm>
            <a:off x="8324195" y="240580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76,1 %</a:t>
            </a:r>
            <a:endParaRPr lang="en-US" sz="848" dirty="0"/>
          </a:p>
        </p:txBody>
      </p:sp>
      <p:sp>
        <p:nvSpPr>
          <p:cNvPr id="84" name="Text 81"/>
          <p:cNvSpPr/>
          <p:nvPr/>
        </p:nvSpPr>
        <p:spPr>
          <a:xfrm>
            <a:off x="10281832" y="240580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848" dirty="0"/>
          </a:p>
        </p:txBody>
      </p:sp>
      <p:sp>
        <p:nvSpPr>
          <p:cNvPr id="85" name="Text 82"/>
          <p:cNvSpPr/>
          <p:nvPr/>
        </p:nvSpPr>
        <p:spPr>
          <a:xfrm>
            <a:off x="8324195" y="254868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83,1 %</a:t>
            </a:r>
            <a:endParaRPr lang="en-US" sz="848" dirty="0"/>
          </a:p>
        </p:txBody>
      </p:sp>
      <p:sp>
        <p:nvSpPr>
          <p:cNvPr id="86" name="Text 83"/>
          <p:cNvSpPr/>
          <p:nvPr/>
        </p:nvSpPr>
        <p:spPr>
          <a:xfrm>
            <a:off x="10281832" y="2548682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848" dirty="0"/>
          </a:p>
        </p:txBody>
      </p:sp>
      <p:sp>
        <p:nvSpPr>
          <p:cNvPr id="87" name="Text 84"/>
          <p:cNvSpPr/>
          <p:nvPr/>
        </p:nvSpPr>
        <p:spPr>
          <a:xfrm>
            <a:off x="8324195" y="26915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79,9 %</a:t>
            </a:r>
            <a:endParaRPr lang="en-US" sz="848" dirty="0"/>
          </a:p>
        </p:txBody>
      </p:sp>
      <p:sp>
        <p:nvSpPr>
          <p:cNvPr id="88" name="Text 85"/>
          <p:cNvSpPr/>
          <p:nvPr/>
        </p:nvSpPr>
        <p:spPr>
          <a:xfrm>
            <a:off x="10281832" y="269155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18,4 %</a:t>
            </a:r>
            <a:endParaRPr lang="en-US" sz="848" dirty="0"/>
          </a:p>
        </p:txBody>
      </p:sp>
      <p:sp>
        <p:nvSpPr>
          <p:cNvPr id="89" name="Text 86"/>
          <p:cNvSpPr/>
          <p:nvPr/>
        </p:nvSpPr>
        <p:spPr>
          <a:xfrm>
            <a:off x="7345377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44.430</a:t>
            </a:r>
            <a:endParaRPr lang="en-US" sz="848" dirty="0"/>
          </a:p>
        </p:txBody>
      </p:sp>
      <p:sp>
        <p:nvSpPr>
          <p:cNvPr id="90" name="Text 87"/>
          <p:cNvSpPr/>
          <p:nvPr/>
        </p:nvSpPr>
        <p:spPr>
          <a:xfrm>
            <a:off x="8324195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79,4 %</a:t>
            </a:r>
            <a:endParaRPr lang="en-US" sz="848" dirty="0"/>
          </a:p>
        </p:txBody>
      </p:sp>
      <p:sp>
        <p:nvSpPr>
          <p:cNvPr id="91" name="Text 88"/>
          <p:cNvSpPr/>
          <p:nvPr/>
        </p:nvSpPr>
        <p:spPr>
          <a:xfrm>
            <a:off x="10281832" y="2834432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848" dirty="0"/>
          </a:p>
        </p:txBody>
      </p:sp>
      <p:sp>
        <p:nvSpPr>
          <p:cNvPr id="92" name="Text 89"/>
          <p:cNvSpPr/>
          <p:nvPr/>
        </p:nvSpPr>
        <p:spPr>
          <a:xfrm>
            <a:off x="10988599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38.250</a:t>
            </a:r>
            <a:endParaRPr lang="en-US" sz="736" dirty="0"/>
          </a:p>
        </p:txBody>
      </p:sp>
      <p:sp>
        <p:nvSpPr>
          <p:cNvPr id="93" name="Text 90"/>
          <p:cNvSpPr/>
          <p:nvPr/>
        </p:nvSpPr>
        <p:spPr>
          <a:xfrm>
            <a:off x="10988599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14.908</a:t>
            </a:r>
            <a:endParaRPr lang="en-US" sz="736" dirty="0"/>
          </a:p>
        </p:txBody>
      </p:sp>
      <p:sp>
        <p:nvSpPr>
          <p:cNvPr id="94" name="Text 91"/>
          <p:cNvSpPr/>
          <p:nvPr/>
        </p:nvSpPr>
        <p:spPr>
          <a:xfrm>
            <a:off x="10988599" y="46156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10.362</a:t>
            </a:r>
            <a:endParaRPr lang="en-US" sz="736" dirty="0"/>
          </a:p>
        </p:txBody>
      </p:sp>
      <p:sp>
        <p:nvSpPr>
          <p:cNvPr id="95" name="Text 92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840" dirty="0"/>
          </a:p>
        </p:txBody>
      </p:sp>
      <p:sp>
        <p:nvSpPr>
          <p:cNvPr id="96" name="Text 93"/>
          <p:cNvSpPr/>
          <p:nvPr/>
        </p:nvSpPr>
        <p:spPr>
          <a:xfrm>
            <a:off x="533387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97" name="Text 94"/>
          <p:cNvSpPr/>
          <p:nvPr/>
        </p:nvSpPr>
        <p:spPr>
          <a:xfrm>
            <a:off x="2996877" y="1981944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848" dirty="0"/>
          </a:p>
        </p:txBody>
      </p:sp>
      <p:sp>
        <p:nvSpPr>
          <p:cNvPr id="98" name="Text 95"/>
          <p:cNvSpPr/>
          <p:nvPr/>
        </p:nvSpPr>
        <p:spPr>
          <a:xfrm>
            <a:off x="533387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99" name="Text 96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100" name="Text 97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101" name="Text 98"/>
          <p:cNvSpPr/>
          <p:nvPr/>
        </p:nvSpPr>
        <p:spPr>
          <a:xfrm>
            <a:off x="495288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102" name="Text 99"/>
          <p:cNvSpPr/>
          <p:nvPr/>
        </p:nvSpPr>
        <p:spPr>
          <a:xfrm>
            <a:off x="5226118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103" name="Text 100"/>
          <p:cNvSpPr/>
          <p:nvPr/>
        </p:nvSpPr>
        <p:spPr>
          <a:xfrm>
            <a:off x="2329400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4.318</a:t>
            </a:r>
            <a:endParaRPr lang="en-US" sz="768" dirty="0"/>
          </a:p>
        </p:txBody>
      </p:sp>
      <p:sp>
        <p:nvSpPr>
          <p:cNvPr id="104" name="Text 101"/>
          <p:cNvSpPr/>
          <p:nvPr/>
        </p:nvSpPr>
        <p:spPr>
          <a:xfrm>
            <a:off x="2812186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5.666</a:t>
            </a:r>
            <a:endParaRPr lang="en-US" sz="768" dirty="0"/>
          </a:p>
        </p:txBody>
      </p:sp>
      <p:sp>
        <p:nvSpPr>
          <p:cNvPr id="105" name="Text 102"/>
          <p:cNvSpPr/>
          <p:nvPr/>
        </p:nvSpPr>
        <p:spPr>
          <a:xfrm>
            <a:off x="3294972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6.863</a:t>
            </a:r>
            <a:endParaRPr lang="en-US" sz="768" dirty="0"/>
          </a:p>
        </p:txBody>
      </p:sp>
      <p:sp>
        <p:nvSpPr>
          <p:cNvPr id="106" name="Text 103"/>
          <p:cNvSpPr/>
          <p:nvPr/>
        </p:nvSpPr>
        <p:spPr>
          <a:xfrm>
            <a:off x="3777759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5.492</a:t>
            </a:r>
            <a:endParaRPr lang="en-US" sz="768" dirty="0"/>
          </a:p>
        </p:txBody>
      </p:sp>
      <p:sp>
        <p:nvSpPr>
          <p:cNvPr id="107" name="Text 104"/>
          <p:cNvSpPr/>
          <p:nvPr/>
        </p:nvSpPr>
        <p:spPr>
          <a:xfrm>
            <a:off x="4260545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6.700</a:t>
            </a:r>
            <a:endParaRPr lang="en-US" sz="768" dirty="0"/>
          </a:p>
        </p:txBody>
      </p:sp>
      <p:sp>
        <p:nvSpPr>
          <p:cNvPr id="108" name="Text 105"/>
          <p:cNvSpPr/>
          <p:nvPr/>
        </p:nvSpPr>
        <p:spPr>
          <a:xfrm>
            <a:off x="4743331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6.719</a:t>
            </a:r>
            <a:endParaRPr lang="en-US" sz="768" dirty="0"/>
          </a:p>
        </p:txBody>
      </p:sp>
      <p:sp>
        <p:nvSpPr>
          <p:cNvPr id="109" name="Text 106"/>
          <p:cNvSpPr/>
          <p:nvPr/>
        </p:nvSpPr>
        <p:spPr>
          <a:xfrm>
            <a:off x="2329400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1.541</a:t>
            </a:r>
            <a:endParaRPr lang="en-US" sz="768" dirty="0"/>
          </a:p>
        </p:txBody>
      </p:sp>
      <p:sp>
        <p:nvSpPr>
          <p:cNvPr id="110" name="Text 107"/>
          <p:cNvSpPr/>
          <p:nvPr/>
        </p:nvSpPr>
        <p:spPr>
          <a:xfrm>
            <a:off x="2812186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2.022</a:t>
            </a:r>
            <a:endParaRPr lang="en-US" sz="768" dirty="0"/>
          </a:p>
        </p:txBody>
      </p:sp>
      <p:sp>
        <p:nvSpPr>
          <p:cNvPr id="111" name="Text 108"/>
          <p:cNvSpPr/>
          <p:nvPr/>
        </p:nvSpPr>
        <p:spPr>
          <a:xfrm>
            <a:off x="3294972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2.448</a:t>
            </a:r>
            <a:endParaRPr lang="en-US" sz="768" dirty="0"/>
          </a:p>
        </p:txBody>
      </p:sp>
      <p:sp>
        <p:nvSpPr>
          <p:cNvPr id="112" name="Text 109"/>
          <p:cNvSpPr/>
          <p:nvPr/>
        </p:nvSpPr>
        <p:spPr>
          <a:xfrm>
            <a:off x="3777759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1.960</a:t>
            </a:r>
            <a:endParaRPr lang="en-US" sz="768" dirty="0"/>
          </a:p>
        </p:txBody>
      </p:sp>
      <p:sp>
        <p:nvSpPr>
          <p:cNvPr id="113" name="Text 110"/>
          <p:cNvSpPr/>
          <p:nvPr/>
        </p:nvSpPr>
        <p:spPr>
          <a:xfrm>
            <a:off x="4260545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2.391</a:t>
            </a:r>
            <a:endParaRPr lang="en-US" sz="768" dirty="0"/>
          </a:p>
        </p:txBody>
      </p:sp>
      <p:sp>
        <p:nvSpPr>
          <p:cNvPr id="114" name="Text 111"/>
          <p:cNvSpPr/>
          <p:nvPr/>
        </p:nvSpPr>
        <p:spPr>
          <a:xfrm>
            <a:off x="4743331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2.398</a:t>
            </a:r>
            <a:endParaRPr lang="en-US" sz="768" dirty="0"/>
          </a:p>
        </p:txBody>
      </p:sp>
      <p:sp>
        <p:nvSpPr>
          <p:cNvPr id="115" name="Text 112"/>
          <p:cNvSpPr/>
          <p:nvPr/>
        </p:nvSpPr>
        <p:spPr>
          <a:xfrm>
            <a:off x="2812186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1.113</a:t>
            </a:r>
            <a:endParaRPr lang="en-US" sz="768" dirty="0"/>
          </a:p>
        </p:txBody>
      </p:sp>
      <p:sp>
        <p:nvSpPr>
          <p:cNvPr id="116" name="Text 113"/>
          <p:cNvSpPr/>
          <p:nvPr/>
        </p:nvSpPr>
        <p:spPr>
          <a:xfrm>
            <a:off x="3294972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1.349</a:t>
            </a:r>
            <a:endParaRPr lang="en-US" sz="768" dirty="0"/>
          </a:p>
        </p:txBody>
      </p:sp>
      <p:sp>
        <p:nvSpPr>
          <p:cNvPr id="117" name="Text 114"/>
          <p:cNvSpPr/>
          <p:nvPr/>
        </p:nvSpPr>
        <p:spPr>
          <a:xfrm>
            <a:off x="3777759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1.079</a:t>
            </a:r>
            <a:endParaRPr lang="en-US" sz="768" dirty="0"/>
          </a:p>
        </p:txBody>
      </p:sp>
      <p:sp>
        <p:nvSpPr>
          <p:cNvPr id="118" name="Text 115"/>
          <p:cNvSpPr/>
          <p:nvPr/>
        </p:nvSpPr>
        <p:spPr>
          <a:xfrm>
            <a:off x="4260545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1.317</a:t>
            </a:r>
            <a:endParaRPr lang="en-US" sz="768" dirty="0"/>
          </a:p>
        </p:txBody>
      </p:sp>
      <p:sp>
        <p:nvSpPr>
          <p:cNvPr id="119" name="Text 116"/>
          <p:cNvSpPr/>
          <p:nvPr/>
        </p:nvSpPr>
        <p:spPr>
          <a:xfrm>
            <a:off x="4743331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1.320</a:t>
            </a:r>
            <a:endParaRPr lang="en-US" sz="768" dirty="0"/>
          </a:p>
        </p:txBody>
      </p:sp>
      <p:sp>
        <p:nvSpPr>
          <p:cNvPr id="120" name="Text 117"/>
          <p:cNvSpPr/>
          <p:nvPr/>
        </p:nvSpPr>
        <p:spPr>
          <a:xfrm>
            <a:off x="5226118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7.027</a:t>
            </a:r>
            <a:endParaRPr lang="en-US" sz="768" dirty="0"/>
          </a:p>
        </p:txBody>
      </p:sp>
      <p:sp>
        <p:nvSpPr>
          <p:cNvPr id="121" name="Text 118"/>
          <p:cNvSpPr/>
          <p:nvPr/>
        </p:nvSpPr>
        <p:spPr>
          <a:xfrm>
            <a:off x="3294972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1.135</a:t>
            </a:r>
            <a:endParaRPr lang="en-US" sz="768" dirty="0"/>
          </a:p>
        </p:txBody>
      </p:sp>
      <p:sp>
        <p:nvSpPr>
          <p:cNvPr id="122" name="Text 119"/>
          <p:cNvSpPr/>
          <p:nvPr/>
        </p:nvSpPr>
        <p:spPr>
          <a:xfrm>
            <a:off x="4260545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1.109</a:t>
            </a:r>
            <a:endParaRPr lang="en-US" sz="768" dirty="0"/>
          </a:p>
        </p:txBody>
      </p:sp>
      <p:sp>
        <p:nvSpPr>
          <p:cNvPr id="123" name="Text 120"/>
          <p:cNvSpPr/>
          <p:nvPr/>
        </p:nvSpPr>
        <p:spPr>
          <a:xfrm>
            <a:off x="4743331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1.112</a:t>
            </a:r>
            <a:endParaRPr lang="en-US" sz="768" dirty="0"/>
          </a:p>
        </p:txBody>
      </p:sp>
      <p:sp>
        <p:nvSpPr>
          <p:cNvPr id="124" name="Text 121"/>
          <p:cNvSpPr/>
          <p:nvPr/>
        </p:nvSpPr>
        <p:spPr>
          <a:xfrm>
            <a:off x="5226118" y="38155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5.916</a:t>
            </a:r>
            <a:endParaRPr lang="en-US" sz="768" dirty="0"/>
          </a:p>
        </p:txBody>
      </p:sp>
      <p:sp>
        <p:nvSpPr>
          <p:cNvPr id="125" name="Text 122"/>
          <p:cNvSpPr/>
          <p:nvPr/>
        </p:nvSpPr>
        <p:spPr>
          <a:xfrm>
            <a:off x="5226118" y="39488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4.624</a:t>
            </a:r>
            <a:endParaRPr lang="en-US" sz="768" dirty="0"/>
          </a:p>
        </p:txBody>
      </p:sp>
      <p:sp>
        <p:nvSpPr>
          <p:cNvPr id="126" name="Text 123"/>
          <p:cNvSpPr/>
          <p:nvPr/>
        </p:nvSpPr>
        <p:spPr>
          <a:xfrm>
            <a:off x="5226118" y="40822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1.912</a:t>
            </a:r>
            <a:endParaRPr lang="en-US" sz="768" dirty="0"/>
          </a:p>
        </p:txBody>
      </p:sp>
      <p:sp>
        <p:nvSpPr>
          <p:cNvPr id="127" name="Text 124"/>
          <p:cNvSpPr/>
          <p:nvPr/>
        </p:nvSpPr>
        <p:spPr>
          <a:xfrm>
            <a:off x="5226118" y="42155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1.070</a:t>
            </a:r>
            <a:endParaRPr lang="en-US" sz="768" dirty="0"/>
          </a:p>
        </p:txBody>
      </p:sp>
      <p:sp>
        <p:nvSpPr>
          <p:cNvPr id="128" name="Text 125"/>
          <p:cNvSpPr/>
          <p:nvPr/>
        </p:nvSpPr>
        <p:spPr>
          <a:xfrm>
            <a:off x="504812" y="461560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68" dirty="0"/>
          </a:p>
        </p:txBody>
      </p:sp>
      <p:sp>
        <p:nvSpPr>
          <p:cNvPr id="129" name="Text 126"/>
          <p:cNvSpPr/>
          <p:nvPr/>
        </p:nvSpPr>
        <p:spPr>
          <a:xfrm>
            <a:off x="2329400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768" dirty="0"/>
          </a:p>
        </p:txBody>
      </p:sp>
      <p:sp>
        <p:nvSpPr>
          <p:cNvPr id="130" name="Text 127"/>
          <p:cNvSpPr/>
          <p:nvPr/>
        </p:nvSpPr>
        <p:spPr>
          <a:xfrm>
            <a:off x="7345377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1184" dirty="0"/>
          </a:p>
        </p:txBody>
      </p:sp>
      <p:sp>
        <p:nvSpPr>
          <p:cNvPr id="131" name="Text 128"/>
          <p:cNvSpPr/>
          <p:nvPr/>
        </p:nvSpPr>
        <p:spPr>
          <a:xfrm>
            <a:off x="6295868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132" name="Text 129"/>
          <p:cNvSpPr/>
          <p:nvPr/>
        </p:nvSpPr>
        <p:spPr>
          <a:xfrm>
            <a:off x="7345377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6.287</a:t>
            </a:r>
            <a:endParaRPr lang="en-US" sz="848" dirty="0"/>
          </a:p>
        </p:txBody>
      </p:sp>
      <p:sp>
        <p:nvSpPr>
          <p:cNvPr id="133" name="Text 130"/>
          <p:cNvSpPr/>
          <p:nvPr/>
        </p:nvSpPr>
        <p:spPr>
          <a:xfrm>
            <a:off x="10037164" y="20009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1.208</a:t>
            </a:r>
            <a:endParaRPr lang="en-US" sz="848" dirty="0"/>
          </a:p>
        </p:txBody>
      </p:sp>
      <p:sp>
        <p:nvSpPr>
          <p:cNvPr id="134" name="Text 131"/>
          <p:cNvSpPr/>
          <p:nvPr/>
        </p:nvSpPr>
        <p:spPr>
          <a:xfrm>
            <a:off x="7345377" y="21200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8.439</a:t>
            </a:r>
            <a:endParaRPr lang="en-US" sz="848" dirty="0"/>
          </a:p>
        </p:txBody>
      </p:sp>
      <p:sp>
        <p:nvSpPr>
          <p:cNvPr id="135" name="Text 132"/>
          <p:cNvSpPr/>
          <p:nvPr/>
        </p:nvSpPr>
        <p:spPr>
          <a:xfrm>
            <a:off x="10045052" y="21438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1.435</a:t>
            </a:r>
            <a:endParaRPr lang="en-US" sz="848" dirty="0"/>
          </a:p>
        </p:txBody>
      </p:sp>
      <p:sp>
        <p:nvSpPr>
          <p:cNvPr id="136" name="Text 133"/>
          <p:cNvSpPr/>
          <p:nvPr/>
        </p:nvSpPr>
        <p:spPr>
          <a:xfrm>
            <a:off x="6295868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137" name="Text 134"/>
          <p:cNvSpPr/>
          <p:nvPr/>
        </p:nvSpPr>
        <p:spPr>
          <a:xfrm>
            <a:off x="7345377" y="226293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7.935</a:t>
            </a:r>
            <a:endParaRPr lang="en-US" sz="848" dirty="0"/>
          </a:p>
        </p:txBody>
      </p:sp>
      <p:sp>
        <p:nvSpPr>
          <p:cNvPr id="138" name="Text 135"/>
          <p:cNvSpPr/>
          <p:nvPr/>
        </p:nvSpPr>
        <p:spPr>
          <a:xfrm>
            <a:off x="10053684" y="22867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1.119</a:t>
            </a:r>
            <a:endParaRPr lang="en-US" sz="848" dirty="0"/>
          </a:p>
        </p:txBody>
      </p:sp>
      <p:sp>
        <p:nvSpPr>
          <p:cNvPr id="139" name="Text 136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140" name="Text 137"/>
          <p:cNvSpPr/>
          <p:nvPr/>
        </p:nvSpPr>
        <p:spPr>
          <a:xfrm>
            <a:off x="7345377" y="240580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8.304</a:t>
            </a:r>
            <a:endParaRPr lang="en-US" sz="848" dirty="0"/>
          </a:p>
        </p:txBody>
      </p:sp>
      <p:sp>
        <p:nvSpPr>
          <p:cNvPr id="141" name="Text 138"/>
          <p:cNvSpPr/>
          <p:nvPr/>
        </p:nvSpPr>
        <p:spPr>
          <a:xfrm>
            <a:off x="10033593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1.086</a:t>
            </a:r>
            <a:endParaRPr lang="en-US" sz="848" dirty="0"/>
          </a:p>
        </p:txBody>
      </p:sp>
      <p:sp>
        <p:nvSpPr>
          <p:cNvPr id="142" name="Text 139"/>
          <p:cNvSpPr/>
          <p:nvPr/>
        </p:nvSpPr>
        <p:spPr>
          <a:xfrm>
            <a:off x="7345377" y="254868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6.901</a:t>
            </a:r>
            <a:endParaRPr lang="en-US" sz="848" dirty="0"/>
          </a:p>
        </p:txBody>
      </p:sp>
      <p:sp>
        <p:nvSpPr>
          <p:cNvPr id="143" name="Text 140"/>
          <p:cNvSpPr/>
          <p:nvPr/>
        </p:nvSpPr>
        <p:spPr>
          <a:xfrm>
            <a:off x="10033593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1.068</a:t>
            </a:r>
            <a:endParaRPr lang="en-US" sz="848" dirty="0"/>
          </a:p>
        </p:txBody>
      </p:sp>
      <p:sp>
        <p:nvSpPr>
          <p:cNvPr id="144" name="Text 141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145" name="Text 142"/>
          <p:cNvSpPr/>
          <p:nvPr/>
        </p:nvSpPr>
        <p:spPr>
          <a:xfrm>
            <a:off x="7345377" y="26915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6.564</a:t>
            </a:r>
            <a:endParaRPr lang="en-US" sz="848" dirty="0"/>
          </a:p>
        </p:txBody>
      </p:sp>
      <p:sp>
        <p:nvSpPr>
          <p:cNvPr id="146" name="Text 143"/>
          <p:cNvSpPr/>
          <p:nvPr/>
        </p:nvSpPr>
        <p:spPr>
          <a:xfrm>
            <a:off x="6257769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147" name="Text 144"/>
          <p:cNvSpPr/>
          <p:nvPr/>
        </p:nvSpPr>
        <p:spPr>
          <a:xfrm>
            <a:off x="10026598" y="28582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848" dirty="0"/>
          </a:p>
        </p:txBody>
      </p:sp>
      <p:sp>
        <p:nvSpPr>
          <p:cNvPr id="148" name="Text 145"/>
          <p:cNvSpPr/>
          <p:nvPr/>
        </p:nvSpPr>
        <p:spPr>
          <a:xfrm>
            <a:off x="10988599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149" name="Text 146"/>
          <p:cNvSpPr/>
          <p:nvPr/>
        </p:nvSpPr>
        <p:spPr>
          <a:xfrm>
            <a:off x="8091881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5.413</a:t>
            </a:r>
            <a:endParaRPr lang="en-US" sz="736" dirty="0"/>
          </a:p>
        </p:txBody>
      </p:sp>
      <p:sp>
        <p:nvSpPr>
          <p:cNvPr id="150" name="Text 147"/>
          <p:cNvSpPr/>
          <p:nvPr/>
        </p:nvSpPr>
        <p:spPr>
          <a:xfrm>
            <a:off x="8574667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7.265</a:t>
            </a:r>
            <a:endParaRPr lang="en-US" sz="736" dirty="0"/>
          </a:p>
        </p:txBody>
      </p:sp>
      <p:sp>
        <p:nvSpPr>
          <p:cNvPr id="151" name="Text 148"/>
          <p:cNvSpPr/>
          <p:nvPr/>
        </p:nvSpPr>
        <p:spPr>
          <a:xfrm>
            <a:off x="9057453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6.831</a:t>
            </a:r>
            <a:endParaRPr lang="en-US" sz="736" dirty="0"/>
          </a:p>
        </p:txBody>
      </p:sp>
      <p:sp>
        <p:nvSpPr>
          <p:cNvPr id="152" name="Text 149"/>
          <p:cNvSpPr/>
          <p:nvPr/>
        </p:nvSpPr>
        <p:spPr>
          <a:xfrm>
            <a:off x="9540240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7.149</a:t>
            </a:r>
            <a:endParaRPr lang="en-US" sz="736" dirty="0"/>
          </a:p>
        </p:txBody>
      </p:sp>
      <p:sp>
        <p:nvSpPr>
          <p:cNvPr id="153" name="Text 150"/>
          <p:cNvSpPr/>
          <p:nvPr/>
        </p:nvSpPr>
        <p:spPr>
          <a:xfrm>
            <a:off x="10023026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5.941</a:t>
            </a:r>
            <a:endParaRPr lang="en-US" sz="736" dirty="0"/>
          </a:p>
        </p:txBody>
      </p:sp>
      <p:sp>
        <p:nvSpPr>
          <p:cNvPr id="154" name="Text 151"/>
          <p:cNvSpPr/>
          <p:nvPr/>
        </p:nvSpPr>
        <p:spPr>
          <a:xfrm>
            <a:off x="10505812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5.651</a:t>
            </a:r>
            <a:endParaRPr lang="en-US" sz="736" dirty="0"/>
          </a:p>
        </p:txBody>
      </p:sp>
      <p:sp>
        <p:nvSpPr>
          <p:cNvPr id="155" name="Text 152"/>
          <p:cNvSpPr/>
          <p:nvPr/>
        </p:nvSpPr>
        <p:spPr>
          <a:xfrm>
            <a:off x="8091881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1.086</a:t>
            </a:r>
            <a:endParaRPr lang="en-US" sz="736" dirty="0"/>
          </a:p>
        </p:txBody>
      </p:sp>
      <p:sp>
        <p:nvSpPr>
          <p:cNvPr id="156" name="Text 153"/>
          <p:cNvSpPr/>
          <p:nvPr/>
        </p:nvSpPr>
        <p:spPr>
          <a:xfrm>
            <a:off x="8574667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1.457</a:t>
            </a:r>
            <a:endParaRPr lang="en-US" sz="736" dirty="0"/>
          </a:p>
        </p:txBody>
      </p:sp>
      <p:sp>
        <p:nvSpPr>
          <p:cNvPr id="157" name="Text 154"/>
          <p:cNvSpPr/>
          <p:nvPr/>
        </p:nvSpPr>
        <p:spPr>
          <a:xfrm>
            <a:off x="9057453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1.370</a:t>
            </a:r>
            <a:endParaRPr lang="en-US" sz="736" dirty="0"/>
          </a:p>
        </p:txBody>
      </p:sp>
      <p:sp>
        <p:nvSpPr>
          <p:cNvPr id="158" name="Text 155"/>
          <p:cNvSpPr/>
          <p:nvPr/>
        </p:nvSpPr>
        <p:spPr>
          <a:xfrm>
            <a:off x="9540240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1.434</a:t>
            </a:r>
            <a:endParaRPr lang="en-US" sz="736" dirty="0"/>
          </a:p>
        </p:txBody>
      </p:sp>
      <p:sp>
        <p:nvSpPr>
          <p:cNvPr id="159" name="Text 156"/>
          <p:cNvSpPr/>
          <p:nvPr/>
        </p:nvSpPr>
        <p:spPr>
          <a:xfrm>
            <a:off x="10023026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1.192</a:t>
            </a:r>
            <a:endParaRPr lang="en-US" sz="736" dirty="0"/>
          </a:p>
        </p:txBody>
      </p:sp>
      <p:sp>
        <p:nvSpPr>
          <p:cNvPr id="160" name="Text 157"/>
          <p:cNvSpPr/>
          <p:nvPr/>
        </p:nvSpPr>
        <p:spPr>
          <a:xfrm>
            <a:off x="10505812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1.133</a:t>
            </a:r>
            <a:endParaRPr lang="en-US" sz="736" dirty="0"/>
          </a:p>
        </p:txBody>
      </p:sp>
      <p:sp>
        <p:nvSpPr>
          <p:cNvPr id="161" name="Text 158"/>
          <p:cNvSpPr/>
          <p:nvPr/>
        </p:nvSpPr>
        <p:spPr>
          <a:xfrm>
            <a:off x="10988599" y="35488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7.672</a:t>
            </a:r>
            <a:endParaRPr lang="en-US" sz="736" dirty="0"/>
          </a:p>
        </p:txBody>
      </p:sp>
      <p:sp>
        <p:nvSpPr>
          <p:cNvPr id="162" name="Text 159"/>
          <p:cNvSpPr/>
          <p:nvPr/>
        </p:nvSpPr>
        <p:spPr>
          <a:xfrm>
            <a:off x="8091881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2.110</a:t>
            </a:r>
            <a:endParaRPr lang="en-US" sz="736" dirty="0"/>
          </a:p>
        </p:txBody>
      </p:sp>
      <p:sp>
        <p:nvSpPr>
          <p:cNvPr id="163" name="Text 160"/>
          <p:cNvSpPr/>
          <p:nvPr/>
        </p:nvSpPr>
        <p:spPr>
          <a:xfrm>
            <a:off x="8574667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2.831</a:t>
            </a:r>
            <a:endParaRPr lang="en-US" sz="736" dirty="0"/>
          </a:p>
        </p:txBody>
      </p:sp>
      <p:sp>
        <p:nvSpPr>
          <p:cNvPr id="164" name="Text 161"/>
          <p:cNvSpPr/>
          <p:nvPr/>
        </p:nvSpPr>
        <p:spPr>
          <a:xfrm>
            <a:off x="9057453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2.663</a:t>
            </a:r>
            <a:endParaRPr lang="en-US" sz="736" dirty="0"/>
          </a:p>
        </p:txBody>
      </p:sp>
      <p:sp>
        <p:nvSpPr>
          <p:cNvPr id="165" name="Text 162"/>
          <p:cNvSpPr/>
          <p:nvPr/>
        </p:nvSpPr>
        <p:spPr>
          <a:xfrm>
            <a:off x="9540240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736" dirty="0"/>
          </a:p>
        </p:txBody>
      </p:sp>
      <p:sp>
        <p:nvSpPr>
          <p:cNvPr id="166" name="Text 163"/>
          <p:cNvSpPr/>
          <p:nvPr/>
        </p:nvSpPr>
        <p:spPr>
          <a:xfrm>
            <a:off x="10023026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2.316</a:t>
            </a:r>
            <a:endParaRPr lang="en-US" sz="736" dirty="0"/>
          </a:p>
        </p:txBody>
      </p:sp>
      <p:sp>
        <p:nvSpPr>
          <p:cNvPr id="167" name="Text 164"/>
          <p:cNvSpPr/>
          <p:nvPr/>
        </p:nvSpPr>
        <p:spPr>
          <a:xfrm>
            <a:off x="10505812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2.202</a:t>
            </a:r>
            <a:endParaRPr lang="en-US" sz="736" dirty="0"/>
          </a:p>
        </p:txBody>
      </p:sp>
      <p:sp>
        <p:nvSpPr>
          <p:cNvPr id="168" name="Text 165"/>
          <p:cNvSpPr/>
          <p:nvPr/>
        </p:nvSpPr>
        <p:spPr>
          <a:xfrm>
            <a:off x="10988599" y="38155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4.822</a:t>
            </a:r>
            <a:endParaRPr lang="en-US" sz="736" dirty="0"/>
          </a:p>
        </p:txBody>
      </p:sp>
      <p:sp>
        <p:nvSpPr>
          <p:cNvPr id="169" name="Text 166"/>
          <p:cNvSpPr/>
          <p:nvPr/>
        </p:nvSpPr>
        <p:spPr>
          <a:xfrm>
            <a:off x="10988599" y="39488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2.971</a:t>
            </a:r>
            <a:endParaRPr lang="en-US" sz="736" dirty="0"/>
          </a:p>
        </p:txBody>
      </p:sp>
      <p:sp>
        <p:nvSpPr>
          <p:cNvPr id="170" name="Text 167"/>
          <p:cNvSpPr/>
          <p:nvPr/>
        </p:nvSpPr>
        <p:spPr>
          <a:xfrm>
            <a:off x="10988599" y="40822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2.501</a:t>
            </a:r>
            <a:endParaRPr lang="en-US" sz="736" dirty="0"/>
          </a:p>
        </p:txBody>
      </p:sp>
      <p:sp>
        <p:nvSpPr>
          <p:cNvPr id="171" name="Text 168"/>
          <p:cNvSpPr/>
          <p:nvPr/>
        </p:nvSpPr>
        <p:spPr>
          <a:xfrm>
            <a:off x="10988599" y="42155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1.847</a:t>
            </a:r>
            <a:endParaRPr lang="en-US" sz="736" dirty="0"/>
          </a:p>
        </p:txBody>
      </p:sp>
      <p:sp>
        <p:nvSpPr>
          <p:cNvPr id="172" name="Text 169"/>
          <p:cNvSpPr/>
          <p:nvPr/>
        </p:nvSpPr>
        <p:spPr>
          <a:xfrm>
            <a:off x="10988599" y="43489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1.126</a:t>
            </a:r>
            <a:endParaRPr lang="en-US" sz="736" dirty="0"/>
          </a:p>
        </p:txBody>
      </p:sp>
      <p:sp>
        <p:nvSpPr>
          <p:cNvPr id="173" name="Text 170"/>
          <p:cNvSpPr/>
          <p:nvPr/>
        </p:nvSpPr>
        <p:spPr>
          <a:xfrm>
            <a:off x="10988599" y="44822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2.403</a:t>
            </a:r>
            <a:endParaRPr lang="en-US" sz="736" dirty="0"/>
          </a:p>
        </p:txBody>
      </p:sp>
      <p:sp>
        <p:nvSpPr>
          <p:cNvPr id="174" name="Text 171"/>
          <p:cNvSpPr/>
          <p:nvPr/>
        </p:nvSpPr>
        <p:spPr>
          <a:xfrm>
            <a:off x="8091881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1.466</a:t>
            </a:r>
            <a:endParaRPr lang="en-US" sz="736" dirty="0"/>
          </a:p>
        </p:txBody>
      </p:sp>
      <p:sp>
        <p:nvSpPr>
          <p:cNvPr id="175" name="Text 172"/>
          <p:cNvSpPr/>
          <p:nvPr/>
        </p:nvSpPr>
        <p:spPr>
          <a:xfrm>
            <a:off x="8574667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1.968</a:t>
            </a:r>
            <a:endParaRPr lang="en-US" sz="736" dirty="0"/>
          </a:p>
        </p:txBody>
      </p:sp>
      <p:sp>
        <p:nvSpPr>
          <p:cNvPr id="176" name="Text 173"/>
          <p:cNvSpPr/>
          <p:nvPr/>
        </p:nvSpPr>
        <p:spPr>
          <a:xfrm>
            <a:off x="9057453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1.851</a:t>
            </a:r>
            <a:endParaRPr lang="en-US" sz="736" dirty="0"/>
          </a:p>
        </p:txBody>
      </p:sp>
      <p:sp>
        <p:nvSpPr>
          <p:cNvPr id="177" name="Text 174"/>
          <p:cNvSpPr/>
          <p:nvPr/>
        </p:nvSpPr>
        <p:spPr>
          <a:xfrm>
            <a:off x="9540240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1.937</a:t>
            </a:r>
            <a:endParaRPr lang="en-US" sz="736" dirty="0"/>
          </a:p>
        </p:txBody>
      </p:sp>
      <p:sp>
        <p:nvSpPr>
          <p:cNvPr id="178" name="Text 175"/>
          <p:cNvSpPr/>
          <p:nvPr/>
        </p:nvSpPr>
        <p:spPr>
          <a:xfrm>
            <a:off x="10023026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1.609</a:t>
            </a:r>
            <a:endParaRPr lang="en-US" sz="736" dirty="0"/>
          </a:p>
        </p:txBody>
      </p:sp>
      <p:sp>
        <p:nvSpPr>
          <p:cNvPr id="179" name="Text 176"/>
          <p:cNvSpPr/>
          <p:nvPr/>
        </p:nvSpPr>
        <p:spPr>
          <a:xfrm>
            <a:off x="10505812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1.531</a:t>
            </a:r>
            <a:endParaRPr lang="en-US" sz="736" dirty="0"/>
          </a:p>
        </p:txBody>
      </p:sp>
      <p:sp>
        <p:nvSpPr>
          <p:cNvPr id="180" name="Text 177"/>
          <p:cNvSpPr/>
          <p:nvPr/>
        </p:nvSpPr>
        <p:spPr>
          <a:xfrm>
            <a:off x="8574667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1.299</a:t>
            </a:r>
            <a:endParaRPr lang="en-US" sz="736" dirty="0"/>
          </a:p>
        </p:txBody>
      </p:sp>
      <p:sp>
        <p:nvSpPr>
          <p:cNvPr id="181" name="Text 178"/>
          <p:cNvSpPr/>
          <p:nvPr/>
        </p:nvSpPr>
        <p:spPr>
          <a:xfrm>
            <a:off x="9057453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1.221</a:t>
            </a:r>
            <a:endParaRPr lang="en-US" sz="736" dirty="0"/>
          </a:p>
        </p:txBody>
      </p:sp>
      <p:sp>
        <p:nvSpPr>
          <p:cNvPr id="182" name="Text 179"/>
          <p:cNvSpPr/>
          <p:nvPr/>
        </p:nvSpPr>
        <p:spPr>
          <a:xfrm>
            <a:off x="9540240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1.278</a:t>
            </a:r>
            <a:endParaRPr lang="en-US" sz="736" dirty="0"/>
          </a:p>
        </p:txBody>
      </p:sp>
      <p:sp>
        <p:nvSpPr>
          <p:cNvPr id="183" name="Text 180"/>
          <p:cNvSpPr/>
          <p:nvPr/>
        </p:nvSpPr>
        <p:spPr>
          <a:xfrm>
            <a:off x="10023026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1.062</a:t>
            </a:r>
            <a:endParaRPr lang="en-US" sz="736" dirty="0"/>
          </a:p>
        </p:txBody>
      </p:sp>
      <p:sp>
        <p:nvSpPr>
          <p:cNvPr id="184" name="Text 181"/>
          <p:cNvSpPr/>
          <p:nvPr/>
        </p:nvSpPr>
        <p:spPr>
          <a:xfrm>
            <a:off x="10505812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1.010</a:t>
            </a:r>
            <a:endParaRPr lang="en-US" sz="736" dirty="0"/>
          </a:p>
        </p:txBody>
      </p:sp>
      <p:sp>
        <p:nvSpPr>
          <p:cNvPr id="185" name="Text 182"/>
          <p:cNvSpPr/>
          <p:nvPr/>
        </p:nvSpPr>
        <p:spPr>
          <a:xfrm>
            <a:off x="10988599" y="47489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6.837</a:t>
            </a:r>
            <a:endParaRPr lang="en-US" sz="736" dirty="0"/>
          </a:p>
        </p:txBody>
      </p:sp>
      <p:sp>
        <p:nvSpPr>
          <p:cNvPr id="186" name="Text 183"/>
          <p:cNvSpPr/>
          <p:nvPr/>
        </p:nvSpPr>
        <p:spPr>
          <a:xfrm>
            <a:off x="10988599" y="48823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2.442</a:t>
            </a:r>
            <a:endParaRPr lang="en-US" sz="736" dirty="0"/>
          </a:p>
        </p:txBody>
      </p:sp>
      <p:sp>
        <p:nvSpPr>
          <p:cNvPr id="187" name="Text 184"/>
          <p:cNvSpPr/>
          <p:nvPr/>
        </p:nvSpPr>
        <p:spPr>
          <a:xfrm>
            <a:off x="10988599" y="50156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1.033</a:t>
            </a:r>
            <a:endParaRPr lang="en-US" sz="736" dirty="0"/>
          </a:p>
        </p:txBody>
      </p:sp>
      <p:sp>
        <p:nvSpPr>
          <p:cNvPr id="188" name="Text 185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840" dirty="0"/>
          </a:p>
        </p:txBody>
      </p:sp>
      <p:sp>
        <p:nvSpPr>
          <p:cNvPr id="189" name="Text 186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190" name="Text 187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191" name="Text 188"/>
          <p:cNvSpPr/>
          <p:nvPr/>
        </p:nvSpPr>
        <p:spPr>
          <a:xfrm>
            <a:off x="495288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192" name="Text 189"/>
          <p:cNvSpPr/>
          <p:nvPr/>
        </p:nvSpPr>
        <p:spPr>
          <a:xfrm>
            <a:off x="232940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193" name="Text 190"/>
          <p:cNvSpPr/>
          <p:nvPr/>
        </p:nvSpPr>
        <p:spPr>
          <a:xfrm>
            <a:off x="281218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194" name="Text 191"/>
          <p:cNvSpPr/>
          <p:nvPr/>
        </p:nvSpPr>
        <p:spPr>
          <a:xfrm>
            <a:off x="329497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195" name="Text 192"/>
          <p:cNvSpPr/>
          <p:nvPr/>
        </p:nvSpPr>
        <p:spPr>
          <a:xfrm>
            <a:off x="3777759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196" name="Text 193"/>
          <p:cNvSpPr/>
          <p:nvPr/>
        </p:nvSpPr>
        <p:spPr>
          <a:xfrm>
            <a:off x="4260545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197" name="Text 194"/>
          <p:cNvSpPr/>
          <p:nvPr/>
        </p:nvSpPr>
        <p:spPr>
          <a:xfrm>
            <a:off x="474333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198" name="Text 195"/>
          <p:cNvSpPr/>
          <p:nvPr/>
        </p:nvSpPr>
        <p:spPr>
          <a:xfrm>
            <a:off x="2329400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849</a:t>
            </a:r>
            <a:endParaRPr lang="en-US" sz="768" dirty="0"/>
          </a:p>
        </p:txBody>
      </p:sp>
      <p:sp>
        <p:nvSpPr>
          <p:cNvPr id="199" name="Text 196"/>
          <p:cNvSpPr/>
          <p:nvPr/>
        </p:nvSpPr>
        <p:spPr>
          <a:xfrm>
            <a:off x="2329400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714</a:t>
            </a:r>
            <a:endParaRPr lang="en-US" sz="768" dirty="0"/>
          </a:p>
        </p:txBody>
      </p:sp>
      <p:sp>
        <p:nvSpPr>
          <p:cNvPr id="200" name="Text 197"/>
          <p:cNvSpPr/>
          <p:nvPr/>
        </p:nvSpPr>
        <p:spPr>
          <a:xfrm>
            <a:off x="2812186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937</a:t>
            </a:r>
            <a:endParaRPr lang="en-US" sz="768" dirty="0"/>
          </a:p>
        </p:txBody>
      </p:sp>
      <p:sp>
        <p:nvSpPr>
          <p:cNvPr id="201" name="Text 198"/>
          <p:cNvSpPr/>
          <p:nvPr/>
        </p:nvSpPr>
        <p:spPr>
          <a:xfrm>
            <a:off x="3777759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909</a:t>
            </a:r>
            <a:endParaRPr lang="en-US" sz="768" dirty="0"/>
          </a:p>
        </p:txBody>
      </p:sp>
      <p:sp>
        <p:nvSpPr>
          <p:cNvPr id="202" name="Text 199"/>
          <p:cNvSpPr/>
          <p:nvPr/>
        </p:nvSpPr>
        <p:spPr>
          <a:xfrm>
            <a:off x="2329400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558</a:t>
            </a:r>
            <a:endParaRPr lang="en-US" sz="768" dirty="0"/>
          </a:p>
        </p:txBody>
      </p:sp>
      <p:sp>
        <p:nvSpPr>
          <p:cNvPr id="203" name="Text 200"/>
          <p:cNvSpPr/>
          <p:nvPr/>
        </p:nvSpPr>
        <p:spPr>
          <a:xfrm>
            <a:off x="2812186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733</a:t>
            </a:r>
            <a:endParaRPr lang="en-US" sz="768" dirty="0"/>
          </a:p>
        </p:txBody>
      </p:sp>
      <p:sp>
        <p:nvSpPr>
          <p:cNvPr id="204" name="Text 201"/>
          <p:cNvSpPr/>
          <p:nvPr/>
        </p:nvSpPr>
        <p:spPr>
          <a:xfrm>
            <a:off x="3294972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888</a:t>
            </a:r>
            <a:endParaRPr lang="en-US" sz="768" dirty="0"/>
          </a:p>
        </p:txBody>
      </p:sp>
      <p:sp>
        <p:nvSpPr>
          <p:cNvPr id="205" name="Text 202"/>
          <p:cNvSpPr/>
          <p:nvPr/>
        </p:nvSpPr>
        <p:spPr>
          <a:xfrm>
            <a:off x="3777759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710</a:t>
            </a:r>
            <a:endParaRPr lang="en-US" sz="768" dirty="0"/>
          </a:p>
        </p:txBody>
      </p:sp>
      <p:sp>
        <p:nvSpPr>
          <p:cNvPr id="206" name="Text 203"/>
          <p:cNvSpPr/>
          <p:nvPr/>
        </p:nvSpPr>
        <p:spPr>
          <a:xfrm>
            <a:off x="4260545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866</a:t>
            </a:r>
            <a:endParaRPr lang="en-US" sz="768" dirty="0"/>
          </a:p>
        </p:txBody>
      </p:sp>
      <p:sp>
        <p:nvSpPr>
          <p:cNvPr id="207" name="Text 204"/>
          <p:cNvSpPr/>
          <p:nvPr/>
        </p:nvSpPr>
        <p:spPr>
          <a:xfrm>
            <a:off x="4743331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869</a:t>
            </a:r>
            <a:endParaRPr lang="en-US" sz="768" dirty="0"/>
          </a:p>
        </p:txBody>
      </p:sp>
      <p:sp>
        <p:nvSpPr>
          <p:cNvPr id="208" name="Text 205"/>
          <p:cNvSpPr/>
          <p:nvPr/>
        </p:nvSpPr>
        <p:spPr>
          <a:xfrm>
            <a:off x="2329400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231</a:t>
            </a:r>
            <a:endParaRPr lang="en-US" sz="768" dirty="0"/>
          </a:p>
        </p:txBody>
      </p:sp>
      <p:sp>
        <p:nvSpPr>
          <p:cNvPr id="209" name="Text 206"/>
          <p:cNvSpPr/>
          <p:nvPr/>
        </p:nvSpPr>
        <p:spPr>
          <a:xfrm>
            <a:off x="2812186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303</a:t>
            </a:r>
            <a:endParaRPr lang="en-US" sz="768" dirty="0"/>
          </a:p>
        </p:txBody>
      </p:sp>
      <p:sp>
        <p:nvSpPr>
          <p:cNvPr id="210" name="Text 207"/>
          <p:cNvSpPr/>
          <p:nvPr/>
        </p:nvSpPr>
        <p:spPr>
          <a:xfrm>
            <a:off x="3294972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367</a:t>
            </a:r>
            <a:endParaRPr lang="en-US" sz="768" dirty="0"/>
          </a:p>
        </p:txBody>
      </p:sp>
      <p:sp>
        <p:nvSpPr>
          <p:cNvPr id="211" name="Text 208"/>
          <p:cNvSpPr/>
          <p:nvPr/>
        </p:nvSpPr>
        <p:spPr>
          <a:xfrm>
            <a:off x="3777759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768" dirty="0"/>
          </a:p>
        </p:txBody>
      </p:sp>
      <p:sp>
        <p:nvSpPr>
          <p:cNvPr id="212" name="Text 209"/>
          <p:cNvSpPr/>
          <p:nvPr/>
        </p:nvSpPr>
        <p:spPr>
          <a:xfrm>
            <a:off x="4260545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358</a:t>
            </a:r>
            <a:endParaRPr lang="en-US" sz="768" dirty="0"/>
          </a:p>
        </p:txBody>
      </p:sp>
      <p:sp>
        <p:nvSpPr>
          <p:cNvPr id="213" name="Text 210"/>
          <p:cNvSpPr/>
          <p:nvPr/>
        </p:nvSpPr>
        <p:spPr>
          <a:xfrm>
            <a:off x="4743331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359</a:t>
            </a:r>
            <a:endParaRPr lang="en-US" sz="768" dirty="0"/>
          </a:p>
        </p:txBody>
      </p:sp>
      <p:sp>
        <p:nvSpPr>
          <p:cNvPr id="214" name="Text 211"/>
          <p:cNvSpPr/>
          <p:nvPr/>
        </p:nvSpPr>
        <p:spPr>
          <a:xfrm>
            <a:off x="2329400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768" dirty="0"/>
          </a:p>
        </p:txBody>
      </p:sp>
      <p:sp>
        <p:nvSpPr>
          <p:cNvPr id="215" name="Text 212"/>
          <p:cNvSpPr/>
          <p:nvPr/>
        </p:nvSpPr>
        <p:spPr>
          <a:xfrm>
            <a:off x="2812186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170</a:t>
            </a:r>
            <a:endParaRPr lang="en-US" sz="768" dirty="0"/>
          </a:p>
        </p:txBody>
      </p:sp>
      <p:sp>
        <p:nvSpPr>
          <p:cNvPr id="216" name="Text 213"/>
          <p:cNvSpPr/>
          <p:nvPr/>
        </p:nvSpPr>
        <p:spPr>
          <a:xfrm>
            <a:off x="3294972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206</a:t>
            </a:r>
            <a:endParaRPr lang="en-US" sz="768" dirty="0"/>
          </a:p>
        </p:txBody>
      </p:sp>
      <p:sp>
        <p:nvSpPr>
          <p:cNvPr id="217" name="Text 214"/>
          <p:cNvSpPr/>
          <p:nvPr/>
        </p:nvSpPr>
        <p:spPr>
          <a:xfrm>
            <a:off x="3777759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164</a:t>
            </a:r>
            <a:endParaRPr lang="en-US" sz="768" dirty="0"/>
          </a:p>
        </p:txBody>
      </p:sp>
      <p:sp>
        <p:nvSpPr>
          <p:cNvPr id="218" name="Text 215"/>
          <p:cNvSpPr/>
          <p:nvPr/>
        </p:nvSpPr>
        <p:spPr>
          <a:xfrm>
            <a:off x="4260545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</a:t>
            </a:r>
            <a:endParaRPr lang="en-US" sz="768" dirty="0"/>
          </a:p>
        </p:txBody>
      </p:sp>
      <p:sp>
        <p:nvSpPr>
          <p:cNvPr id="219" name="Text 216"/>
          <p:cNvSpPr/>
          <p:nvPr/>
        </p:nvSpPr>
        <p:spPr>
          <a:xfrm>
            <a:off x="4743331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768" dirty="0"/>
          </a:p>
        </p:txBody>
      </p:sp>
      <p:sp>
        <p:nvSpPr>
          <p:cNvPr id="220" name="Text 217"/>
          <p:cNvSpPr/>
          <p:nvPr/>
        </p:nvSpPr>
        <p:spPr>
          <a:xfrm>
            <a:off x="5226118" y="43489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</a:t>
            </a:r>
            <a:endParaRPr lang="en-US" sz="768" dirty="0"/>
          </a:p>
        </p:txBody>
      </p:sp>
      <p:sp>
        <p:nvSpPr>
          <p:cNvPr id="221" name="Text 218"/>
          <p:cNvSpPr/>
          <p:nvPr/>
        </p:nvSpPr>
        <p:spPr>
          <a:xfrm>
            <a:off x="2812186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768" dirty="0"/>
          </a:p>
        </p:txBody>
      </p:sp>
      <p:sp>
        <p:nvSpPr>
          <p:cNvPr id="222" name="Text 219"/>
          <p:cNvSpPr/>
          <p:nvPr/>
        </p:nvSpPr>
        <p:spPr>
          <a:xfrm>
            <a:off x="3294972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150</a:t>
            </a:r>
            <a:endParaRPr lang="en-US" sz="768" dirty="0"/>
          </a:p>
        </p:txBody>
      </p:sp>
      <p:sp>
        <p:nvSpPr>
          <p:cNvPr id="223" name="Text 220"/>
          <p:cNvSpPr/>
          <p:nvPr/>
        </p:nvSpPr>
        <p:spPr>
          <a:xfrm>
            <a:off x="3777759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768" dirty="0"/>
          </a:p>
        </p:txBody>
      </p:sp>
      <p:sp>
        <p:nvSpPr>
          <p:cNvPr id="224" name="Text 221"/>
          <p:cNvSpPr/>
          <p:nvPr/>
        </p:nvSpPr>
        <p:spPr>
          <a:xfrm>
            <a:off x="4260545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768" dirty="0"/>
          </a:p>
        </p:txBody>
      </p:sp>
      <p:sp>
        <p:nvSpPr>
          <p:cNvPr id="225" name="Text 222"/>
          <p:cNvSpPr/>
          <p:nvPr/>
        </p:nvSpPr>
        <p:spPr>
          <a:xfrm>
            <a:off x="4743331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768" dirty="0"/>
          </a:p>
        </p:txBody>
      </p:sp>
      <p:sp>
        <p:nvSpPr>
          <p:cNvPr id="226" name="Text 223"/>
          <p:cNvSpPr/>
          <p:nvPr/>
        </p:nvSpPr>
        <p:spPr>
          <a:xfrm>
            <a:off x="5226118" y="44822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779</a:t>
            </a:r>
            <a:endParaRPr lang="en-US" sz="768" dirty="0"/>
          </a:p>
        </p:txBody>
      </p:sp>
      <p:sp>
        <p:nvSpPr>
          <p:cNvPr id="227" name="Text 224"/>
          <p:cNvSpPr/>
          <p:nvPr/>
        </p:nvSpPr>
        <p:spPr>
          <a:xfrm>
            <a:off x="6257769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228" name="Text 225"/>
          <p:cNvSpPr/>
          <p:nvPr/>
        </p:nvSpPr>
        <p:spPr>
          <a:xfrm>
            <a:off x="10097736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965</a:t>
            </a:r>
            <a:endParaRPr lang="en-US" sz="848" dirty="0"/>
          </a:p>
        </p:txBody>
      </p:sp>
      <p:sp>
        <p:nvSpPr>
          <p:cNvPr id="229" name="Text 226"/>
          <p:cNvSpPr/>
          <p:nvPr/>
        </p:nvSpPr>
        <p:spPr>
          <a:xfrm>
            <a:off x="809188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230" name="Text 227"/>
          <p:cNvSpPr/>
          <p:nvPr/>
        </p:nvSpPr>
        <p:spPr>
          <a:xfrm>
            <a:off x="8574667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231" name="Text 228"/>
          <p:cNvSpPr/>
          <p:nvPr/>
        </p:nvSpPr>
        <p:spPr>
          <a:xfrm>
            <a:off x="9057453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232" name="Text 229"/>
          <p:cNvSpPr/>
          <p:nvPr/>
        </p:nvSpPr>
        <p:spPr>
          <a:xfrm>
            <a:off x="954024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233" name="Text 230"/>
          <p:cNvSpPr/>
          <p:nvPr/>
        </p:nvSpPr>
        <p:spPr>
          <a:xfrm>
            <a:off x="1002302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234" name="Text 231"/>
          <p:cNvSpPr/>
          <p:nvPr/>
        </p:nvSpPr>
        <p:spPr>
          <a:xfrm>
            <a:off x="1050581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235" name="Text 232"/>
          <p:cNvSpPr/>
          <p:nvPr/>
        </p:nvSpPr>
        <p:spPr>
          <a:xfrm>
            <a:off x="8091881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682</a:t>
            </a:r>
            <a:endParaRPr lang="en-US" sz="736" dirty="0"/>
          </a:p>
        </p:txBody>
      </p:sp>
      <p:sp>
        <p:nvSpPr>
          <p:cNvPr id="236" name="Text 233"/>
          <p:cNvSpPr/>
          <p:nvPr/>
        </p:nvSpPr>
        <p:spPr>
          <a:xfrm>
            <a:off x="8574667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917</a:t>
            </a:r>
            <a:endParaRPr lang="en-US" sz="736" dirty="0"/>
          </a:p>
        </p:txBody>
      </p:sp>
      <p:sp>
        <p:nvSpPr>
          <p:cNvPr id="237" name="Text 234"/>
          <p:cNvSpPr/>
          <p:nvPr/>
        </p:nvSpPr>
        <p:spPr>
          <a:xfrm>
            <a:off x="9057453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861</a:t>
            </a:r>
            <a:endParaRPr lang="en-US" sz="736" dirty="0"/>
          </a:p>
        </p:txBody>
      </p:sp>
      <p:sp>
        <p:nvSpPr>
          <p:cNvPr id="238" name="Text 235"/>
          <p:cNvSpPr/>
          <p:nvPr/>
        </p:nvSpPr>
        <p:spPr>
          <a:xfrm>
            <a:off x="9540240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901</a:t>
            </a:r>
            <a:endParaRPr lang="en-US" sz="736" dirty="0"/>
          </a:p>
        </p:txBody>
      </p:sp>
      <p:sp>
        <p:nvSpPr>
          <p:cNvPr id="239" name="Text 236"/>
          <p:cNvSpPr/>
          <p:nvPr/>
        </p:nvSpPr>
        <p:spPr>
          <a:xfrm>
            <a:off x="10023026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749</a:t>
            </a:r>
            <a:endParaRPr lang="en-US" sz="736" dirty="0"/>
          </a:p>
        </p:txBody>
      </p:sp>
      <p:sp>
        <p:nvSpPr>
          <p:cNvPr id="240" name="Text 237"/>
          <p:cNvSpPr/>
          <p:nvPr/>
        </p:nvSpPr>
        <p:spPr>
          <a:xfrm>
            <a:off x="10505812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712</a:t>
            </a:r>
            <a:endParaRPr lang="en-US" sz="736" dirty="0"/>
          </a:p>
        </p:txBody>
      </p:sp>
      <p:sp>
        <p:nvSpPr>
          <p:cNvPr id="241" name="Text 238"/>
          <p:cNvSpPr/>
          <p:nvPr/>
        </p:nvSpPr>
        <p:spPr>
          <a:xfrm>
            <a:off x="8091881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</a:t>
            </a:r>
            <a:endParaRPr lang="en-US" sz="736" dirty="0"/>
          </a:p>
        </p:txBody>
      </p:sp>
      <p:sp>
        <p:nvSpPr>
          <p:cNvPr id="242" name="Text 239"/>
          <p:cNvSpPr/>
          <p:nvPr/>
        </p:nvSpPr>
        <p:spPr>
          <a:xfrm>
            <a:off x="8574667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565</a:t>
            </a:r>
            <a:endParaRPr lang="en-US" sz="736" dirty="0"/>
          </a:p>
        </p:txBody>
      </p:sp>
      <p:sp>
        <p:nvSpPr>
          <p:cNvPr id="243" name="Text 240"/>
          <p:cNvSpPr/>
          <p:nvPr/>
        </p:nvSpPr>
        <p:spPr>
          <a:xfrm>
            <a:off x="9057453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531</a:t>
            </a:r>
            <a:endParaRPr lang="en-US" sz="736" dirty="0"/>
          </a:p>
        </p:txBody>
      </p:sp>
      <p:sp>
        <p:nvSpPr>
          <p:cNvPr id="244" name="Text 241"/>
          <p:cNvSpPr/>
          <p:nvPr/>
        </p:nvSpPr>
        <p:spPr>
          <a:xfrm>
            <a:off x="9540240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736" dirty="0"/>
          </a:p>
        </p:txBody>
      </p:sp>
      <p:sp>
        <p:nvSpPr>
          <p:cNvPr id="245" name="Text 242"/>
          <p:cNvSpPr/>
          <p:nvPr/>
        </p:nvSpPr>
        <p:spPr>
          <a:xfrm>
            <a:off x="10023026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461</a:t>
            </a:r>
            <a:endParaRPr lang="en-US" sz="736" dirty="0"/>
          </a:p>
        </p:txBody>
      </p:sp>
      <p:sp>
        <p:nvSpPr>
          <p:cNvPr id="246" name="Text 243"/>
          <p:cNvSpPr/>
          <p:nvPr/>
        </p:nvSpPr>
        <p:spPr>
          <a:xfrm>
            <a:off x="10505812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439</a:t>
            </a:r>
            <a:endParaRPr lang="en-US" sz="736" dirty="0"/>
          </a:p>
        </p:txBody>
      </p:sp>
      <p:sp>
        <p:nvSpPr>
          <p:cNvPr id="247" name="Text 244"/>
          <p:cNvSpPr/>
          <p:nvPr/>
        </p:nvSpPr>
        <p:spPr>
          <a:xfrm>
            <a:off x="8091881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354</a:t>
            </a:r>
            <a:endParaRPr lang="en-US" sz="736" dirty="0"/>
          </a:p>
        </p:txBody>
      </p:sp>
      <p:sp>
        <p:nvSpPr>
          <p:cNvPr id="248" name="Text 245"/>
          <p:cNvSpPr/>
          <p:nvPr/>
        </p:nvSpPr>
        <p:spPr>
          <a:xfrm>
            <a:off x="8574667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476</a:t>
            </a:r>
            <a:endParaRPr lang="en-US" sz="736" dirty="0"/>
          </a:p>
        </p:txBody>
      </p:sp>
      <p:sp>
        <p:nvSpPr>
          <p:cNvPr id="249" name="Text 246"/>
          <p:cNvSpPr/>
          <p:nvPr/>
        </p:nvSpPr>
        <p:spPr>
          <a:xfrm>
            <a:off x="9057453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736" dirty="0"/>
          </a:p>
        </p:txBody>
      </p:sp>
      <p:sp>
        <p:nvSpPr>
          <p:cNvPr id="250" name="Text 247"/>
          <p:cNvSpPr/>
          <p:nvPr/>
        </p:nvSpPr>
        <p:spPr>
          <a:xfrm>
            <a:off x="9540240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467</a:t>
            </a:r>
            <a:endParaRPr lang="en-US" sz="736" dirty="0"/>
          </a:p>
        </p:txBody>
      </p:sp>
      <p:sp>
        <p:nvSpPr>
          <p:cNvPr id="251" name="Text 248"/>
          <p:cNvSpPr/>
          <p:nvPr/>
        </p:nvSpPr>
        <p:spPr>
          <a:xfrm>
            <a:off x="10023026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388</a:t>
            </a:r>
            <a:endParaRPr lang="en-US" sz="736" dirty="0"/>
          </a:p>
        </p:txBody>
      </p:sp>
      <p:sp>
        <p:nvSpPr>
          <p:cNvPr id="252" name="Text 249"/>
          <p:cNvSpPr/>
          <p:nvPr/>
        </p:nvSpPr>
        <p:spPr>
          <a:xfrm>
            <a:off x="10505812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369</a:t>
            </a:r>
            <a:endParaRPr lang="en-US" sz="736" dirty="0"/>
          </a:p>
        </p:txBody>
      </p:sp>
      <p:sp>
        <p:nvSpPr>
          <p:cNvPr id="253" name="Text 250"/>
          <p:cNvSpPr/>
          <p:nvPr/>
        </p:nvSpPr>
        <p:spPr>
          <a:xfrm>
            <a:off x="8091881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</a:t>
            </a:r>
            <a:endParaRPr lang="en-US" sz="736" dirty="0"/>
          </a:p>
        </p:txBody>
      </p:sp>
      <p:sp>
        <p:nvSpPr>
          <p:cNvPr id="254" name="Text 251"/>
          <p:cNvSpPr/>
          <p:nvPr/>
        </p:nvSpPr>
        <p:spPr>
          <a:xfrm>
            <a:off x="8574667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351</a:t>
            </a:r>
            <a:endParaRPr lang="en-US" sz="736" dirty="0"/>
          </a:p>
        </p:txBody>
      </p:sp>
      <p:sp>
        <p:nvSpPr>
          <p:cNvPr id="255" name="Text 252"/>
          <p:cNvSpPr/>
          <p:nvPr/>
        </p:nvSpPr>
        <p:spPr>
          <a:xfrm>
            <a:off x="9057453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330</a:t>
            </a:r>
            <a:endParaRPr lang="en-US" sz="736" dirty="0"/>
          </a:p>
        </p:txBody>
      </p:sp>
      <p:sp>
        <p:nvSpPr>
          <p:cNvPr id="256" name="Text 253"/>
          <p:cNvSpPr/>
          <p:nvPr/>
        </p:nvSpPr>
        <p:spPr>
          <a:xfrm>
            <a:off x="9540240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736" dirty="0"/>
          </a:p>
        </p:txBody>
      </p:sp>
      <p:sp>
        <p:nvSpPr>
          <p:cNvPr id="257" name="Text 254"/>
          <p:cNvSpPr/>
          <p:nvPr/>
        </p:nvSpPr>
        <p:spPr>
          <a:xfrm>
            <a:off x="10023026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736" dirty="0"/>
          </a:p>
        </p:txBody>
      </p:sp>
      <p:sp>
        <p:nvSpPr>
          <p:cNvPr id="258" name="Text 255"/>
          <p:cNvSpPr/>
          <p:nvPr/>
        </p:nvSpPr>
        <p:spPr>
          <a:xfrm>
            <a:off x="10505812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273</a:t>
            </a:r>
            <a:endParaRPr lang="en-US" sz="736" dirty="0"/>
          </a:p>
        </p:txBody>
      </p:sp>
      <p:sp>
        <p:nvSpPr>
          <p:cNvPr id="259" name="Text 256"/>
          <p:cNvSpPr/>
          <p:nvPr/>
        </p:nvSpPr>
        <p:spPr>
          <a:xfrm>
            <a:off x="8091881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159</a:t>
            </a:r>
            <a:endParaRPr lang="en-US" sz="736" dirty="0"/>
          </a:p>
        </p:txBody>
      </p:sp>
      <p:sp>
        <p:nvSpPr>
          <p:cNvPr id="260" name="Text 257"/>
          <p:cNvSpPr/>
          <p:nvPr/>
        </p:nvSpPr>
        <p:spPr>
          <a:xfrm>
            <a:off x="8574667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215</a:t>
            </a:r>
            <a:endParaRPr lang="en-US" sz="736" dirty="0"/>
          </a:p>
        </p:txBody>
      </p:sp>
      <p:sp>
        <p:nvSpPr>
          <p:cNvPr id="261" name="Text 258"/>
          <p:cNvSpPr/>
          <p:nvPr/>
        </p:nvSpPr>
        <p:spPr>
          <a:xfrm>
            <a:off x="9057453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736" dirty="0"/>
          </a:p>
        </p:txBody>
      </p:sp>
      <p:sp>
        <p:nvSpPr>
          <p:cNvPr id="262" name="Text 259"/>
          <p:cNvSpPr/>
          <p:nvPr/>
        </p:nvSpPr>
        <p:spPr>
          <a:xfrm>
            <a:off x="9540240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736" dirty="0"/>
          </a:p>
        </p:txBody>
      </p:sp>
      <p:sp>
        <p:nvSpPr>
          <p:cNvPr id="263" name="Text 260"/>
          <p:cNvSpPr/>
          <p:nvPr/>
        </p:nvSpPr>
        <p:spPr>
          <a:xfrm>
            <a:off x="10023026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736" dirty="0"/>
          </a:p>
        </p:txBody>
      </p:sp>
      <p:sp>
        <p:nvSpPr>
          <p:cNvPr id="264" name="Text 261"/>
          <p:cNvSpPr/>
          <p:nvPr/>
        </p:nvSpPr>
        <p:spPr>
          <a:xfrm>
            <a:off x="10505812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166</a:t>
            </a:r>
            <a:endParaRPr lang="en-US" sz="736" dirty="0"/>
          </a:p>
        </p:txBody>
      </p:sp>
      <p:sp>
        <p:nvSpPr>
          <p:cNvPr id="265" name="Text 262"/>
          <p:cNvSpPr/>
          <p:nvPr/>
        </p:nvSpPr>
        <p:spPr>
          <a:xfrm>
            <a:off x="8091881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340</a:t>
            </a:r>
            <a:endParaRPr lang="en-US" sz="736" dirty="0"/>
          </a:p>
        </p:txBody>
      </p:sp>
      <p:sp>
        <p:nvSpPr>
          <p:cNvPr id="266" name="Text 263"/>
          <p:cNvSpPr/>
          <p:nvPr/>
        </p:nvSpPr>
        <p:spPr>
          <a:xfrm>
            <a:off x="8574667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457</a:t>
            </a:r>
            <a:endParaRPr lang="en-US" sz="736" dirty="0"/>
          </a:p>
        </p:txBody>
      </p:sp>
      <p:sp>
        <p:nvSpPr>
          <p:cNvPr id="267" name="Text 264"/>
          <p:cNvSpPr/>
          <p:nvPr/>
        </p:nvSpPr>
        <p:spPr>
          <a:xfrm>
            <a:off x="9057453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429</a:t>
            </a:r>
            <a:endParaRPr lang="en-US" sz="736" dirty="0"/>
          </a:p>
        </p:txBody>
      </p:sp>
      <p:sp>
        <p:nvSpPr>
          <p:cNvPr id="268" name="Text 265"/>
          <p:cNvSpPr/>
          <p:nvPr/>
        </p:nvSpPr>
        <p:spPr>
          <a:xfrm>
            <a:off x="9540240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449</a:t>
            </a:r>
            <a:endParaRPr lang="en-US" sz="736" dirty="0"/>
          </a:p>
        </p:txBody>
      </p:sp>
      <p:sp>
        <p:nvSpPr>
          <p:cNvPr id="269" name="Text 266"/>
          <p:cNvSpPr/>
          <p:nvPr/>
        </p:nvSpPr>
        <p:spPr>
          <a:xfrm>
            <a:off x="10023026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</a:t>
            </a:r>
            <a:endParaRPr lang="en-US" sz="736" dirty="0"/>
          </a:p>
        </p:txBody>
      </p:sp>
      <p:sp>
        <p:nvSpPr>
          <p:cNvPr id="270" name="Text 267"/>
          <p:cNvSpPr/>
          <p:nvPr/>
        </p:nvSpPr>
        <p:spPr>
          <a:xfrm>
            <a:off x="10505812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355</a:t>
            </a:r>
            <a:endParaRPr lang="en-US" sz="736" dirty="0"/>
          </a:p>
        </p:txBody>
      </p:sp>
      <p:sp>
        <p:nvSpPr>
          <p:cNvPr id="271" name="Text 268"/>
          <p:cNvSpPr/>
          <p:nvPr/>
        </p:nvSpPr>
        <p:spPr>
          <a:xfrm>
            <a:off x="8091881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967</a:t>
            </a:r>
            <a:endParaRPr lang="en-US" sz="736" dirty="0"/>
          </a:p>
        </p:txBody>
      </p:sp>
      <p:sp>
        <p:nvSpPr>
          <p:cNvPr id="272" name="Text 269"/>
          <p:cNvSpPr/>
          <p:nvPr/>
        </p:nvSpPr>
        <p:spPr>
          <a:xfrm>
            <a:off x="8091881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346</a:t>
            </a:r>
            <a:endParaRPr lang="en-US" sz="736" dirty="0"/>
          </a:p>
        </p:txBody>
      </p:sp>
      <p:sp>
        <p:nvSpPr>
          <p:cNvPr id="273" name="Text 270"/>
          <p:cNvSpPr/>
          <p:nvPr/>
        </p:nvSpPr>
        <p:spPr>
          <a:xfrm>
            <a:off x="8574667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464</a:t>
            </a:r>
            <a:endParaRPr lang="en-US" sz="736" dirty="0"/>
          </a:p>
        </p:txBody>
      </p:sp>
      <p:sp>
        <p:nvSpPr>
          <p:cNvPr id="274" name="Text 271"/>
          <p:cNvSpPr/>
          <p:nvPr/>
        </p:nvSpPr>
        <p:spPr>
          <a:xfrm>
            <a:off x="9057453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436</a:t>
            </a:r>
            <a:endParaRPr lang="en-US" sz="736" dirty="0"/>
          </a:p>
        </p:txBody>
      </p:sp>
      <p:sp>
        <p:nvSpPr>
          <p:cNvPr id="275" name="Text 272"/>
          <p:cNvSpPr/>
          <p:nvPr/>
        </p:nvSpPr>
        <p:spPr>
          <a:xfrm>
            <a:off x="9540240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456</a:t>
            </a:r>
            <a:endParaRPr lang="en-US" sz="736" dirty="0"/>
          </a:p>
        </p:txBody>
      </p:sp>
      <p:sp>
        <p:nvSpPr>
          <p:cNvPr id="276" name="Text 273"/>
          <p:cNvSpPr/>
          <p:nvPr/>
        </p:nvSpPr>
        <p:spPr>
          <a:xfrm>
            <a:off x="10023026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379</a:t>
            </a:r>
            <a:endParaRPr lang="en-US" sz="736" dirty="0"/>
          </a:p>
        </p:txBody>
      </p:sp>
      <p:sp>
        <p:nvSpPr>
          <p:cNvPr id="277" name="Text 274"/>
          <p:cNvSpPr/>
          <p:nvPr/>
        </p:nvSpPr>
        <p:spPr>
          <a:xfrm>
            <a:off x="10505812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361</a:t>
            </a:r>
            <a:endParaRPr lang="en-US" sz="736" dirty="0"/>
          </a:p>
        </p:txBody>
      </p:sp>
      <p:sp>
        <p:nvSpPr>
          <p:cNvPr id="278" name="Text 275"/>
          <p:cNvSpPr/>
          <p:nvPr/>
        </p:nvSpPr>
        <p:spPr>
          <a:xfrm>
            <a:off x="8091881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736" dirty="0"/>
          </a:p>
        </p:txBody>
      </p:sp>
      <p:sp>
        <p:nvSpPr>
          <p:cNvPr id="279" name="Text 276"/>
          <p:cNvSpPr/>
          <p:nvPr/>
        </p:nvSpPr>
        <p:spPr>
          <a:xfrm>
            <a:off x="8574667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736" dirty="0"/>
          </a:p>
        </p:txBody>
      </p:sp>
      <p:sp>
        <p:nvSpPr>
          <p:cNvPr id="280" name="Text 277"/>
          <p:cNvSpPr/>
          <p:nvPr/>
        </p:nvSpPr>
        <p:spPr>
          <a:xfrm>
            <a:off x="9057453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184</a:t>
            </a:r>
            <a:endParaRPr lang="en-US" sz="736" dirty="0"/>
          </a:p>
        </p:txBody>
      </p:sp>
      <p:sp>
        <p:nvSpPr>
          <p:cNvPr id="281" name="Text 278"/>
          <p:cNvSpPr/>
          <p:nvPr/>
        </p:nvSpPr>
        <p:spPr>
          <a:xfrm>
            <a:off x="9540240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193</a:t>
            </a:r>
            <a:endParaRPr lang="en-US" sz="736" dirty="0"/>
          </a:p>
        </p:txBody>
      </p:sp>
      <p:sp>
        <p:nvSpPr>
          <p:cNvPr id="282" name="Text 279"/>
          <p:cNvSpPr/>
          <p:nvPr/>
        </p:nvSpPr>
        <p:spPr>
          <a:xfrm>
            <a:off x="10023026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160</a:t>
            </a:r>
            <a:endParaRPr lang="en-US" sz="736" dirty="0"/>
          </a:p>
        </p:txBody>
      </p:sp>
      <p:sp>
        <p:nvSpPr>
          <p:cNvPr id="283" name="Text 280"/>
          <p:cNvSpPr/>
          <p:nvPr/>
        </p:nvSpPr>
        <p:spPr>
          <a:xfrm>
            <a:off x="10505812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736" dirty="0"/>
          </a:p>
        </p:txBody>
      </p:sp>
      <p:sp>
        <p:nvSpPr>
          <p:cNvPr id="284" name="Text 281"/>
          <p:cNvSpPr/>
          <p:nvPr/>
        </p:nvSpPr>
        <p:spPr>
          <a:xfrm>
            <a:off x="2329400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768" dirty="0"/>
          </a:p>
        </p:txBody>
      </p:sp>
      <p:sp>
        <p:nvSpPr>
          <p:cNvPr id="285" name="Text 282"/>
          <p:cNvSpPr/>
          <p:nvPr/>
        </p:nvSpPr>
        <p:spPr>
          <a:xfrm>
            <a:off x="2812186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768" dirty="0"/>
          </a:p>
        </p:txBody>
      </p:sp>
      <p:sp>
        <p:nvSpPr>
          <p:cNvPr id="286" name="Text 283"/>
          <p:cNvSpPr/>
          <p:nvPr/>
        </p:nvSpPr>
        <p:spPr>
          <a:xfrm>
            <a:off x="3294972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68" dirty="0"/>
          </a:p>
        </p:txBody>
      </p:sp>
      <p:sp>
        <p:nvSpPr>
          <p:cNvPr id="287" name="Text 284"/>
          <p:cNvSpPr/>
          <p:nvPr/>
        </p:nvSpPr>
        <p:spPr>
          <a:xfrm>
            <a:off x="3777759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768" dirty="0"/>
          </a:p>
        </p:txBody>
      </p:sp>
      <p:sp>
        <p:nvSpPr>
          <p:cNvPr id="288" name="Text 285"/>
          <p:cNvSpPr/>
          <p:nvPr/>
        </p:nvSpPr>
        <p:spPr>
          <a:xfrm>
            <a:off x="4260545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68" dirty="0"/>
          </a:p>
        </p:txBody>
      </p:sp>
      <p:sp>
        <p:nvSpPr>
          <p:cNvPr id="289" name="Text 286"/>
          <p:cNvSpPr/>
          <p:nvPr/>
        </p:nvSpPr>
        <p:spPr>
          <a:xfrm>
            <a:off x="4743331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68" dirty="0"/>
          </a:p>
        </p:txBody>
      </p:sp>
      <p:sp>
        <p:nvSpPr>
          <p:cNvPr id="290" name="Text 287"/>
          <p:cNvSpPr/>
          <p:nvPr/>
        </p:nvSpPr>
        <p:spPr>
          <a:xfrm>
            <a:off x="2329400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</a:t>
            </a:r>
            <a:endParaRPr lang="en-US" sz="768" dirty="0"/>
          </a:p>
        </p:txBody>
      </p:sp>
      <p:sp>
        <p:nvSpPr>
          <p:cNvPr id="291" name="Text 288"/>
          <p:cNvSpPr/>
          <p:nvPr/>
        </p:nvSpPr>
        <p:spPr>
          <a:xfrm>
            <a:off x="8574667" y="51490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736" dirty="0"/>
          </a:p>
        </p:txBody>
      </p:sp>
      <p:sp>
        <p:nvSpPr>
          <p:cNvPr id="292" name="Text 289"/>
          <p:cNvSpPr/>
          <p:nvPr/>
        </p:nvSpPr>
        <p:spPr>
          <a:xfrm>
            <a:off x="10988599" y="514900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</a:t>
            </a:r>
            <a:endParaRPr lang="en-US" sz="73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002685"/>
            <a:ext cx="753294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muy alto (), impulsado por contestadores automáticos (), lo que exige depuración telefónica en 2S.</a:t>
            </a:r>
            <a:endParaRPr lang="en-US" sz="992" dirty="0"/>
          </a:p>
        </p:txBody>
      </p:sp>
      <p:sp>
        <p:nvSpPr>
          <p:cNvPr id="4" name="Text 1"/>
          <p:cNvSpPr/>
          <p:nvPr/>
        </p:nvSpPr>
        <p:spPr>
          <a:xfrm>
            <a:off x="685783" y="5856238"/>
            <a:ext cx="753294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estructural de  y  suma el , confirmando el agotamiento de la base.</a:t>
            </a:r>
            <a:endParaRPr lang="en-US" sz="992" dirty="0"/>
          </a:p>
        </p:txBody>
      </p:sp>
      <p:sp>
        <p:nvSpPr>
          <p:cNvPr id="5" name="Text 2"/>
          <p:cNvSpPr/>
          <p:nvPr/>
        </p:nvSpPr>
        <p:spPr>
          <a:xfrm>
            <a:off x="1336741" y="5719316"/>
            <a:ext cx="256228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volumen (420.641 registros recibidos)</a:t>
            </a:r>
            <a:endParaRPr lang="en-US" sz="992" dirty="0"/>
          </a:p>
        </p:txBody>
      </p:sp>
      <p:sp>
        <p:nvSpPr>
          <p:cNvPr id="6" name="Text 3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de objetivos sobre contacto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1213514" y="219075"/>
            <a:ext cx="3298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680" dirty="0"/>
          </a:p>
        </p:txBody>
      </p:sp>
      <p:sp>
        <p:nvSpPr>
          <p:cNvPr id="8" name="Text 5"/>
          <p:cNvSpPr/>
          <p:nvPr/>
        </p:nvSpPr>
        <p:spPr>
          <a:xfrm>
            <a:off x="6267293" y="50156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736" dirty="0"/>
          </a:p>
        </p:txBody>
      </p:sp>
      <p:sp>
        <p:nvSpPr>
          <p:cNvPr id="9" name="Text 6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504812" y="43489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768" dirty="0"/>
          </a:p>
        </p:txBody>
      </p:sp>
      <p:sp>
        <p:nvSpPr>
          <p:cNvPr id="11" name="Text 8"/>
          <p:cNvSpPr/>
          <p:nvPr/>
        </p:nvSpPr>
        <p:spPr>
          <a:xfrm>
            <a:off x="504812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768" dirty="0"/>
          </a:p>
        </p:txBody>
      </p:sp>
      <p:sp>
        <p:nvSpPr>
          <p:cNvPr id="12" name="Text 9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1088" dirty="0"/>
          </a:p>
        </p:txBody>
      </p:sp>
      <p:sp>
        <p:nvSpPr>
          <p:cNvPr id="14" name="Text 11"/>
          <p:cNvSpPr/>
          <p:nvPr/>
        </p:nvSpPr>
        <p:spPr>
          <a:xfrm>
            <a:off x="504812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768" dirty="0"/>
          </a:p>
        </p:txBody>
      </p:sp>
      <p:sp>
        <p:nvSpPr>
          <p:cNvPr id="15" name="Text 12"/>
          <p:cNvSpPr/>
          <p:nvPr/>
        </p:nvSpPr>
        <p:spPr>
          <a:xfrm>
            <a:off x="6267293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736" dirty="0"/>
          </a:p>
        </p:txBody>
      </p:sp>
      <p:sp>
        <p:nvSpPr>
          <p:cNvPr id="16" name="Text 13"/>
          <p:cNvSpPr/>
          <p:nvPr/>
        </p:nvSpPr>
        <p:spPr>
          <a:xfrm>
            <a:off x="6267293" y="43489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736" dirty="0"/>
          </a:p>
        </p:txBody>
      </p:sp>
      <p:sp>
        <p:nvSpPr>
          <p:cNvPr id="17" name="Text 14"/>
          <p:cNvSpPr/>
          <p:nvPr/>
        </p:nvSpPr>
        <p:spPr>
          <a:xfrm>
            <a:off x="6267293" y="40822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736" dirty="0"/>
          </a:p>
        </p:txBody>
      </p:sp>
      <p:sp>
        <p:nvSpPr>
          <p:cNvPr id="18" name="Text 15"/>
          <p:cNvSpPr/>
          <p:nvPr/>
        </p:nvSpPr>
        <p:spPr>
          <a:xfrm>
            <a:off x="6267293" y="42155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736" dirty="0"/>
          </a:p>
        </p:txBody>
      </p:sp>
      <p:sp>
        <p:nvSpPr>
          <p:cNvPr id="19" name="Text 16"/>
          <p:cNvSpPr/>
          <p:nvPr/>
        </p:nvSpPr>
        <p:spPr>
          <a:xfrm>
            <a:off x="6267293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736" dirty="0"/>
          </a:p>
        </p:txBody>
      </p:sp>
      <p:sp>
        <p:nvSpPr>
          <p:cNvPr id="20" name="Text 17"/>
          <p:cNvSpPr/>
          <p:nvPr/>
        </p:nvSpPr>
        <p:spPr>
          <a:xfrm>
            <a:off x="9601853" y="209550"/>
            <a:ext cx="2119274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CP Stock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504812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768" dirty="0"/>
          </a:p>
        </p:txBody>
      </p:sp>
      <p:sp>
        <p:nvSpPr>
          <p:cNvPr id="22" name="Text 19"/>
          <p:cNvSpPr/>
          <p:nvPr/>
        </p:nvSpPr>
        <p:spPr>
          <a:xfrm>
            <a:off x="6267293" y="47489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736" dirty="0"/>
          </a:p>
        </p:txBody>
      </p:sp>
      <p:sp>
        <p:nvSpPr>
          <p:cNvPr id="23" name="Text 20"/>
          <p:cNvSpPr/>
          <p:nvPr/>
        </p:nvSpPr>
        <p:spPr>
          <a:xfrm>
            <a:off x="504812" y="44822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68" dirty="0"/>
          </a:p>
        </p:txBody>
      </p:sp>
      <p:sp>
        <p:nvSpPr>
          <p:cNvPr id="24" name="Text 21"/>
          <p:cNvSpPr/>
          <p:nvPr/>
        </p:nvSpPr>
        <p:spPr>
          <a:xfrm>
            <a:off x="6267293" y="44822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36" dirty="0"/>
          </a:p>
        </p:txBody>
      </p:sp>
      <p:sp>
        <p:nvSpPr>
          <p:cNvPr id="25" name="Text 22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896" dirty="0"/>
          </a:p>
        </p:txBody>
      </p:sp>
      <p:sp>
        <p:nvSpPr>
          <p:cNvPr id="26" name="Text 23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896" dirty="0"/>
          </a:p>
        </p:txBody>
      </p:sp>
      <p:sp>
        <p:nvSpPr>
          <p:cNvPr id="27" name="Text 24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896" dirty="0"/>
          </a:p>
        </p:txBody>
      </p:sp>
      <p:sp>
        <p:nvSpPr>
          <p:cNvPr id="28" name="Text 25"/>
          <p:cNvSpPr/>
          <p:nvPr/>
        </p:nvSpPr>
        <p:spPr>
          <a:xfrm>
            <a:off x="504812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</a:t>
            </a:r>
            <a:endParaRPr lang="en-US" sz="768" dirty="0"/>
          </a:p>
        </p:txBody>
      </p:sp>
      <p:sp>
        <p:nvSpPr>
          <p:cNvPr id="29" name="Text 26"/>
          <p:cNvSpPr/>
          <p:nvPr/>
        </p:nvSpPr>
        <p:spPr>
          <a:xfrm>
            <a:off x="504812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768" dirty="0"/>
          </a:p>
        </p:txBody>
      </p:sp>
      <p:sp>
        <p:nvSpPr>
          <p:cNvPr id="30" name="Text 27"/>
          <p:cNvSpPr/>
          <p:nvPr/>
        </p:nvSpPr>
        <p:spPr>
          <a:xfrm>
            <a:off x="504812" y="40822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Repetido</a:t>
            </a:r>
            <a:endParaRPr lang="en-US" sz="768" dirty="0"/>
          </a:p>
        </p:txBody>
      </p:sp>
      <p:sp>
        <p:nvSpPr>
          <p:cNvPr id="31" name="Text 28"/>
          <p:cNvSpPr/>
          <p:nvPr/>
        </p:nvSpPr>
        <p:spPr>
          <a:xfrm>
            <a:off x="6267293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736" dirty="0"/>
          </a:p>
        </p:txBody>
      </p:sp>
      <p:sp>
        <p:nvSpPr>
          <p:cNvPr id="32" name="Text 29"/>
          <p:cNvSpPr/>
          <p:nvPr/>
        </p:nvSpPr>
        <p:spPr>
          <a:xfrm>
            <a:off x="6267293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736" dirty="0"/>
          </a:p>
        </p:txBody>
      </p:sp>
      <p:sp>
        <p:nvSpPr>
          <p:cNvPr id="33" name="Text 30"/>
          <p:cNvSpPr/>
          <p:nvPr/>
        </p:nvSpPr>
        <p:spPr>
          <a:xfrm>
            <a:off x="6267293" y="514900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736" dirty="0"/>
          </a:p>
        </p:txBody>
      </p:sp>
      <p:sp>
        <p:nvSpPr>
          <p:cNvPr id="34" name="Text 31"/>
          <p:cNvSpPr/>
          <p:nvPr/>
        </p:nvSpPr>
        <p:spPr>
          <a:xfrm>
            <a:off x="504812" y="42155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Repetida</a:t>
            </a:r>
            <a:endParaRPr lang="en-US" sz="768" dirty="0"/>
          </a:p>
        </p:txBody>
      </p:sp>
      <p:sp>
        <p:nvSpPr>
          <p:cNvPr id="35" name="Text 32"/>
          <p:cNvSpPr/>
          <p:nvPr/>
        </p:nvSpPr>
        <p:spPr>
          <a:xfrm>
            <a:off x="10281832" y="1810494"/>
            <a:ext cx="1485305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1184" dirty="0"/>
          </a:p>
        </p:txBody>
      </p:sp>
      <p:sp>
        <p:nvSpPr>
          <p:cNvPr id="36" name="Text 33"/>
          <p:cNvSpPr/>
          <p:nvPr/>
        </p:nvSpPr>
        <p:spPr>
          <a:xfrm>
            <a:off x="6267293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736" dirty="0"/>
          </a:p>
        </p:txBody>
      </p:sp>
      <p:sp>
        <p:nvSpPr>
          <p:cNvPr id="37" name="Text 34"/>
          <p:cNvSpPr/>
          <p:nvPr/>
        </p:nvSpPr>
        <p:spPr>
          <a:xfrm>
            <a:off x="6267293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1184" dirty="0"/>
          </a:p>
        </p:txBody>
      </p:sp>
      <p:sp>
        <p:nvSpPr>
          <p:cNvPr id="38" name="Text 35"/>
          <p:cNvSpPr/>
          <p:nvPr/>
        </p:nvSpPr>
        <p:spPr>
          <a:xfrm>
            <a:off x="6267293" y="46156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736" dirty="0"/>
          </a:p>
        </p:txBody>
      </p:sp>
      <p:sp>
        <p:nvSpPr>
          <p:cNvPr id="39" name="Text 36"/>
          <p:cNvSpPr/>
          <p:nvPr/>
        </p:nvSpPr>
        <p:spPr>
          <a:xfrm>
            <a:off x="6267293" y="48823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736" dirty="0"/>
          </a:p>
        </p:txBody>
      </p:sp>
      <p:sp>
        <p:nvSpPr>
          <p:cNvPr id="40" name="Text 37"/>
          <p:cNvSpPr/>
          <p:nvPr/>
        </p:nvSpPr>
        <p:spPr>
          <a:xfrm>
            <a:off x="2996877" y="1810494"/>
            <a:ext cx="159891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1184" dirty="0"/>
          </a:p>
        </p:txBody>
      </p:sp>
      <p:sp>
        <p:nvSpPr>
          <p:cNvPr id="41" name="Text 38"/>
          <p:cNvSpPr/>
          <p:nvPr/>
        </p:nvSpPr>
        <p:spPr>
          <a:xfrm>
            <a:off x="8324195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1582896" y="1810494"/>
            <a:ext cx="148468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1184" dirty="0"/>
          </a:p>
        </p:txBody>
      </p:sp>
      <p:sp>
        <p:nvSpPr>
          <p:cNvPr id="43" name="Text 40"/>
          <p:cNvSpPr/>
          <p:nvPr/>
        </p:nvSpPr>
        <p:spPr>
          <a:xfrm>
            <a:off x="4519648" y="1810494"/>
            <a:ext cx="1484992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1184" dirty="0"/>
          </a:p>
        </p:txBody>
      </p:sp>
      <p:sp>
        <p:nvSpPr>
          <p:cNvPr id="44" name="Text 41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840" dirty="0"/>
          </a:p>
        </p:txBody>
      </p:sp>
      <p:sp>
        <p:nvSpPr>
          <p:cNvPr id="45" name="Text 42"/>
          <p:cNvSpPr/>
          <p:nvPr/>
        </p:nvSpPr>
        <p:spPr>
          <a:xfrm>
            <a:off x="533387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46" name="Text 43"/>
          <p:cNvSpPr/>
          <p:nvPr/>
        </p:nvSpPr>
        <p:spPr>
          <a:xfrm>
            <a:off x="1582896" y="269155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114.104</a:t>
            </a:r>
            <a:endParaRPr lang="en-US" sz="848" dirty="0"/>
          </a:p>
        </p:txBody>
      </p:sp>
      <p:sp>
        <p:nvSpPr>
          <p:cNvPr id="47" name="Text 44"/>
          <p:cNvSpPr/>
          <p:nvPr/>
        </p:nvSpPr>
        <p:spPr>
          <a:xfrm>
            <a:off x="1582896" y="2834432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848" dirty="0"/>
          </a:p>
        </p:txBody>
      </p:sp>
      <p:sp>
        <p:nvSpPr>
          <p:cNvPr id="48" name="Text 45"/>
          <p:cNvSpPr/>
          <p:nvPr/>
        </p:nvSpPr>
        <p:spPr>
          <a:xfrm>
            <a:off x="2996877" y="2834432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848" dirty="0"/>
          </a:p>
        </p:txBody>
      </p:sp>
      <p:sp>
        <p:nvSpPr>
          <p:cNvPr id="49" name="Text 46"/>
          <p:cNvSpPr/>
          <p:nvPr/>
        </p:nvSpPr>
        <p:spPr>
          <a:xfrm>
            <a:off x="5226118" y="461560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768" dirty="0"/>
          </a:p>
        </p:txBody>
      </p:sp>
      <p:sp>
        <p:nvSpPr>
          <p:cNvPr id="50" name="Text 47"/>
          <p:cNvSpPr/>
          <p:nvPr/>
        </p:nvSpPr>
        <p:spPr>
          <a:xfrm>
            <a:off x="6295868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51" name="Text 48"/>
          <p:cNvSpPr/>
          <p:nvPr/>
        </p:nvSpPr>
        <p:spPr>
          <a:xfrm>
            <a:off x="7345377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158.941</a:t>
            </a:r>
            <a:endParaRPr lang="en-US" sz="848" dirty="0"/>
          </a:p>
        </p:txBody>
      </p:sp>
      <p:sp>
        <p:nvSpPr>
          <p:cNvPr id="52" name="Text 49"/>
          <p:cNvSpPr/>
          <p:nvPr/>
        </p:nvSpPr>
        <p:spPr>
          <a:xfrm>
            <a:off x="1582896" y="1981944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20.864</a:t>
            </a:r>
            <a:endParaRPr lang="en-US" sz="848" dirty="0"/>
          </a:p>
        </p:txBody>
      </p:sp>
      <p:sp>
        <p:nvSpPr>
          <p:cNvPr id="53" name="Text 50"/>
          <p:cNvSpPr/>
          <p:nvPr/>
        </p:nvSpPr>
        <p:spPr>
          <a:xfrm>
            <a:off x="2996877" y="1981944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848" dirty="0"/>
          </a:p>
        </p:txBody>
      </p:sp>
      <p:sp>
        <p:nvSpPr>
          <p:cNvPr id="54" name="Text 51"/>
          <p:cNvSpPr/>
          <p:nvPr/>
        </p:nvSpPr>
        <p:spPr>
          <a:xfrm>
            <a:off x="4519648" y="1981944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848" dirty="0"/>
          </a:p>
        </p:txBody>
      </p:sp>
      <p:sp>
        <p:nvSpPr>
          <p:cNvPr id="55" name="Text 52"/>
          <p:cNvSpPr/>
          <p:nvPr/>
        </p:nvSpPr>
        <p:spPr>
          <a:xfrm>
            <a:off x="1582896" y="212005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50.266</a:t>
            </a:r>
            <a:endParaRPr lang="en-US" sz="848" dirty="0"/>
          </a:p>
        </p:txBody>
      </p:sp>
      <p:sp>
        <p:nvSpPr>
          <p:cNvPr id="56" name="Text 53"/>
          <p:cNvSpPr/>
          <p:nvPr/>
        </p:nvSpPr>
        <p:spPr>
          <a:xfrm>
            <a:off x="2996877" y="2120057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848" dirty="0"/>
          </a:p>
        </p:txBody>
      </p:sp>
      <p:sp>
        <p:nvSpPr>
          <p:cNvPr id="57" name="Text 54"/>
          <p:cNvSpPr/>
          <p:nvPr/>
        </p:nvSpPr>
        <p:spPr>
          <a:xfrm>
            <a:off x="4519648" y="212005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50,6 %</a:t>
            </a:r>
            <a:endParaRPr lang="en-US" sz="848" dirty="0"/>
          </a:p>
        </p:txBody>
      </p:sp>
      <p:sp>
        <p:nvSpPr>
          <p:cNvPr id="58" name="Text 55"/>
          <p:cNvSpPr/>
          <p:nvPr/>
        </p:nvSpPr>
        <p:spPr>
          <a:xfrm>
            <a:off x="1582896" y="2262932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69.741</a:t>
            </a:r>
            <a:endParaRPr lang="en-US" sz="848" dirty="0"/>
          </a:p>
        </p:txBody>
      </p:sp>
      <p:sp>
        <p:nvSpPr>
          <p:cNvPr id="59" name="Text 56"/>
          <p:cNvSpPr/>
          <p:nvPr/>
        </p:nvSpPr>
        <p:spPr>
          <a:xfrm>
            <a:off x="2996877" y="2262932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848" dirty="0"/>
          </a:p>
        </p:txBody>
      </p:sp>
      <p:sp>
        <p:nvSpPr>
          <p:cNvPr id="60" name="Text 57"/>
          <p:cNvSpPr/>
          <p:nvPr/>
        </p:nvSpPr>
        <p:spPr>
          <a:xfrm>
            <a:off x="4519648" y="2262932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59,9 %</a:t>
            </a:r>
            <a:endParaRPr lang="en-US" sz="848" dirty="0"/>
          </a:p>
        </p:txBody>
      </p:sp>
      <p:sp>
        <p:nvSpPr>
          <p:cNvPr id="61" name="Text 58"/>
          <p:cNvSpPr/>
          <p:nvPr/>
        </p:nvSpPr>
        <p:spPr>
          <a:xfrm>
            <a:off x="1582896" y="240580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848" dirty="0"/>
          </a:p>
        </p:txBody>
      </p:sp>
      <p:sp>
        <p:nvSpPr>
          <p:cNvPr id="62" name="Text 59"/>
          <p:cNvSpPr/>
          <p:nvPr/>
        </p:nvSpPr>
        <p:spPr>
          <a:xfrm>
            <a:off x="2996877" y="2405807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848" dirty="0"/>
          </a:p>
        </p:txBody>
      </p:sp>
      <p:sp>
        <p:nvSpPr>
          <p:cNvPr id="63" name="Text 60"/>
          <p:cNvSpPr/>
          <p:nvPr/>
        </p:nvSpPr>
        <p:spPr>
          <a:xfrm>
            <a:off x="4519648" y="240580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848" dirty="0"/>
          </a:p>
        </p:txBody>
      </p:sp>
      <p:sp>
        <p:nvSpPr>
          <p:cNvPr id="64" name="Text 61"/>
          <p:cNvSpPr/>
          <p:nvPr/>
        </p:nvSpPr>
        <p:spPr>
          <a:xfrm>
            <a:off x="1582896" y="2548682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848" dirty="0"/>
          </a:p>
        </p:txBody>
      </p:sp>
      <p:sp>
        <p:nvSpPr>
          <p:cNvPr id="65" name="Text 62"/>
          <p:cNvSpPr/>
          <p:nvPr/>
        </p:nvSpPr>
        <p:spPr>
          <a:xfrm>
            <a:off x="2996877" y="2548682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848" dirty="0"/>
          </a:p>
        </p:txBody>
      </p:sp>
      <p:sp>
        <p:nvSpPr>
          <p:cNvPr id="66" name="Text 63"/>
          <p:cNvSpPr/>
          <p:nvPr/>
        </p:nvSpPr>
        <p:spPr>
          <a:xfrm>
            <a:off x="4519648" y="2548682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848" dirty="0"/>
          </a:p>
        </p:txBody>
      </p:sp>
      <p:sp>
        <p:nvSpPr>
          <p:cNvPr id="67" name="Text 64"/>
          <p:cNvSpPr/>
          <p:nvPr/>
        </p:nvSpPr>
        <p:spPr>
          <a:xfrm>
            <a:off x="2996877" y="2691557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848" dirty="0"/>
          </a:p>
        </p:txBody>
      </p:sp>
      <p:sp>
        <p:nvSpPr>
          <p:cNvPr id="68" name="Text 65"/>
          <p:cNvSpPr/>
          <p:nvPr/>
        </p:nvSpPr>
        <p:spPr>
          <a:xfrm>
            <a:off x="4519648" y="269155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848" dirty="0"/>
          </a:p>
        </p:txBody>
      </p:sp>
      <p:sp>
        <p:nvSpPr>
          <p:cNvPr id="69" name="Text 66"/>
          <p:cNvSpPr/>
          <p:nvPr/>
        </p:nvSpPr>
        <p:spPr>
          <a:xfrm>
            <a:off x="4519648" y="2834432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62,2 %</a:t>
            </a:r>
            <a:endParaRPr lang="en-US" sz="848" dirty="0"/>
          </a:p>
        </p:txBody>
      </p:sp>
      <p:sp>
        <p:nvSpPr>
          <p:cNvPr id="70" name="Text 67"/>
          <p:cNvSpPr/>
          <p:nvPr/>
        </p:nvSpPr>
        <p:spPr>
          <a:xfrm>
            <a:off x="504812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1184" dirty="0"/>
          </a:p>
        </p:txBody>
      </p:sp>
      <p:sp>
        <p:nvSpPr>
          <p:cNvPr id="71" name="Text 68"/>
          <p:cNvSpPr/>
          <p:nvPr/>
        </p:nvSpPr>
        <p:spPr>
          <a:xfrm>
            <a:off x="3294972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15.354</a:t>
            </a:r>
            <a:endParaRPr lang="en-US" sz="768" dirty="0"/>
          </a:p>
        </p:txBody>
      </p:sp>
      <p:sp>
        <p:nvSpPr>
          <p:cNvPr id="72" name="Text 69"/>
          <p:cNvSpPr/>
          <p:nvPr/>
        </p:nvSpPr>
        <p:spPr>
          <a:xfrm>
            <a:off x="3777759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768" dirty="0"/>
          </a:p>
        </p:txBody>
      </p:sp>
      <p:sp>
        <p:nvSpPr>
          <p:cNvPr id="73" name="Text 70"/>
          <p:cNvSpPr/>
          <p:nvPr/>
        </p:nvSpPr>
        <p:spPr>
          <a:xfrm>
            <a:off x="4260545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768" dirty="0"/>
          </a:p>
        </p:txBody>
      </p:sp>
      <p:sp>
        <p:nvSpPr>
          <p:cNvPr id="74" name="Text 71"/>
          <p:cNvSpPr/>
          <p:nvPr/>
        </p:nvSpPr>
        <p:spPr>
          <a:xfrm>
            <a:off x="4743331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27.509</a:t>
            </a:r>
            <a:endParaRPr lang="en-US" sz="768" dirty="0"/>
          </a:p>
        </p:txBody>
      </p:sp>
      <p:sp>
        <p:nvSpPr>
          <p:cNvPr id="75" name="Text 72"/>
          <p:cNvSpPr/>
          <p:nvPr/>
        </p:nvSpPr>
        <p:spPr>
          <a:xfrm>
            <a:off x="5226118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96.218</a:t>
            </a:r>
            <a:endParaRPr lang="en-US" sz="768" dirty="0"/>
          </a:p>
        </p:txBody>
      </p:sp>
      <p:sp>
        <p:nvSpPr>
          <p:cNvPr id="76" name="Text 73"/>
          <p:cNvSpPr/>
          <p:nvPr/>
        </p:nvSpPr>
        <p:spPr>
          <a:xfrm>
            <a:off x="3294972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768" dirty="0"/>
          </a:p>
        </p:txBody>
      </p:sp>
      <p:sp>
        <p:nvSpPr>
          <p:cNvPr id="77" name="Text 74"/>
          <p:cNvSpPr/>
          <p:nvPr/>
        </p:nvSpPr>
        <p:spPr>
          <a:xfrm>
            <a:off x="3777759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768" dirty="0"/>
          </a:p>
        </p:txBody>
      </p:sp>
      <p:sp>
        <p:nvSpPr>
          <p:cNvPr id="78" name="Text 75"/>
          <p:cNvSpPr/>
          <p:nvPr/>
        </p:nvSpPr>
        <p:spPr>
          <a:xfrm>
            <a:off x="4260545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768" dirty="0"/>
          </a:p>
        </p:txBody>
      </p:sp>
      <p:sp>
        <p:nvSpPr>
          <p:cNvPr id="79" name="Text 76"/>
          <p:cNvSpPr/>
          <p:nvPr/>
        </p:nvSpPr>
        <p:spPr>
          <a:xfrm>
            <a:off x="4743331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24.431</a:t>
            </a:r>
            <a:endParaRPr lang="en-US" sz="768" dirty="0"/>
          </a:p>
        </p:txBody>
      </p:sp>
      <p:sp>
        <p:nvSpPr>
          <p:cNvPr id="80" name="Text 77"/>
          <p:cNvSpPr/>
          <p:nvPr/>
        </p:nvSpPr>
        <p:spPr>
          <a:xfrm>
            <a:off x="5226118" y="35488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85.455</a:t>
            </a:r>
            <a:endParaRPr lang="en-US" sz="768" dirty="0"/>
          </a:p>
        </p:txBody>
      </p:sp>
      <p:sp>
        <p:nvSpPr>
          <p:cNvPr id="81" name="Text 78"/>
          <p:cNvSpPr/>
          <p:nvPr/>
        </p:nvSpPr>
        <p:spPr>
          <a:xfrm>
            <a:off x="5226118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21.047</a:t>
            </a:r>
            <a:endParaRPr lang="en-US" sz="768" dirty="0"/>
          </a:p>
        </p:txBody>
      </p:sp>
      <p:sp>
        <p:nvSpPr>
          <p:cNvPr id="82" name="Text 79"/>
          <p:cNvSpPr/>
          <p:nvPr/>
        </p:nvSpPr>
        <p:spPr>
          <a:xfrm>
            <a:off x="5226118" y="38155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19.533</a:t>
            </a:r>
            <a:endParaRPr lang="en-US" sz="768" dirty="0"/>
          </a:p>
        </p:txBody>
      </p:sp>
      <p:sp>
        <p:nvSpPr>
          <p:cNvPr id="83" name="Text 80"/>
          <p:cNvSpPr/>
          <p:nvPr/>
        </p:nvSpPr>
        <p:spPr>
          <a:xfrm>
            <a:off x="5226118" y="39488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768" dirty="0"/>
          </a:p>
        </p:txBody>
      </p:sp>
      <p:sp>
        <p:nvSpPr>
          <p:cNvPr id="84" name="Text 81"/>
          <p:cNvSpPr/>
          <p:nvPr/>
        </p:nvSpPr>
        <p:spPr>
          <a:xfrm>
            <a:off x="2329400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768" dirty="0"/>
          </a:p>
        </p:txBody>
      </p:sp>
      <p:sp>
        <p:nvSpPr>
          <p:cNvPr id="85" name="Text 82"/>
          <p:cNvSpPr/>
          <p:nvPr/>
        </p:nvSpPr>
        <p:spPr>
          <a:xfrm>
            <a:off x="2812186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768" dirty="0"/>
          </a:p>
        </p:txBody>
      </p:sp>
      <p:sp>
        <p:nvSpPr>
          <p:cNvPr id="86" name="Text 83"/>
          <p:cNvSpPr/>
          <p:nvPr/>
        </p:nvSpPr>
        <p:spPr>
          <a:xfrm>
            <a:off x="3294972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768" dirty="0"/>
          </a:p>
        </p:txBody>
      </p:sp>
      <p:sp>
        <p:nvSpPr>
          <p:cNvPr id="87" name="Text 84"/>
          <p:cNvSpPr/>
          <p:nvPr/>
        </p:nvSpPr>
        <p:spPr>
          <a:xfrm>
            <a:off x="3777759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768" dirty="0"/>
          </a:p>
        </p:txBody>
      </p:sp>
      <p:sp>
        <p:nvSpPr>
          <p:cNvPr id="88" name="Text 85"/>
          <p:cNvSpPr/>
          <p:nvPr/>
        </p:nvSpPr>
        <p:spPr>
          <a:xfrm>
            <a:off x="4260545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768" dirty="0"/>
          </a:p>
        </p:txBody>
      </p:sp>
      <p:sp>
        <p:nvSpPr>
          <p:cNvPr id="89" name="Text 86"/>
          <p:cNvSpPr/>
          <p:nvPr/>
        </p:nvSpPr>
        <p:spPr>
          <a:xfrm>
            <a:off x="4743331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768" dirty="0"/>
          </a:p>
        </p:txBody>
      </p:sp>
      <p:sp>
        <p:nvSpPr>
          <p:cNvPr id="90" name="Text 87"/>
          <p:cNvSpPr/>
          <p:nvPr/>
        </p:nvSpPr>
        <p:spPr>
          <a:xfrm>
            <a:off x="9303014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91" name="Text 88"/>
          <p:cNvSpPr/>
          <p:nvPr/>
        </p:nvSpPr>
        <p:spPr>
          <a:xfrm>
            <a:off x="8324195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848" dirty="0"/>
          </a:p>
        </p:txBody>
      </p:sp>
      <p:sp>
        <p:nvSpPr>
          <p:cNvPr id="92" name="Text 89"/>
          <p:cNvSpPr/>
          <p:nvPr/>
        </p:nvSpPr>
        <p:spPr>
          <a:xfrm>
            <a:off x="7345377" y="21200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24.847</a:t>
            </a:r>
            <a:endParaRPr lang="en-US" sz="848" dirty="0"/>
          </a:p>
        </p:txBody>
      </p:sp>
      <p:sp>
        <p:nvSpPr>
          <p:cNvPr id="93" name="Text 90"/>
          <p:cNvSpPr/>
          <p:nvPr/>
        </p:nvSpPr>
        <p:spPr>
          <a:xfrm>
            <a:off x="8324195" y="21200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848" dirty="0"/>
          </a:p>
        </p:txBody>
      </p:sp>
      <p:sp>
        <p:nvSpPr>
          <p:cNvPr id="94" name="Text 91"/>
          <p:cNvSpPr/>
          <p:nvPr/>
        </p:nvSpPr>
        <p:spPr>
          <a:xfrm>
            <a:off x="7345377" y="226293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27.980</a:t>
            </a:r>
            <a:endParaRPr lang="en-US" sz="848" dirty="0"/>
          </a:p>
        </p:txBody>
      </p:sp>
      <p:sp>
        <p:nvSpPr>
          <p:cNvPr id="95" name="Text 92"/>
          <p:cNvSpPr/>
          <p:nvPr/>
        </p:nvSpPr>
        <p:spPr>
          <a:xfrm>
            <a:off x="8324195" y="226293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54,4 %</a:t>
            </a:r>
            <a:endParaRPr lang="en-US" sz="848" dirty="0"/>
          </a:p>
        </p:txBody>
      </p:sp>
      <p:sp>
        <p:nvSpPr>
          <p:cNvPr id="96" name="Text 93"/>
          <p:cNvSpPr/>
          <p:nvPr/>
        </p:nvSpPr>
        <p:spPr>
          <a:xfrm>
            <a:off x="7345377" y="240580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848" dirty="0"/>
          </a:p>
        </p:txBody>
      </p:sp>
      <p:sp>
        <p:nvSpPr>
          <p:cNvPr id="97" name="Text 94"/>
          <p:cNvSpPr/>
          <p:nvPr/>
        </p:nvSpPr>
        <p:spPr>
          <a:xfrm>
            <a:off x="8324195" y="240580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42,9 %</a:t>
            </a:r>
            <a:endParaRPr lang="en-US" sz="848" dirty="0"/>
          </a:p>
        </p:txBody>
      </p:sp>
      <p:sp>
        <p:nvSpPr>
          <p:cNvPr id="98" name="Text 95"/>
          <p:cNvSpPr/>
          <p:nvPr/>
        </p:nvSpPr>
        <p:spPr>
          <a:xfrm>
            <a:off x="7345377" y="254868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848" dirty="0"/>
          </a:p>
        </p:txBody>
      </p:sp>
      <p:sp>
        <p:nvSpPr>
          <p:cNvPr id="99" name="Text 96"/>
          <p:cNvSpPr/>
          <p:nvPr/>
        </p:nvSpPr>
        <p:spPr>
          <a:xfrm>
            <a:off x="8324195" y="254868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848" dirty="0"/>
          </a:p>
        </p:txBody>
      </p:sp>
      <p:sp>
        <p:nvSpPr>
          <p:cNvPr id="100" name="Text 97"/>
          <p:cNvSpPr/>
          <p:nvPr/>
        </p:nvSpPr>
        <p:spPr>
          <a:xfrm>
            <a:off x="7345377" y="26915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39.285</a:t>
            </a:r>
            <a:endParaRPr lang="en-US" sz="848" dirty="0"/>
          </a:p>
        </p:txBody>
      </p:sp>
      <p:sp>
        <p:nvSpPr>
          <p:cNvPr id="101" name="Text 98"/>
          <p:cNvSpPr/>
          <p:nvPr/>
        </p:nvSpPr>
        <p:spPr>
          <a:xfrm>
            <a:off x="8324195" y="26915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50,1 %</a:t>
            </a:r>
            <a:endParaRPr lang="en-US" sz="848" dirty="0"/>
          </a:p>
        </p:txBody>
      </p:sp>
      <p:sp>
        <p:nvSpPr>
          <p:cNvPr id="102" name="Text 99"/>
          <p:cNvSpPr/>
          <p:nvPr/>
        </p:nvSpPr>
        <p:spPr>
          <a:xfrm>
            <a:off x="8324195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49,2 %</a:t>
            </a:r>
            <a:endParaRPr lang="en-US" sz="848" dirty="0"/>
          </a:p>
        </p:txBody>
      </p:sp>
      <p:sp>
        <p:nvSpPr>
          <p:cNvPr id="103" name="Text 100"/>
          <p:cNvSpPr/>
          <p:nvPr/>
        </p:nvSpPr>
        <p:spPr>
          <a:xfrm>
            <a:off x="8574667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10.540</a:t>
            </a:r>
            <a:endParaRPr lang="en-US" sz="736" dirty="0"/>
          </a:p>
        </p:txBody>
      </p:sp>
      <p:sp>
        <p:nvSpPr>
          <p:cNvPr id="104" name="Text 101"/>
          <p:cNvSpPr/>
          <p:nvPr/>
        </p:nvSpPr>
        <p:spPr>
          <a:xfrm>
            <a:off x="9057453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11.869</a:t>
            </a:r>
            <a:endParaRPr lang="en-US" sz="736" dirty="0"/>
          </a:p>
        </p:txBody>
      </p:sp>
      <p:sp>
        <p:nvSpPr>
          <p:cNvPr id="105" name="Text 102"/>
          <p:cNvSpPr/>
          <p:nvPr/>
        </p:nvSpPr>
        <p:spPr>
          <a:xfrm>
            <a:off x="9540240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12.460</a:t>
            </a:r>
            <a:endParaRPr lang="en-US" sz="736" dirty="0"/>
          </a:p>
        </p:txBody>
      </p:sp>
      <p:sp>
        <p:nvSpPr>
          <p:cNvPr id="106" name="Text 103"/>
          <p:cNvSpPr/>
          <p:nvPr/>
        </p:nvSpPr>
        <p:spPr>
          <a:xfrm>
            <a:off x="10023026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12.460</a:t>
            </a:r>
            <a:endParaRPr lang="en-US" sz="736" dirty="0"/>
          </a:p>
        </p:txBody>
      </p:sp>
      <p:sp>
        <p:nvSpPr>
          <p:cNvPr id="107" name="Text 104"/>
          <p:cNvSpPr/>
          <p:nvPr/>
        </p:nvSpPr>
        <p:spPr>
          <a:xfrm>
            <a:off x="10505812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16.662</a:t>
            </a:r>
            <a:endParaRPr lang="en-US" sz="736" dirty="0"/>
          </a:p>
        </p:txBody>
      </p:sp>
      <p:sp>
        <p:nvSpPr>
          <p:cNvPr id="108" name="Text 105"/>
          <p:cNvSpPr/>
          <p:nvPr/>
        </p:nvSpPr>
        <p:spPr>
          <a:xfrm>
            <a:off x="10988599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67.420</a:t>
            </a:r>
            <a:endParaRPr lang="en-US" sz="736" dirty="0"/>
          </a:p>
        </p:txBody>
      </p:sp>
      <p:sp>
        <p:nvSpPr>
          <p:cNvPr id="109" name="Text 106"/>
          <p:cNvSpPr/>
          <p:nvPr/>
        </p:nvSpPr>
        <p:spPr>
          <a:xfrm>
            <a:off x="10988599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24.996</a:t>
            </a:r>
            <a:endParaRPr lang="en-US" sz="736" dirty="0"/>
          </a:p>
        </p:txBody>
      </p:sp>
      <p:sp>
        <p:nvSpPr>
          <p:cNvPr id="110" name="Text 107"/>
          <p:cNvSpPr/>
          <p:nvPr/>
        </p:nvSpPr>
        <p:spPr>
          <a:xfrm>
            <a:off x="10988599" y="38155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14.356</a:t>
            </a:r>
            <a:endParaRPr lang="en-US" sz="736" dirty="0"/>
          </a:p>
        </p:txBody>
      </p:sp>
      <p:sp>
        <p:nvSpPr>
          <p:cNvPr id="111" name="Text 108"/>
          <p:cNvSpPr/>
          <p:nvPr/>
        </p:nvSpPr>
        <p:spPr>
          <a:xfrm>
            <a:off x="8574667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10.777</a:t>
            </a:r>
            <a:endParaRPr lang="en-US" sz="736" dirty="0"/>
          </a:p>
        </p:txBody>
      </p:sp>
      <p:sp>
        <p:nvSpPr>
          <p:cNvPr id="112" name="Text 109"/>
          <p:cNvSpPr/>
          <p:nvPr/>
        </p:nvSpPr>
        <p:spPr>
          <a:xfrm>
            <a:off x="9057453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12.136</a:t>
            </a:r>
            <a:endParaRPr lang="en-US" sz="736" dirty="0"/>
          </a:p>
        </p:txBody>
      </p:sp>
      <p:sp>
        <p:nvSpPr>
          <p:cNvPr id="113" name="Text 110"/>
          <p:cNvSpPr/>
          <p:nvPr/>
        </p:nvSpPr>
        <p:spPr>
          <a:xfrm>
            <a:off x="9540240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12.740</a:t>
            </a:r>
            <a:endParaRPr lang="en-US" sz="736" dirty="0"/>
          </a:p>
        </p:txBody>
      </p:sp>
      <p:sp>
        <p:nvSpPr>
          <p:cNvPr id="114" name="Text 111"/>
          <p:cNvSpPr/>
          <p:nvPr/>
        </p:nvSpPr>
        <p:spPr>
          <a:xfrm>
            <a:off x="10023026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12.740</a:t>
            </a:r>
            <a:endParaRPr lang="en-US" sz="736" dirty="0"/>
          </a:p>
        </p:txBody>
      </p:sp>
      <p:sp>
        <p:nvSpPr>
          <p:cNvPr id="115" name="Text 112"/>
          <p:cNvSpPr/>
          <p:nvPr/>
        </p:nvSpPr>
        <p:spPr>
          <a:xfrm>
            <a:off x="10505812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17.041</a:t>
            </a:r>
            <a:endParaRPr lang="en-US" sz="736" dirty="0"/>
          </a:p>
        </p:txBody>
      </p:sp>
      <p:sp>
        <p:nvSpPr>
          <p:cNvPr id="116" name="Text 113"/>
          <p:cNvSpPr/>
          <p:nvPr/>
        </p:nvSpPr>
        <p:spPr>
          <a:xfrm>
            <a:off x="10988599" y="46156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68.940</a:t>
            </a:r>
            <a:endParaRPr lang="en-US" sz="736" dirty="0"/>
          </a:p>
        </p:txBody>
      </p:sp>
      <p:sp>
        <p:nvSpPr>
          <p:cNvPr id="117" name="Text 114"/>
          <p:cNvSpPr/>
          <p:nvPr/>
        </p:nvSpPr>
        <p:spPr>
          <a:xfrm>
            <a:off x="9540240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10.483</a:t>
            </a:r>
            <a:endParaRPr lang="en-US" sz="736" dirty="0"/>
          </a:p>
        </p:txBody>
      </p:sp>
      <p:sp>
        <p:nvSpPr>
          <p:cNvPr id="118" name="Text 115"/>
          <p:cNvSpPr/>
          <p:nvPr/>
        </p:nvSpPr>
        <p:spPr>
          <a:xfrm>
            <a:off x="10023026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10.483</a:t>
            </a:r>
            <a:endParaRPr lang="en-US" sz="736" dirty="0"/>
          </a:p>
        </p:txBody>
      </p:sp>
      <p:sp>
        <p:nvSpPr>
          <p:cNvPr id="119" name="Text 116"/>
          <p:cNvSpPr/>
          <p:nvPr/>
        </p:nvSpPr>
        <p:spPr>
          <a:xfrm>
            <a:off x="10505812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14.019</a:t>
            </a:r>
            <a:endParaRPr lang="en-US" sz="736" dirty="0"/>
          </a:p>
        </p:txBody>
      </p:sp>
      <p:sp>
        <p:nvSpPr>
          <p:cNvPr id="120" name="Text 117"/>
          <p:cNvSpPr/>
          <p:nvPr/>
        </p:nvSpPr>
        <p:spPr>
          <a:xfrm>
            <a:off x="10988599" y="47489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56.723</a:t>
            </a:r>
            <a:endParaRPr lang="en-US" sz="736" dirty="0"/>
          </a:p>
        </p:txBody>
      </p:sp>
      <p:sp>
        <p:nvSpPr>
          <p:cNvPr id="121" name="Text 118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840" dirty="0"/>
          </a:p>
        </p:txBody>
      </p:sp>
      <p:sp>
        <p:nvSpPr>
          <p:cNvPr id="122" name="Text 119"/>
          <p:cNvSpPr/>
          <p:nvPr/>
        </p:nvSpPr>
        <p:spPr>
          <a:xfrm>
            <a:off x="8216595" y="97155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1840" dirty="0"/>
          </a:p>
        </p:txBody>
      </p:sp>
      <p:sp>
        <p:nvSpPr>
          <p:cNvPr id="123" name="Text 120"/>
          <p:cNvSpPr/>
          <p:nvPr/>
        </p:nvSpPr>
        <p:spPr>
          <a:xfrm>
            <a:off x="533387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124" name="Text 121"/>
          <p:cNvSpPr/>
          <p:nvPr/>
        </p:nvSpPr>
        <p:spPr>
          <a:xfrm>
            <a:off x="533387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125" name="Text 122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126" name="Text 123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127" name="Text 124"/>
          <p:cNvSpPr/>
          <p:nvPr/>
        </p:nvSpPr>
        <p:spPr>
          <a:xfrm>
            <a:off x="495288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128" name="Text 125"/>
          <p:cNvSpPr/>
          <p:nvPr/>
        </p:nvSpPr>
        <p:spPr>
          <a:xfrm>
            <a:off x="5226118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129" name="Text 126"/>
          <p:cNvSpPr/>
          <p:nvPr/>
        </p:nvSpPr>
        <p:spPr>
          <a:xfrm>
            <a:off x="2329400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4.699</a:t>
            </a:r>
            <a:endParaRPr lang="en-US" sz="768" dirty="0"/>
          </a:p>
        </p:txBody>
      </p:sp>
      <p:sp>
        <p:nvSpPr>
          <p:cNvPr id="130" name="Text 127"/>
          <p:cNvSpPr/>
          <p:nvPr/>
        </p:nvSpPr>
        <p:spPr>
          <a:xfrm>
            <a:off x="2812186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9.346</a:t>
            </a:r>
            <a:endParaRPr lang="en-US" sz="768" dirty="0"/>
          </a:p>
        </p:txBody>
      </p:sp>
      <p:sp>
        <p:nvSpPr>
          <p:cNvPr id="131" name="Text 128"/>
          <p:cNvSpPr/>
          <p:nvPr/>
        </p:nvSpPr>
        <p:spPr>
          <a:xfrm>
            <a:off x="2329400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4.173</a:t>
            </a:r>
            <a:endParaRPr lang="en-US" sz="768" dirty="0"/>
          </a:p>
        </p:txBody>
      </p:sp>
      <p:sp>
        <p:nvSpPr>
          <p:cNvPr id="132" name="Text 129"/>
          <p:cNvSpPr/>
          <p:nvPr/>
        </p:nvSpPr>
        <p:spPr>
          <a:xfrm>
            <a:off x="2812186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8.300</a:t>
            </a:r>
            <a:endParaRPr lang="en-US" sz="768" dirty="0"/>
          </a:p>
        </p:txBody>
      </p:sp>
      <p:sp>
        <p:nvSpPr>
          <p:cNvPr id="133" name="Text 130"/>
          <p:cNvSpPr/>
          <p:nvPr/>
        </p:nvSpPr>
        <p:spPr>
          <a:xfrm>
            <a:off x="2329400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1.028</a:t>
            </a:r>
            <a:endParaRPr lang="en-US" sz="768" dirty="0"/>
          </a:p>
        </p:txBody>
      </p:sp>
      <p:sp>
        <p:nvSpPr>
          <p:cNvPr id="134" name="Text 131"/>
          <p:cNvSpPr/>
          <p:nvPr/>
        </p:nvSpPr>
        <p:spPr>
          <a:xfrm>
            <a:off x="2812186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2.044</a:t>
            </a:r>
            <a:endParaRPr lang="en-US" sz="768" dirty="0"/>
          </a:p>
        </p:txBody>
      </p:sp>
      <p:sp>
        <p:nvSpPr>
          <p:cNvPr id="135" name="Text 132"/>
          <p:cNvSpPr/>
          <p:nvPr/>
        </p:nvSpPr>
        <p:spPr>
          <a:xfrm>
            <a:off x="3294972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3.359</a:t>
            </a:r>
            <a:endParaRPr lang="en-US" sz="768" dirty="0"/>
          </a:p>
        </p:txBody>
      </p:sp>
      <p:sp>
        <p:nvSpPr>
          <p:cNvPr id="136" name="Text 133"/>
          <p:cNvSpPr/>
          <p:nvPr/>
        </p:nvSpPr>
        <p:spPr>
          <a:xfrm>
            <a:off x="3777759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768" dirty="0"/>
          </a:p>
        </p:txBody>
      </p:sp>
      <p:sp>
        <p:nvSpPr>
          <p:cNvPr id="137" name="Text 134"/>
          <p:cNvSpPr/>
          <p:nvPr/>
        </p:nvSpPr>
        <p:spPr>
          <a:xfrm>
            <a:off x="4260545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768" dirty="0"/>
          </a:p>
        </p:txBody>
      </p:sp>
      <p:sp>
        <p:nvSpPr>
          <p:cNvPr id="138" name="Text 135"/>
          <p:cNvSpPr/>
          <p:nvPr/>
        </p:nvSpPr>
        <p:spPr>
          <a:xfrm>
            <a:off x="4743331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6.018</a:t>
            </a:r>
            <a:endParaRPr lang="en-US" sz="768" dirty="0"/>
          </a:p>
        </p:txBody>
      </p:sp>
      <p:sp>
        <p:nvSpPr>
          <p:cNvPr id="139" name="Text 136"/>
          <p:cNvSpPr/>
          <p:nvPr/>
        </p:nvSpPr>
        <p:spPr>
          <a:xfrm>
            <a:off x="2812186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1.897</a:t>
            </a:r>
            <a:endParaRPr lang="en-US" sz="768" dirty="0"/>
          </a:p>
        </p:txBody>
      </p:sp>
      <p:sp>
        <p:nvSpPr>
          <p:cNvPr id="140" name="Text 137"/>
          <p:cNvSpPr/>
          <p:nvPr/>
        </p:nvSpPr>
        <p:spPr>
          <a:xfrm>
            <a:off x="3294972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3.117</a:t>
            </a:r>
            <a:endParaRPr lang="en-US" sz="768" dirty="0"/>
          </a:p>
        </p:txBody>
      </p:sp>
      <p:sp>
        <p:nvSpPr>
          <p:cNvPr id="141" name="Text 138"/>
          <p:cNvSpPr/>
          <p:nvPr/>
        </p:nvSpPr>
        <p:spPr>
          <a:xfrm>
            <a:off x="3777759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768" dirty="0"/>
          </a:p>
        </p:txBody>
      </p:sp>
      <p:sp>
        <p:nvSpPr>
          <p:cNvPr id="142" name="Text 139"/>
          <p:cNvSpPr/>
          <p:nvPr/>
        </p:nvSpPr>
        <p:spPr>
          <a:xfrm>
            <a:off x="4260545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768" dirty="0"/>
          </a:p>
        </p:txBody>
      </p:sp>
      <p:sp>
        <p:nvSpPr>
          <p:cNvPr id="143" name="Text 140"/>
          <p:cNvSpPr/>
          <p:nvPr/>
        </p:nvSpPr>
        <p:spPr>
          <a:xfrm>
            <a:off x="4743331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5.585</a:t>
            </a:r>
            <a:endParaRPr lang="en-US" sz="768" dirty="0"/>
          </a:p>
        </p:txBody>
      </p:sp>
      <p:sp>
        <p:nvSpPr>
          <p:cNvPr id="144" name="Text 141"/>
          <p:cNvSpPr/>
          <p:nvPr/>
        </p:nvSpPr>
        <p:spPr>
          <a:xfrm>
            <a:off x="2812186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1.325</a:t>
            </a:r>
            <a:endParaRPr lang="en-US" sz="768" dirty="0"/>
          </a:p>
        </p:txBody>
      </p:sp>
      <p:sp>
        <p:nvSpPr>
          <p:cNvPr id="145" name="Text 142"/>
          <p:cNvSpPr/>
          <p:nvPr/>
        </p:nvSpPr>
        <p:spPr>
          <a:xfrm>
            <a:off x="3294972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2.176</a:t>
            </a:r>
            <a:endParaRPr lang="en-US" sz="768" dirty="0"/>
          </a:p>
        </p:txBody>
      </p:sp>
      <p:sp>
        <p:nvSpPr>
          <p:cNvPr id="146" name="Text 143"/>
          <p:cNvSpPr/>
          <p:nvPr/>
        </p:nvSpPr>
        <p:spPr>
          <a:xfrm>
            <a:off x="3777759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768" dirty="0"/>
          </a:p>
        </p:txBody>
      </p:sp>
      <p:sp>
        <p:nvSpPr>
          <p:cNvPr id="147" name="Text 144"/>
          <p:cNvSpPr/>
          <p:nvPr/>
        </p:nvSpPr>
        <p:spPr>
          <a:xfrm>
            <a:off x="4260545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768" dirty="0"/>
          </a:p>
        </p:txBody>
      </p:sp>
      <p:sp>
        <p:nvSpPr>
          <p:cNvPr id="148" name="Text 145"/>
          <p:cNvSpPr/>
          <p:nvPr/>
        </p:nvSpPr>
        <p:spPr>
          <a:xfrm>
            <a:off x="4743331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3.898</a:t>
            </a:r>
            <a:endParaRPr lang="en-US" sz="768" dirty="0"/>
          </a:p>
        </p:txBody>
      </p:sp>
      <p:sp>
        <p:nvSpPr>
          <p:cNvPr id="149" name="Text 146"/>
          <p:cNvSpPr/>
          <p:nvPr/>
        </p:nvSpPr>
        <p:spPr>
          <a:xfrm>
            <a:off x="3294972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1.126</a:t>
            </a:r>
            <a:endParaRPr lang="en-US" sz="768" dirty="0"/>
          </a:p>
        </p:txBody>
      </p:sp>
      <p:sp>
        <p:nvSpPr>
          <p:cNvPr id="150" name="Text 147"/>
          <p:cNvSpPr/>
          <p:nvPr/>
        </p:nvSpPr>
        <p:spPr>
          <a:xfrm>
            <a:off x="3777759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768" dirty="0"/>
          </a:p>
        </p:txBody>
      </p:sp>
      <p:sp>
        <p:nvSpPr>
          <p:cNvPr id="151" name="Text 148"/>
          <p:cNvSpPr/>
          <p:nvPr/>
        </p:nvSpPr>
        <p:spPr>
          <a:xfrm>
            <a:off x="4260545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768" dirty="0"/>
          </a:p>
        </p:txBody>
      </p:sp>
      <p:sp>
        <p:nvSpPr>
          <p:cNvPr id="152" name="Text 149"/>
          <p:cNvSpPr/>
          <p:nvPr/>
        </p:nvSpPr>
        <p:spPr>
          <a:xfrm>
            <a:off x="4743331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2.018</a:t>
            </a:r>
            <a:endParaRPr lang="en-US" sz="768" dirty="0"/>
          </a:p>
        </p:txBody>
      </p:sp>
      <p:sp>
        <p:nvSpPr>
          <p:cNvPr id="153" name="Text 150"/>
          <p:cNvSpPr/>
          <p:nvPr/>
        </p:nvSpPr>
        <p:spPr>
          <a:xfrm>
            <a:off x="5226118" y="40822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7.059</a:t>
            </a:r>
            <a:endParaRPr lang="en-US" sz="768" dirty="0"/>
          </a:p>
        </p:txBody>
      </p:sp>
      <p:sp>
        <p:nvSpPr>
          <p:cNvPr id="154" name="Text 151"/>
          <p:cNvSpPr/>
          <p:nvPr/>
        </p:nvSpPr>
        <p:spPr>
          <a:xfrm>
            <a:off x="3777759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768" dirty="0"/>
          </a:p>
        </p:txBody>
      </p:sp>
      <p:sp>
        <p:nvSpPr>
          <p:cNvPr id="155" name="Text 152"/>
          <p:cNvSpPr/>
          <p:nvPr/>
        </p:nvSpPr>
        <p:spPr>
          <a:xfrm>
            <a:off x="4260545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768" dirty="0"/>
          </a:p>
        </p:txBody>
      </p:sp>
      <p:sp>
        <p:nvSpPr>
          <p:cNvPr id="156" name="Text 153"/>
          <p:cNvSpPr/>
          <p:nvPr/>
        </p:nvSpPr>
        <p:spPr>
          <a:xfrm>
            <a:off x="4743331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1.445</a:t>
            </a:r>
            <a:endParaRPr lang="en-US" sz="768" dirty="0"/>
          </a:p>
        </p:txBody>
      </p:sp>
      <p:sp>
        <p:nvSpPr>
          <p:cNvPr id="157" name="Text 154"/>
          <p:cNvSpPr/>
          <p:nvPr/>
        </p:nvSpPr>
        <p:spPr>
          <a:xfrm>
            <a:off x="5226118" y="42155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5.053</a:t>
            </a:r>
            <a:endParaRPr lang="en-US" sz="768" dirty="0"/>
          </a:p>
        </p:txBody>
      </p:sp>
      <p:sp>
        <p:nvSpPr>
          <p:cNvPr id="158" name="Text 155"/>
          <p:cNvSpPr/>
          <p:nvPr/>
        </p:nvSpPr>
        <p:spPr>
          <a:xfrm>
            <a:off x="4743331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1.300</a:t>
            </a:r>
            <a:endParaRPr lang="en-US" sz="768" dirty="0"/>
          </a:p>
        </p:txBody>
      </p:sp>
      <p:sp>
        <p:nvSpPr>
          <p:cNvPr id="159" name="Text 156"/>
          <p:cNvSpPr/>
          <p:nvPr/>
        </p:nvSpPr>
        <p:spPr>
          <a:xfrm>
            <a:off x="5226118" y="43489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4.544</a:t>
            </a:r>
            <a:endParaRPr lang="en-US" sz="768" dirty="0"/>
          </a:p>
        </p:txBody>
      </p:sp>
      <p:sp>
        <p:nvSpPr>
          <p:cNvPr id="160" name="Text 157"/>
          <p:cNvSpPr/>
          <p:nvPr/>
        </p:nvSpPr>
        <p:spPr>
          <a:xfrm>
            <a:off x="3294972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1.461</a:t>
            </a:r>
            <a:endParaRPr lang="en-US" sz="768" dirty="0"/>
          </a:p>
        </p:txBody>
      </p:sp>
      <p:sp>
        <p:nvSpPr>
          <p:cNvPr id="161" name="Text 158"/>
          <p:cNvSpPr/>
          <p:nvPr/>
        </p:nvSpPr>
        <p:spPr>
          <a:xfrm>
            <a:off x="3777759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768" dirty="0"/>
          </a:p>
        </p:txBody>
      </p:sp>
      <p:sp>
        <p:nvSpPr>
          <p:cNvPr id="162" name="Text 159"/>
          <p:cNvSpPr/>
          <p:nvPr/>
        </p:nvSpPr>
        <p:spPr>
          <a:xfrm>
            <a:off x="4260545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768" dirty="0"/>
          </a:p>
        </p:txBody>
      </p:sp>
      <p:sp>
        <p:nvSpPr>
          <p:cNvPr id="163" name="Text 160"/>
          <p:cNvSpPr/>
          <p:nvPr/>
        </p:nvSpPr>
        <p:spPr>
          <a:xfrm>
            <a:off x="4743331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2.617</a:t>
            </a:r>
            <a:endParaRPr lang="en-US" sz="768" dirty="0"/>
          </a:p>
        </p:txBody>
      </p:sp>
      <p:sp>
        <p:nvSpPr>
          <p:cNvPr id="164" name="Text 161"/>
          <p:cNvSpPr/>
          <p:nvPr/>
        </p:nvSpPr>
        <p:spPr>
          <a:xfrm>
            <a:off x="5226118" y="44822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9.154</a:t>
            </a:r>
            <a:endParaRPr lang="en-US" sz="768" dirty="0"/>
          </a:p>
        </p:txBody>
      </p:sp>
      <p:sp>
        <p:nvSpPr>
          <p:cNvPr id="165" name="Text 162"/>
          <p:cNvSpPr/>
          <p:nvPr/>
        </p:nvSpPr>
        <p:spPr>
          <a:xfrm>
            <a:off x="504812" y="461560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68" dirty="0"/>
          </a:p>
        </p:txBody>
      </p:sp>
      <p:sp>
        <p:nvSpPr>
          <p:cNvPr id="166" name="Text 163"/>
          <p:cNvSpPr/>
          <p:nvPr/>
        </p:nvSpPr>
        <p:spPr>
          <a:xfrm>
            <a:off x="7345377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1184" dirty="0"/>
          </a:p>
        </p:txBody>
      </p:sp>
      <p:sp>
        <p:nvSpPr>
          <p:cNvPr id="167" name="Text 164"/>
          <p:cNvSpPr/>
          <p:nvPr/>
        </p:nvSpPr>
        <p:spPr>
          <a:xfrm>
            <a:off x="6295868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168" name="Text 165"/>
          <p:cNvSpPr/>
          <p:nvPr/>
        </p:nvSpPr>
        <p:spPr>
          <a:xfrm>
            <a:off x="7345377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8.083</a:t>
            </a:r>
            <a:endParaRPr lang="en-US" sz="848" dirty="0"/>
          </a:p>
        </p:txBody>
      </p:sp>
      <p:sp>
        <p:nvSpPr>
          <p:cNvPr id="169" name="Text 166"/>
          <p:cNvSpPr/>
          <p:nvPr/>
        </p:nvSpPr>
        <p:spPr>
          <a:xfrm>
            <a:off x="10281832" y="1981944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848" dirty="0"/>
          </a:p>
        </p:txBody>
      </p:sp>
      <p:sp>
        <p:nvSpPr>
          <p:cNvPr id="170" name="Text 167"/>
          <p:cNvSpPr/>
          <p:nvPr/>
        </p:nvSpPr>
        <p:spPr>
          <a:xfrm>
            <a:off x="10281832" y="212005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848" dirty="0"/>
          </a:p>
        </p:txBody>
      </p:sp>
      <p:sp>
        <p:nvSpPr>
          <p:cNvPr id="171" name="Text 168"/>
          <p:cNvSpPr/>
          <p:nvPr/>
        </p:nvSpPr>
        <p:spPr>
          <a:xfrm>
            <a:off x="6295868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172" name="Text 169"/>
          <p:cNvSpPr/>
          <p:nvPr/>
        </p:nvSpPr>
        <p:spPr>
          <a:xfrm>
            <a:off x="10281832" y="2262932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848" dirty="0"/>
          </a:p>
        </p:txBody>
      </p:sp>
      <p:sp>
        <p:nvSpPr>
          <p:cNvPr id="173" name="Text 170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174" name="Text 171"/>
          <p:cNvSpPr/>
          <p:nvPr/>
        </p:nvSpPr>
        <p:spPr>
          <a:xfrm>
            <a:off x="10281832" y="240580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848" dirty="0"/>
          </a:p>
        </p:txBody>
      </p:sp>
      <p:sp>
        <p:nvSpPr>
          <p:cNvPr id="175" name="Text 172"/>
          <p:cNvSpPr/>
          <p:nvPr/>
        </p:nvSpPr>
        <p:spPr>
          <a:xfrm>
            <a:off x="10281832" y="2548682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848" dirty="0"/>
          </a:p>
        </p:txBody>
      </p:sp>
      <p:sp>
        <p:nvSpPr>
          <p:cNvPr id="176" name="Text 173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177" name="Text 174"/>
          <p:cNvSpPr/>
          <p:nvPr/>
        </p:nvSpPr>
        <p:spPr>
          <a:xfrm>
            <a:off x="10281832" y="269155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848" dirty="0"/>
          </a:p>
        </p:txBody>
      </p:sp>
      <p:sp>
        <p:nvSpPr>
          <p:cNvPr id="178" name="Text 175"/>
          <p:cNvSpPr/>
          <p:nvPr/>
        </p:nvSpPr>
        <p:spPr>
          <a:xfrm>
            <a:off x="6257769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179" name="Text 176"/>
          <p:cNvSpPr/>
          <p:nvPr/>
        </p:nvSpPr>
        <p:spPr>
          <a:xfrm>
            <a:off x="10027342" y="28582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848" dirty="0"/>
          </a:p>
        </p:txBody>
      </p:sp>
      <p:sp>
        <p:nvSpPr>
          <p:cNvPr id="180" name="Text 177"/>
          <p:cNvSpPr/>
          <p:nvPr/>
        </p:nvSpPr>
        <p:spPr>
          <a:xfrm>
            <a:off x="10281832" y="2834432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848" dirty="0"/>
          </a:p>
        </p:txBody>
      </p:sp>
      <p:sp>
        <p:nvSpPr>
          <p:cNvPr id="181" name="Text 178"/>
          <p:cNvSpPr/>
          <p:nvPr/>
        </p:nvSpPr>
        <p:spPr>
          <a:xfrm>
            <a:off x="10988599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182" name="Text 179"/>
          <p:cNvSpPr/>
          <p:nvPr/>
        </p:nvSpPr>
        <p:spPr>
          <a:xfrm>
            <a:off x="8091881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3.429</a:t>
            </a:r>
            <a:endParaRPr lang="en-US" sz="736" dirty="0"/>
          </a:p>
        </p:txBody>
      </p:sp>
      <p:sp>
        <p:nvSpPr>
          <p:cNvPr id="183" name="Text 180"/>
          <p:cNvSpPr/>
          <p:nvPr/>
        </p:nvSpPr>
        <p:spPr>
          <a:xfrm>
            <a:off x="10988599" y="35488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736" dirty="0"/>
          </a:p>
        </p:txBody>
      </p:sp>
      <p:sp>
        <p:nvSpPr>
          <p:cNvPr id="184" name="Text 181"/>
          <p:cNvSpPr/>
          <p:nvPr/>
        </p:nvSpPr>
        <p:spPr>
          <a:xfrm>
            <a:off x="8091881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1.271</a:t>
            </a:r>
            <a:endParaRPr lang="en-US" sz="736" dirty="0"/>
          </a:p>
        </p:txBody>
      </p:sp>
      <p:sp>
        <p:nvSpPr>
          <p:cNvPr id="185" name="Text 182"/>
          <p:cNvSpPr/>
          <p:nvPr/>
        </p:nvSpPr>
        <p:spPr>
          <a:xfrm>
            <a:off x="8574667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3.908</a:t>
            </a:r>
            <a:endParaRPr lang="en-US" sz="736" dirty="0"/>
          </a:p>
        </p:txBody>
      </p:sp>
      <p:sp>
        <p:nvSpPr>
          <p:cNvPr id="186" name="Text 183"/>
          <p:cNvSpPr/>
          <p:nvPr/>
        </p:nvSpPr>
        <p:spPr>
          <a:xfrm>
            <a:off x="9057453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4.400</a:t>
            </a:r>
            <a:endParaRPr lang="en-US" sz="736" dirty="0"/>
          </a:p>
        </p:txBody>
      </p:sp>
      <p:sp>
        <p:nvSpPr>
          <p:cNvPr id="187" name="Text 184"/>
          <p:cNvSpPr/>
          <p:nvPr/>
        </p:nvSpPr>
        <p:spPr>
          <a:xfrm>
            <a:off x="9540240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4.619</a:t>
            </a:r>
            <a:endParaRPr lang="en-US" sz="736" dirty="0"/>
          </a:p>
        </p:txBody>
      </p:sp>
      <p:sp>
        <p:nvSpPr>
          <p:cNvPr id="188" name="Text 185"/>
          <p:cNvSpPr/>
          <p:nvPr/>
        </p:nvSpPr>
        <p:spPr>
          <a:xfrm>
            <a:off x="10023026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4.619</a:t>
            </a:r>
            <a:endParaRPr lang="en-US" sz="736" dirty="0"/>
          </a:p>
        </p:txBody>
      </p:sp>
      <p:sp>
        <p:nvSpPr>
          <p:cNvPr id="189" name="Text 186"/>
          <p:cNvSpPr/>
          <p:nvPr/>
        </p:nvSpPr>
        <p:spPr>
          <a:xfrm>
            <a:off x="10505812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6.179</a:t>
            </a:r>
            <a:endParaRPr lang="en-US" sz="736" dirty="0"/>
          </a:p>
        </p:txBody>
      </p:sp>
      <p:sp>
        <p:nvSpPr>
          <p:cNvPr id="190" name="Text 187"/>
          <p:cNvSpPr/>
          <p:nvPr/>
        </p:nvSpPr>
        <p:spPr>
          <a:xfrm>
            <a:off x="8574667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2.244</a:t>
            </a:r>
            <a:endParaRPr lang="en-US" sz="736" dirty="0"/>
          </a:p>
        </p:txBody>
      </p:sp>
      <p:sp>
        <p:nvSpPr>
          <p:cNvPr id="191" name="Text 188"/>
          <p:cNvSpPr/>
          <p:nvPr/>
        </p:nvSpPr>
        <p:spPr>
          <a:xfrm>
            <a:off x="9057453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2.527</a:t>
            </a:r>
            <a:endParaRPr lang="en-US" sz="736" dirty="0"/>
          </a:p>
        </p:txBody>
      </p:sp>
      <p:sp>
        <p:nvSpPr>
          <p:cNvPr id="192" name="Text 189"/>
          <p:cNvSpPr/>
          <p:nvPr/>
        </p:nvSpPr>
        <p:spPr>
          <a:xfrm>
            <a:off x="9540240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2.653</a:t>
            </a:r>
            <a:endParaRPr lang="en-US" sz="736" dirty="0"/>
          </a:p>
        </p:txBody>
      </p:sp>
      <p:sp>
        <p:nvSpPr>
          <p:cNvPr id="193" name="Text 190"/>
          <p:cNvSpPr/>
          <p:nvPr/>
        </p:nvSpPr>
        <p:spPr>
          <a:xfrm>
            <a:off x="10023026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2.653</a:t>
            </a:r>
            <a:endParaRPr lang="en-US" sz="736" dirty="0"/>
          </a:p>
        </p:txBody>
      </p:sp>
      <p:sp>
        <p:nvSpPr>
          <p:cNvPr id="194" name="Text 191"/>
          <p:cNvSpPr/>
          <p:nvPr/>
        </p:nvSpPr>
        <p:spPr>
          <a:xfrm>
            <a:off x="10505812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3.549</a:t>
            </a:r>
            <a:endParaRPr lang="en-US" sz="736" dirty="0"/>
          </a:p>
        </p:txBody>
      </p:sp>
      <p:sp>
        <p:nvSpPr>
          <p:cNvPr id="195" name="Text 192"/>
          <p:cNvSpPr/>
          <p:nvPr/>
        </p:nvSpPr>
        <p:spPr>
          <a:xfrm>
            <a:off x="9057453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1.035</a:t>
            </a:r>
            <a:endParaRPr lang="en-US" sz="736" dirty="0"/>
          </a:p>
        </p:txBody>
      </p:sp>
      <p:sp>
        <p:nvSpPr>
          <p:cNvPr id="196" name="Text 193"/>
          <p:cNvSpPr/>
          <p:nvPr/>
        </p:nvSpPr>
        <p:spPr>
          <a:xfrm>
            <a:off x="9540240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1.087</a:t>
            </a:r>
            <a:endParaRPr lang="en-US" sz="736" dirty="0"/>
          </a:p>
        </p:txBody>
      </p:sp>
      <p:sp>
        <p:nvSpPr>
          <p:cNvPr id="197" name="Text 194"/>
          <p:cNvSpPr/>
          <p:nvPr/>
        </p:nvSpPr>
        <p:spPr>
          <a:xfrm>
            <a:off x="10023026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1.087</a:t>
            </a:r>
            <a:endParaRPr lang="en-US" sz="736" dirty="0"/>
          </a:p>
        </p:txBody>
      </p:sp>
      <p:sp>
        <p:nvSpPr>
          <p:cNvPr id="198" name="Text 195"/>
          <p:cNvSpPr/>
          <p:nvPr/>
        </p:nvSpPr>
        <p:spPr>
          <a:xfrm>
            <a:off x="10505812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1.454</a:t>
            </a:r>
            <a:endParaRPr lang="en-US" sz="736" dirty="0"/>
          </a:p>
        </p:txBody>
      </p:sp>
      <p:sp>
        <p:nvSpPr>
          <p:cNvPr id="199" name="Text 196"/>
          <p:cNvSpPr/>
          <p:nvPr/>
        </p:nvSpPr>
        <p:spPr>
          <a:xfrm>
            <a:off x="10988599" y="39488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5.881</a:t>
            </a:r>
            <a:endParaRPr lang="en-US" sz="736" dirty="0"/>
          </a:p>
        </p:txBody>
      </p:sp>
      <p:sp>
        <p:nvSpPr>
          <p:cNvPr id="200" name="Text 197"/>
          <p:cNvSpPr/>
          <p:nvPr/>
        </p:nvSpPr>
        <p:spPr>
          <a:xfrm>
            <a:off x="8574667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1.098</a:t>
            </a:r>
            <a:endParaRPr lang="en-US" sz="736" dirty="0"/>
          </a:p>
        </p:txBody>
      </p:sp>
      <p:sp>
        <p:nvSpPr>
          <p:cNvPr id="201" name="Text 198"/>
          <p:cNvSpPr/>
          <p:nvPr/>
        </p:nvSpPr>
        <p:spPr>
          <a:xfrm>
            <a:off x="9057453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1.237</a:t>
            </a:r>
            <a:endParaRPr lang="en-US" sz="736" dirty="0"/>
          </a:p>
        </p:txBody>
      </p:sp>
      <p:sp>
        <p:nvSpPr>
          <p:cNvPr id="202" name="Text 199"/>
          <p:cNvSpPr/>
          <p:nvPr/>
        </p:nvSpPr>
        <p:spPr>
          <a:xfrm>
            <a:off x="9540240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1.298</a:t>
            </a:r>
            <a:endParaRPr lang="en-US" sz="736" dirty="0"/>
          </a:p>
        </p:txBody>
      </p:sp>
      <p:sp>
        <p:nvSpPr>
          <p:cNvPr id="203" name="Text 200"/>
          <p:cNvSpPr/>
          <p:nvPr/>
        </p:nvSpPr>
        <p:spPr>
          <a:xfrm>
            <a:off x="10023026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1.298</a:t>
            </a:r>
            <a:endParaRPr lang="en-US" sz="736" dirty="0"/>
          </a:p>
        </p:txBody>
      </p:sp>
      <p:sp>
        <p:nvSpPr>
          <p:cNvPr id="204" name="Text 201"/>
          <p:cNvSpPr/>
          <p:nvPr/>
        </p:nvSpPr>
        <p:spPr>
          <a:xfrm>
            <a:off x="10505812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1.738</a:t>
            </a:r>
            <a:endParaRPr lang="en-US" sz="736" dirty="0"/>
          </a:p>
        </p:txBody>
      </p:sp>
      <p:sp>
        <p:nvSpPr>
          <p:cNvPr id="205" name="Text 202"/>
          <p:cNvSpPr/>
          <p:nvPr/>
        </p:nvSpPr>
        <p:spPr>
          <a:xfrm>
            <a:off x="10988599" y="40822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7.026</a:t>
            </a:r>
            <a:endParaRPr lang="en-US" sz="736" dirty="0"/>
          </a:p>
        </p:txBody>
      </p:sp>
      <p:sp>
        <p:nvSpPr>
          <p:cNvPr id="206" name="Text 203"/>
          <p:cNvSpPr/>
          <p:nvPr/>
        </p:nvSpPr>
        <p:spPr>
          <a:xfrm>
            <a:off x="10988599" y="42155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3.063</a:t>
            </a:r>
            <a:endParaRPr lang="en-US" sz="736" dirty="0"/>
          </a:p>
        </p:txBody>
      </p:sp>
      <p:sp>
        <p:nvSpPr>
          <p:cNvPr id="207" name="Text 204"/>
          <p:cNvSpPr/>
          <p:nvPr/>
        </p:nvSpPr>
        <p:spPr>
          <a:xfrm>
            <a:off x="10988599" y="43489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2.911</a:t>
            </a:r>
            <a:endParaRPr lang="en-US" sz="736" dirty="0"/>
          </a:p>
        </p:txBody>
      </p:sp>
      <p:sp>
        <p:nvSpPr>
          <p:cNvPr id="208" name="Text 205"/>
          <p:cNvSpPr/>
          <p:nvPr/>
        </p:nvSpPr>
        <p:spPr>
          <a:xfrm>
            <a:off x="9057453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1.094</a:t>
            </a:r>
            <a:endParaRPr lang="en-US" sz="736" dirty="0"/>
          </a:p>
        </p:txBody>
      </p:sp>
      <p:sp>
        <p:nvSpPr>
          <p:cNvPr id="209" name="Text 206"/>
          <p:cNvSpPr/>
          <p:nvPr/>
        </p:nvSpPr>
        <p:spPr>
          <a:xfrm>
            <a:off x="9540240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1.148</a:t>
            </a:r>
            <a:endParaRPr lang="en-US" sz="736" dirty="0"/>
          </a:p>
        </p:txBody>
      </p:sp>
      <p:sp>
        <p:nvSpPr>
          <p:cNvPr id="210" name="Text 207"/>
          <p:cNvSpPr/>
          <p:nvPr/>
        </p:nvSpPr>
        <p:spPr>
          <a:xfrm>
            <a:off x="10023026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1.148</a:t>
            </a:r>
            <a:endParaRPr lang="en-US" sz="736" dirty="0"/>
          </a:p>
        </p:txBody>
      </p:sp>
      <p:sp>
        <p:nvSpPr>
          <p:cNvPr id="211" name="Text 208"/>
          <p:cNvSpPr/>
          <p:nvPr/>
        </p:nvSpPr>
        <p:spPr>
          <a:xfrm>
            <a:off x="10505812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1.537</a:t>
            </a:r>
            <a:endParaRPr lang="en-US" sz="736" dirty="0"/>
          </a:p>
        </p:txBody>
      </p:sp>
      <p:sp>
        <p:nvSpPr>
          <p:cNvPr id="212" name="Text 209"/>
          <p:cNvSpPr/>
          <p:nvPr/>
        </p:nvSpPr>
        <p:spPr>
          <a:xfrm>
            <a:off x="10988599" y="44822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6.214</a:t>
            </a:r>
            <a:endParaRPr lang="en-US" sz="736" dirty="0"/>
          </a:p>
        </p:txBody>
      </p:sp>
      <p:sp>
        <p:nvSpPr>
          <p:cNvPr id="213" name="Text 210"/>
          <p:cNvSpPr/>
          <p:nvPr/>
        </p:nvSpPr>
        <p:spPr>
          <a:xfrm>
            <a:off x="8091881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3.506</a:t>
            </a:r>
            <a:endParaRPr lang="en-US" sz="736" dirty="0"/>
          </a:p>
        </p:txBody>
      </p:sp>
      <p:sp>
        <p:nvSpPr>
          <p:cNvPr id="214" name="Text 211"/>
          <p:cNvSpPr/>
          <p:nvPr/>
        </p:nvSpPr>
        <p:spPr>
          <a:xfrm>
            <a:off x="8091881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2.885</a:t>
            </a:r>
            <a:endParaRPr lang="en-US" sz="736" dirty="0"/>
          </a:p>
        </p:txBody>
      </p:sp>
      <p:sp>
        <p:nvSpPr>
          <p:cNvPr id="215" name="Text 212"/>
          <p:cNvSpPr/>
          <p:nvPr/>
        </p:nvSpPr>
        <p:spPr>
          <a:xfrm>
            <a:off x="8574667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8.867</a:t>
            </a:r>
            <a:endParaRPr lang="en-US" sz="736" dirty="0"/>
          </a:p>
        </p:txBody>
      </p:sp>
      <p:sp>
        <p:nvSpPr>
          <p:cNvPr id="216" name="Text 213"/>
          <p:cNvSpPr/>
          <p:nvPr/>
        </p:nvSpPr>
        <p:spPr>
          <a:xfrm>
            <a:off x="9057453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9.986</a:t>
            </a:r>
            <a:endParaRPr lang="en-US" sz="736" dirty="0"/>
          </a:p>
        </p:txBody>
      </p:sp>
      <p:sp>
        <p:nvSpPr>
          <p:cNvPr id="217" name="Text 214"/>
          <p:cNvSpPr/>
          <p:nvPr/>
        </p:nvSpPr>
        <p:spPr>
          <a:xfrm>
            <a:off x="8574667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1.343</a:t>
            </a:r>
            <a:endParaRPr lang="en-US" sz="736" dirty="0"/>
          </a:p>
        </p:txBody>
      </p:sp>
      <p:sp>
        <p:nvSpPr>
          <p:cNvPr id="218" name="Text 215"/>
          <p:cNvSpPr/>
          <p:nvPr/>
        </p:nvSpPr>
        <p:spPr>
          <a:xfrm>
            <a:off x="9057453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1.513</a:t>
            </a:r>
            <a:endParaRPr lang="en-US" sz="736" dirty="0"/>
          </a:p>
        </p:txBody>
      </p:sp>
      <p:sp>
        <p:nvSpPr>
          <p:cNvPr id="219" name="Text 216"/>
          <p:cNvSpPr/>
          <p:nvPr/>
        </p:nvSpPr>
        <p:spPr>
          <a:xfrm>
            <a:off x="9540240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1.588</a:t>
            </a:r>
            <a:endParaRPr lang="en-US" sz="736" dirty="0"/>
          </a:p>
        </p:txBody>
      </p:sp>
      <p:sp>
        <p:nvSpPr>
          <p:cNvPr id="220" name="Text 217"/>
          <p:cNvSpPr/>
          <p:nvPr/>
        </p:nvSpPr>
        <p:spPr>
          <a:xfrm>
            <a:off x="10023026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1.588</a:t>
            </a:r>
            <a:endParaRPr lang="en-US" sz="736" dirty="0"/>
          </a:p>
        </p:txBody>
      </p:sp>
      <p:sp>
        <p:nvSpPr>
          <p:cNvPr id="221" name="Text 218"/>
          <p:cNvSpPr/>
          <p:nvPr/>
        </p:nvSpPr>
        <p:spPr>
          <a:xfrm>
            <a:off x="10505812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2.125</a:t>
            </a:r>
            <a:endParaRPr lang="en-US" sz="736" dirty="0"/>
          </a:p>
        </p:txBody>
      </p:sp>
      <p:sp>
        <p:nvSpPr>
          <p:cNvPr id="222" name="Text 219"/>
          <p:cNvSpPr/>
          <p:nvPr/>
        </p:nvSpPr>
        <p:spPr>
          <a:xfrm>
            <a:off x="10988599" y="48823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8.594</a:t>
            </a:r>
            <a:endParaRPr lang="en-US" sz="736" dirty="0"/>
          </a:p>
        </p:txBody>
      </p:sp>
      <p:sp>
        <p:nvSpPr>
          <p:cNvPr id="223" name="Text 220"/>
          <p:cNvSpPr/>
          <p:nvPr/>
        </p:nvSpPr>
        <p:spPr>
          <a:xfrm>
            <a:off x="10988599" y="50156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3.347</a:t>
            </a:r>
            <a:endParaRPr lang="en-US" sz="736" dirty="0"/>
          </a:p>
        </p:txBody>
      </p:sp>
      <p:sp>
        <p:nvSpPr>
          <p:cNvPr id="224" name="Text 221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225" name="Text 222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226" name="Text 223"/>
          <p:cNvSpPr/>
          <p:nvPr/>
        </p:nvSpPr>
        <p:spPr>
          <a:xfrm>
            <a:off x="495288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227" name="Text 224"/>
          <p:cNvSpPr/>
          <p:nvPr/>
        </p:nvSpPr>
        <p:spPr>
          <a:xfrm>
            <a:off x="232940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228" name="Text 225"/>
          <p:cNvSpPr/>
          <p:nvPr/>
        </p:nvSpPr>
        <p:spPr>
          <a:xfrm>
            <a:off x="281218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229" name="Text 226"/>
          <p:cNvSpPr/>
          <p:nvPr/>
        </p:nvSpPr>
        <p:spPr>
          <a:xfrm>
            <a:off x="329497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230" name="Text 227"/>
          <p:cNvSpPr/>
          <p:nvPr/>
        </p:nvSpPr>
        <p:spPr>
          <a:xfrm>
            <a:off x="3777759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231" name="Text 228"/>
          <p:cNvSpPr/>
          <p:nvPr/>
        </p:nvSpPr>
        <p:spPr>
          <a:xfrm>
            <a:off x="4260545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232" name="Text 229"/>
          <p:cNvSpPr/>
          <p:nvPr/>
        </p:nvSpPr>
        <p:spPr>
          <a:xfrm>
            <a:off x="474333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233" name="Text 230"/>
          <p:cNvSpPr/>
          <p:nvPr/>
        </p:nvSpPr>
        <p:spPr>
          <a:xfrm>
            <a:off x="2329400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954</a:t>
            </a:r>
            <a:endParaRPr lang="en-US" sz="768" dirty="0"/>
          </a:p>
        </p:txBody>
      </p:sp>
      <p:sp>
        <p:nvSpPr>
          <p:cNvPr id="234" name="Text 231"/>
          <p:cNvSpPr/>
          <p:nvPr/>
        </p:nvSpPr>
        <p:spPr>
          <a:xfrm>
            <a:off x="2329400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666</a:t>
            </a:r>
            <a:endParaRPr lang="en-US" sz="768" dirty="0"/>
          </a:p>
        </p:txBody>
      </p:sp>
      <p:sp>
        <p:nvSpPr>
          <p:cNvPr id="235" name="Text 232"/>
          <p:cNvSpPr/>
          <p:nvPr/>
        </p:nvSpPr>
        <p:spPr>
          <a:xfrm>
            <a:off x="2329400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768" dirty="0"/>
          </a:p>
        </p:txBody>
      </p:sp>
      <p:sp>
        <p:nvSpPr>
          <p:cNvPr id="236" name="Text 233"/>
          <p:cNvSpPr/>
          <p:nvPr/>
        </p:nvSpPr>
        <p:spPr>
          <a:xfrm>
            <a:off x="2812186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686</a:t>
            </a:r>
            <a:endParaRPr lang="en-US" sz="768" dirty="0"/>
          </a:p>
        </p:txBody>
      </p:sp>
      <p:sp>
        <p:nvSpPr>
          <p:cNvPr id="237" name="Text 234"/>
          <p:cNvSpPr/>
          <p:nvPr/>
        </p:nvSpPr>
        <p:spPr>
          <a:xfrm>
            <a:off x="2329400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247</a:t>
            </a:r>
            <a:endParaRPr lang="en-US" sz="768" dirty="0"/>
          </a:p>
        </p:txBody>
      </p:sp>
      <p:sp>
        <p:nvSpPr>
          <p:cNvPr id="238" name="Text 235"/>
          <p:cNvSpPr/>
          <p:nvPr/>
        </p:nvSpPr>
        <p:spPr>
          <a:xfrm>
            <a:off x="2812186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491</a:t>
            </a:r>
            <a:endParaRPr lang="en-US" sz="768" dirty="0"/>
          </a:p>
        </p:txBody>
      </p:sp>
      <p:sp>
        <p:nvSpPr>
          <p:cNvPr id="239" name="Text 236"/>
          <p:cNvSpPr/>
          <p:nvPr/>
        </p:nvSpPr>
        <p:spPr>
          <a:xfrm>
            <a:off x="3294972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806</a:t>
            </a:r>
            <a:endParaRPr lang="en-US" sz="768" dirty="0"/>
          </a:p>
        </p:txBody>
      </p:sp>
      <p:sp>
        <p:nvSpPr>
          <p:cNvPr id="240" name="Text 237"/>
          <p:cNvSpPr/>
          <p:nvPr/>
        </p:nvSpPr>
        <p:spPr>
          <a:xfrm>
            <a:off x="2329400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768" dirty="0"/>
          </a:p>
        </p:txBody>
      </p:sp>
      <p:sp>
        <p:nvSpPr>
          <p:cNvPr id="241" name="Text 238"/>
          <p:cNvSpPr/>
          <p:nvPr/>
        </p:nvSpPr>
        <p:spPr>
          <a:xfrm>
            <a:off x="2812186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768" dirty="0"/>
          </a:p>
        </p:txBody>
      </p:sp>
      <p:sp>
        <p:nvSpPr>
          <p:cNvPr id="242" name="Text 239"/>
          <p:cNvSpPr/>
          <p:nvPr/>
        </p:nvSpPr>
        <p:spPr>
          <a:xfrm>
            <a:off x="3294972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725</a:t>
            </a:r>
            <a:endParaRPr lang="en-US" sz="768" dirty="0"/>
          </a:p>
        </p:txBody>
      </p:sp>
      <p:sp>
        <p:nvSpPr>
          <p:cNvPr id="243" name="Text 240"/>
          <p:cNvSpPr/>
          <p:nvPr/>
        </p:nvSpPr>
        <p:spPr>
          <a:xfrm>
            <a:off x="3777759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768" dirty="0"/>
          </a:p>
        </p:txBody>
      </p:sp>
      <p:sp>
        <p:nvSpPr>
          <p:cNvPr id="244" name="Text 241"/>
          <p:cNvSpPr/>
          <p:nvPr/>
        </p:nvSpPr>
        <p:spPr>
          <a:xfrm>
            <a:off x="4260545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768" dirty="0"/>
          </a:p>
        </p:txBody>
      </p:sp>
      <p:sp>
        <p:nvSpPr>
          <p:cNvPr id="245" name="Text 242"/>
          <p:cNvSpPr/>
          <p:nvPr/>
        </p:nvSpPr>
        <p:spPr>
          <a:xfrm>
            <a:off x="2329400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768" dirty="0"/>
          </a:p>
        </p:txBody>
      </p:sp>
      <p:sp>
        <p:nvSpPr>
          <p:cNvPr id="246" name="Text 243"/>
          <p:cNvSpPr/>
          <p:nvPr/>
        </p:nvSpPr>
        <p:spPr>
          <a:xfrm>
            <a:off x="2812186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889</a:t>
            </a:r>
            <a:endParaRPr lang="en-US" sz="768" dirty="0"/>
          </a:p>
        </p:txBody>
      </p:sp>
      <p:sp>
        <p:nvSpPr>
          <p:cNvPr id="247" name="Text 244"/>
          <p:cNvSpPr/>
          <p:nvPr/>
        </p:nvSpPr>
        <p:spPr>
          <a:xfrm>
            <a:off x="6257769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248" name="Text 245"/>
          <p:cNvSpPr/>
          <p:nvPr/>
        </p:nvSpPr>
        <p:spPr>
          <a:xfrm>
            <a:off x="10102945" y="20009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322</a:t>
            </a:r>
            <a:endParaRPr lang="en-US" sz="848" dirty="0"/>
          </a:p>
        </p:txBody>
      </p:sp>
      <p:sp>
        <p:nvSpPr>
          <p:cNvPr id="249" name="Text 246"/>
          <p:cNvSpPr/>
          <p:nvPr/>
        </p:nvSpPr>
        <p:spPr>
          <a:xfrm>
            <a:off x="10106963" y="21438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848" dirty="0"/>
          </a:p>
        </p:txBody>
      </p:sp>
      <p:sp>
        <p:nvSpPr>
          <p:cNvPr id="250" name="Text 247"/>
          <p:cNvSpPr/>
          <p:nvPr/>
        </p:nvSpPr>
        <p:spPr>
          <a:xfrm>
            <a:off x="10090890" y="22867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600</a:t>
            </a:r>
            <a:endParaRPr lang="en-US" sz="848" dirty="0"/>
          </a:p>
        </p:txBody>
      </p:sp>
      <p:sp>
        <p:nvSpPr>
          <p:cNvPr id="251" name="Text 248"/>
          <p:cNvSpPr/>
          <p:nvPr/>
        </p:nvSpPr>
        <p:spPr>
          <a:xfrm>
            <a:off x="10103094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848" dirty="0"/>
          </a:p>
        </p:txBody>
      </p:sp>
      <p:sp>
        <p:nvSpPr>
          <p:cNvPr id="252" name="Text 249"/>
          <p:cNvSpPr/>
          <p:nvPr/>
        </p:nvSpPr>
        <p:spPr>
          <a:xfrm>
            <a:off x="10100563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750</a:t>
            </a:r>
            <a:endParaRPr lang="en-US" sz="848" dirty="0"/>
          </a:p>
        </p:txBody>
      </p:sp>
      <p:sp>
        <p:nvSpPr>
          <p:cNvPr id="253" name="Text 250"/>
          <p:cNvSpPr/>
          <p:nvPr/>
        </p:nvSpPr>
        <p:spPr>
          <a:xfrm>
            <a:off x="10105326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615</a:t>
            </a:r>
            <a:endParaRPr lang="en-US" sz="848" dirty="0"/>
          </a:p>
        </p:txBody>
      </p:sp>
      <p:sp>
        <p:nvSpPr>
          <p:cNvPr id="254" name="Text 251"/>
          <p:cNvSpPr/>
          <p:nvPr/>
        </p:nvSpPr>
        <p:spPr>
          <a:xfrm>
            <a:off x="809188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255" name="Text 252"/>
          <p:cNvSpPr/>
          <p:nvPr/>
        </p:nvSpPr>
        <p:spPr>
          <a:xfrm>
            <a:off x="8574667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256" name="Text 253"/>
          <p:cNvSpPr/>
          <p:nvPr/>
        </p:nvSpPr>
        <p:spPr>
          <a:xfrm>
            <a:off x="9057453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257" name="Text 254"/>
          <p:cNvSpPr/>
          <p:nvPr/>
        </p:nvSpPr>
        <p:spPr>
          <a:xfrm>
            <a:off x="954024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258" name="Text 255"/>
          <p:cNvSpPr/>
          <p:nvPr/>
        </p:nvSpPr>
        <p:spPr>
          <a:xfrm>
            <a:off x="1002302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259" name="Text 256"/>
          <p:cNvSpPr/>
          <p:nvPr/>
        </p:nvSpPr>
        <p:spPr>
          <a:xfrm>
            <a:off x="1050581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260" name="Text 257"/>
          <p:cNvSpPr/>
          <p:nvPr/>
        </p:nvSpPr>
        <p:spPr>
          <a:xfrm>
            <a:off x="8091881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736" dirty="0"/>
          </a:p>
        </p:txBody>
      </p:sp>
      <p:sp>
        <p:nvSpPr>
          <p:cNvPr id="261" name="Text 258"/>
          <p:cNvSpPr/>
          <p:nvPr/>
        </p:nvSpPr>
        <p:spPr>
          <a:xfrm>
            <a:off x="8574667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480</a:t>
            </a:r>
            <a:endParaRPr lang="en-US" sz="736" dirty="0"/>
          </a:p>
        </p:txBody>
      </p:sp>
      <p:sp>
        <p:nvSpPr>
          <p:cNvPr id="262" name="Text 259"/>
          <p:cNvSpPr/>
          <p:nvPr/>
        </p:nvSpPr>
        <p:spPr>
          <a:xfrm>
            <a:off x="9057453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541</a:t>
            </a:r>
            <a:endParaRPr lang="en-US" sz="736" dirty="0"/>
          </a:p>
        </p:txBody>
      </p:sp>
      <p:sp>
        <p:nvSpPr>
          <p:cNvPr id="263" name="Text 260"/>
          <p:cNvSpPr/>
          <p:nvPr/>
        </p:nvSpPr>
        <p:spPr>
          <a:xfrm>
            <a:off x="9540240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568</a:t>
            </a:r>
            <a:endParaRPr lang="en-US" sz="736" dirty="0"/>
          </a:p>
        </p:txBody>
      </p:sp>
      <p:sp>
        <p:nvSpPr>
          <p:cNvPr id="264" name="Text 261"/>
          <p:cNvSpPr/>
          <p:nvPr/>
        </p:nvSpPr>
        <p:spPr>
          <a:xfrm>
            <a:off x="10023026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568</a:t>
            </a:r>
            <a:endParaRPr lang="en-US" sz="736" dirty="0"/>
          </a:p>
        </p:txBody>
      </p:sp>
      <p:sp>
        <p:nvSpPr>
          <p:cNvPr id="265" name="Text 262"/>
          <p:cNvSpPr/>
          <p:nvPr/>
        </p:nvSpPr>
        <p:spPr>
          <a:xfrm>
            <a:off x="10505812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760</a:t>
            </a:r>
            <a:endParaRPr lang="en-US" sz="736" dirty="0"/>
          </a:p>
        </p:txBody>
      </p:sp>
      <p:sp>
        <p:nvSpPr>
          <p:cNvPr id="266" name="Text 263"/>
          <p:cNvSpPr/>
          <p:nvPr/>
        </p:nvSpPr>
        <p:spPr>
          <a:xfrm>
            <a:off x="8091881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730</a:t>
            </a:r>
            <a:endParaRPr lang="en-US" sz="736" dirty="0"/>
          </a:p>
        </p:txBody>
      </p:sp>
      <p:sp>
        <p:nvSpPr>
          <p:cNvPr id="267" name="Text 264"/>
          <p:cNvSpPr/>
          <p:nvPr/>
        </p:nvSpPr>
        <p:spPr>
          <a:xfrm>
            <a:off x="8091881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299</a:t>
            </a:r>
            <a:endParaRPr lang="en-US" sz="736" dirty="0"/>
          </a:p>
        </p:txBody>
      </p:sp>
      <p:sp>
        <p:nvSpPr>
          <p:cNvPr id="268" name="Text 265"/>
          <p:cNvSpPr/>
          <p:nvPr/>
        </p:nvSpPr>
        <p:spPr>
          <a:xfrm>
            <a:off x="8574667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919</a:t>
            </a:r>
            <a:endParaRPr lang="en-US" sz="736" dirty="0"/>
          </a:p>
        </p:txBody>
      </p:sp>
      <p:sp>
        <p:nvSpPr>
          <p:cNvPr id="269" name="Text 266"/>
          <p:cNvSpPr/>
          <p:nvPr/>
        </p:nvSpPr>
        <p:spPr>
          <a:xfrm>
            <a:off x="8091881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357</a:t>
            </a:r>
            <a:endParaRPr lang="en-US" sz="736" dirty="0"/>
          </a:p>
        </p:txBody>
      </p:sp>
      <p:sp>
        <p:nvSpPr>
          <p:cNvPr id="270" name="Text 267"/>
          <p:cNvSpPr/>
          <p:nvPr/>
        </p:nvSpPr>
        <p:spPr>
          <a:xfrm>
            <a:off x="8091881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736" dirty="0"/>
          </a:p>
        </p:txBody>
      </p:sp>
      <p:sp>
        <p:nvSpPr>
          <p:cNvPr id="271" name="Text 268"/>
          <p:cNvSpPr/>
          <p:nvPr/>
        </p:nvSpPr>
        <p:spPr>
          <a:xfrm>
            <a:off x="8574667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479</a:t>
            </a:r>
            <a:endParaRPr lang="en-US" sz="736" dirty="0"/>
          </a:p>
        </p:txBody>
      </p:sp>
      <p:sp>
        <p:nvSpPr>
          <p:cNvPr id="272" name="Text 269"/>
          <p:cNvSpPr/>
          <p:nvPr/>
        </p:nvSpPr>
        <p:spPr>
          <a:xfrm>
            <a:off x="9057453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539</a:t>
            </a:r>
            <a:endParaRPr lang="en-US" sz="736" dirty="0"/>
          </a:p>
        </p:txBody>
      </p:sp>
      <p:sp>
        <p:nvSpPr>
          <p:cNvPr id="273" name="Text 270"/>
          <p:cNvSpPr/>
          <p:nvPr/>
        </p:nvSpPr>
        <p:spPr>
          <a:xfrm>
            <a:off x="9540240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566</a:t>
            </a:r>
            <a:endParaRPr lang="en-US" sz="736" dirty="0"/>
          </a:p>
        </p:txBody>
      </p:sp>
      <p:sp>
        <p:nvSpPr>
          <p:cNvPr id="274" name="Text 271"/>
          <p:cNvSpPr/>
          <p:nvPr/>
        </p:nvSpPr>
        <p:spPr>
          <a:xfrm>
            <a:off x="10023026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566</a:t>
            </a:r>
            <a:endParaRPr lang="en-US" sz="736" dirty="0"/>
          </a:p>
        </p:txBody>
      </p:sp>
      <p:sp>
        <p:nvSpPr>
          <p:cNvPr id="275" name="Text 272"/>
          <p:cNvSpPr/>
          <p:nvPr/>
        </p:nvSpPr>
        <p:spPr>
          <a:xfrm>
            <a:off x="10505812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757</a:t>
            </a:r>
            <a:endParaRPr lang="en-US" sz="736" dirty="0"/>
          </a:p>
        </p:txBody>
      </p:sp>
      <p:sp>
        <p:nvSpPr>
          <p:cNvPr id="276" name="Text 273"/>
          <p:cNvSpPr/>
          <p:nvPr/>
        </p:nvSpPr>
        <p:spPr>
          <a:xfrm>
            <a:off x="8091881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736" dirty="0"/>
          </a:p>
        </p:txBody>
      </p:sp>
      <p:sp>
        <p:nvSpPr>
          <p:cNvPr id="277" name="Text 274"/>
          <p:cNvSpPr/>
          <p:nvPr/>
        </p:nvSpPr>
        <p:spPr>
          <a:xfrm>
            <a:off x="8574667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455</a:t>
            </a:r>
            <a:endParaRPr lang="en-US" sz="736" dirty="0"/>
          </a:p>
        </p:txBody>
      </p:sp>
      <p:sp>
        <p:nvSpPr>
          <p:cNvPr id="278" name="Text 275"/>
          <p:cNvSpPr/>
          <p:nvPr/>
        </p:nvSpPr>
        <p:spPr>
          <a:xfrm>
            <a:off x="9057453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512</a:t>
            </a:r>
            <a:endParaRPr lang="en-US" sz="736" dirty="0"/>
          </a:p>
        </p:txBody>
      </p:sp>
      <p:sp>
        <p:nvSpPr>
          <p:cNvPr id="279" name="Text 276"/>
          <p:cNvSpPr/>
          <p:nvPr/>
        </p:nvSpPr>
        <p:spPr>
          <a:xfrm>
            <a:off x="9540240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538</a:t>
            </a:r>
            <a:endParaRPr lang="en-US" sz="736" dirty="0"/>
          </a:p>
        </p:txBody>
      </p:sp>
      <p:sp>
        <p:nvSpPr>
          <p:cNvPr id="280" name="Text 277"/>
          <p:cNvSpPr/>
          <p:nvPr/>
        </p:nvSpPr>
        <p:spPr>
          <a:xfrm>
            <a:off x="10023026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538</a:t>
            </a:r>
            <a:endParaRPr lang="en-US" sz="736" dirty="0"/>
          </a:p>
        </p:txBody>
      </p:sp>
      <p:sp>
        <p:nvSpPr>
          <p:cNvPr id="281" name="Text 278"/>
          <p:cNvSpPr/>
          <p:nvPr/>
        </p:nvSpPr>
        <p:spPr>
          <a:xfrm>
            <a:off x="10505812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720</a:t>
            </a:r>
            <a:endParaRPr lang="en-US" sz="736" dirty="0"/>
          </a:p>
        </p:txBody>
      </p:sp>
      <p:sp>
        <p:nvSpPr>
          <p:cNvPr id="282" name="Text 279"/>
          <p:cNvSpPr/>
          <p:nvPr/>
        </p:nvSpPr>
        <p:spPr>
          <a:xfrm>
            <a:off x="8091881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316</a:t>
            </a:r>
            <a:endParaRPr lang="en-US" sz="736" dirty="0"/>
          </a:p>
        </p:txBody>
      </p:sp>
      <p:sp>
        <p:nvSpPr>
          <p:cNvPr id="283" name="Text 280"/>
          <p:cNvSpPr/>
          <p:nvPr/>
        </p:nvSpPr>
        <p:spPr>
          <a:xfrm>
            <a:off x="8574667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971</a:t>
            </a:r>
            <a:endParaRPr lang="en-US" sz="736" dirty="0"/>
          </a:p>
        </p:txBody>
      </p:sp>
      <p:sp>
        <p:nvSpPr>
          <p:cNvPr id="284" name="Text 281"/>
          <p:cNvSpPr/>
          <p:nvPr/>
        </p:nvSpPr>
        <p:spPr>
          <a:xfrm>
            <a:off x="8091881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437</a:t>
            </a:r>
            <a:endParaRPr lang="en-US" sz="736" dirty="0"/>
          </a:p>
        </p:txBody>
      </p:sp>
      <p:sp>
        <p:nvSpPr>
          <p:cNvPr id="285" name="Text 282"/>
          <p:cNvSpPr/>
          <p:nvPr/>
        </p:nvSpPr>
        <p:spPr>
          <a:xfrm>
            <a:off x="8091881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170</a:t>
            </a:r>
            <a:endParaRPr lang="en-US" sz="736" dirty="0"/>
          </a:p>
        </p:txBody>
      </p:sp>
      <p:sp>
        <p:nvSpPr>
          <p:cNvPr id="286" name="Text 283"/>
          <p:cNvSpPr/>
          <p:nvPr/>
        </p:nvSpPr>
        <p:spPr>
          <a:xfrm>
            <a:off x="8574667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523</a:t>
            </a:r>
            <a:endParaRPr lang="en-US" sz="736" dirty="0"/>
          </a:p>
        </p:txBody>
      </p:sp>
      <p:sp>
        <p:nvSpPr>
          <p:cNvPr id="287" name="Text 284"/>
          <p:cNvSpPr/>
          <p:nvPr/>
        </p:nvSpPr>
        <p:spPr>
          <a:xfrm>
            <a:off x="9057453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589</a:t>
            </a:r>
            <a:endParaRPr lang="en-US" sz="736" dirty="0"/>
          </a:p>
        </p:txBody>
      </p:sp>
      <p:sp>
        <p:nvSpPr>
          <p:cNvPr id="288" name="Text 285"/>
          <p:cNvSpPr/>
          <p:nvPr/>
        </p:nvSpPr>
        <p:spPr>
          <a:xfrm>
            <a:off x="9540240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619</a:t>
            </a:r>
            <a:endParaRPr lang="en-US" sz="736" dirty="0"/>
          </a:p>
        </p:txBody>
      </p:sp>
      <p:sp>
        <p:nvSpPr>
          <p:cNvPr id="289" name="Text 286"/>
          <p:cNvSpPr/>
          <p:nvPr/>
        </p:nvSpPr>
        <p:spPr>
          <a:xfrm>
            <a:off x="10023026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619</a:t>
            </a:r>
            <a:endParaRPr lang="en-US" sz="736" dirty="0"/>
          </a:p>
        </p:txBody>
      </p:sp>
      <p:sp>
        <p:nvSpPr>
          <p:cNvPr id="290" name="Text 287"/>
          <p:cNvSpPr/>
          <p:nvPr/>
        </p:nvSpPr>
        <p:spPr>
          <a:xfrm>
            <a:off x="10505812" y="50156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827</a:t>
            </a:r>
            <a:endParaRPr lang="en-US" sz="736" dirty="0"/>
          </a:p>
        </p:txBody>
      </p:sp>
      <p:sp>
        <p:nvSpPr>
          <p:cNvPr id="291" name="Text 288"/>
          <p:cNvSpPr/>
          <p:nvPr/>
        </p:nvSpPr>
        <p:spPr>
          <a:xfrm>
            <a:off x="10988599" y="514900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276</a:t>
            </a:r>
            <a:endParaRPr lang="en-US" sz="736" dirty="0"/>
          </a:p>
        </p:txBody>
      </p:sp>
      <p:sp>
        <p:nvSpPr>
          <p:cNvPr id="292" name="Text 289"/>
          <p:cNvSpPr/>
          <p:nvPr/>
        </p:nvSpPr>
        <p:spPr>
          <a:xfrm>
            <a:off x="8091881" y="51490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736" dirty="0"/>
          </a:p>
        </p:txBody>
      </p:sp>
      <p:sp>
        <p:nvSpPr>
          <p:cNvPr id="293" name="Text 290"/>
          <p:cNvSpPr/>
          <p:nvPr/>
        </p:nvSpPr>
        <p:spPr>
          <a:xfrm>
            <a:off x="8574667" y="51490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36" dirty="0"/>
          </a:p>
        </p:txBody>
      </p:sp>
      <p:sp>
        <p:nvSpPr>
          <p:cNvPr id="294" name="Text 291"/>
          <p:cNvSpPr/>
          <p:nvPr/>
        </p:nvSpPr>
        <p:spPr>
          <a:xfrm>
            <a:off x="9057453" y="51490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</a:t>
            </a:r>
            <a:endParaRPr lang="en-US" sz="736" dirty="0"/>
          </a:p>
        </p:txBody>
      </p:sp>
      <p:sp>
        <p:nvSpPr>
          <p:cNvPr id="295" name="Text 292"/>
          <p:cNvSpPr/>
          <p:nvPr/>
        </p:nvSpPr>
        <p:spPr>
          <a:xfrm>
            <a:off x="9540240" y="51490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736" dirty="0"/>
          </a:p>
        </p:txBody>
      </p:sp>
      <p:sp>
        <p:nvSpPr>
          <p:cNvPr id="296" name="Text 293"/>
          <p:cNvSpPr/>
          <p:nvPr/>
        </p:nvSpPr>
        <p:spPr>
          <a:xfrm>
            <a:off x="10023026" y="51490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736" dirty="0"/>
          </a:p>
        </p:txBody>
      </p:sp>
      <p:sp>
        <p:nvSpPr>
          <p:cNvPr id="297" name="Text 294"/>
          <p:cNvSpPr/>
          <p:nvPr/>
        </p:nvSpPr>
        <p:spPr>
          <a:xfrm>
            <a:off x="10505812" y="51490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73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5722888"/>
            <a:ext cx="7753744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el más alto del portafolio (), impulsado masivamente por , lo que indica bases quemadas o números desactualizados.</a:t>
            </a:r>
            <a:endParaRPr lang="en-US" sz="992" dirty="0"/>
          </a:p>
        </p:txBody>
      </p:sp>
      <p:sp>
        <p:nvSpPr>
          <p:cNvPr id="4" name="Text 1"/>
          <p:cNvSpPr/>
          <p:nvPr/>
        </p:nvSpPr>
        <p:spPr>
          <a:xfrm>
            <a:off x="685783" y="5869335"/>
            <a:ext cx="7753744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abril y mayo el rechazo llegó al  porque se enviaron registros duplicados.  al actualizarse la base.</a:t>
            </a:r>
            <a:endParaRPr lang="en-US" sz="992" dirty="0"/>
          </a:p>
        </p:txBody>
      </p:sp>
      <p:sp>
        <p:nvSpPr>
          <p:cNvPr id="5" name="Text 2"/>
          <p:cNvSpPr/>
          <p:nvPr/>
        </p:nvSpPr>
        <p:spPr>
          <a:xfrm>
            <a:off x="1213514" y="219075"/>
            <a:ext cx="41586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1579176" y="5585966"/>
            <a:ext cx="198019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crítica muy baja (17,0 %)</a:t>
            </a:r>
            <a:endParaRPr lang="en-US" sz="992" dirty="0"/>
          </a:p>
        </p:txBody>
      </p:sp>
      <p:sp>
        <p:nvSpPr>
          <p:cNvPr id="8" name="Text 5"/>
          <p:cNvSpPr/>
          <p:nvPr/>
        </p:nvSpPr>
        <p:spPr>
          <a:xfrm>
            <a:off x="504812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 para Microseguro (69 años)</a:t>
            </a:r>
            <a:endParaRPr lang="en-US" sz="768" dirty="0"/>
          </a:p>
        </p:txBody>
      </p:sp>
      <p:sp>
        <p:nvSpPr>
          <p:cNvPr id="9" name="Text 6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267293" y="48823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736" dirty="0"/>
          </a:p>
        </p:txBody>
      </p:sp>
      <p:sp>
        <p:nvSpPr>
          <p:cNvPr id="11" name="Text 8"/>
          <p:cNvSpPr/>
          <p:nvPr/>
        </p:nvSpPr>
        <p:spPr>
          <a:xfrm>
            <a:off x="8794481" y="209550"/>
            <a:ext cx="2967015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Masiva Voluntarios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6267293" y="40822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 / datos</a:t>
            </a:r>
            <a:endParaRPr lang="en-US" sz="736" dirty="0"/>
          </a:p>
        </p:txBody>
      </p:sp>
      <p:sp>
        <p:nvSpPr>
          <p:cNvPr id="13" name="Text 10"/>
          <p:cNvSpPr/>
          <p:nvPr/>
        </p:nvSpPr>
        <p:spPr>
          <a:xfrm>
            <a:off x="504812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(&gt;69 años)</a:t>
            </a:r>
            <a:endParaRPr lang="en-US" sz="768" dirty="0"/>
          </a:p>
        </p:txBody>
      </p:sp>
      <p:sp>
        <p:nvSpPr>
          <p:cNvPr id="14" name="Text 11"/>
          <p:cNvSpPr/>
          <p:nvPr/>
        </p:nvSpPr>
        <p:spPr>
          <a:xfrm>
            <a:off x="504812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768" dirty="0"/>
          </a:p>
        </p:txBody>
      </p:sp>
      <p:sp>
        <p:nvSpPr>
          <p:cNvPr id="15" name="Text 12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1088" dirty="0"/>
          </a:p>
        </p:txBody>
      </p:sp>
      <p:sp>
        <p:nvSpPr>
          <p:cNvPr id="16" name="Text 13"/>
          <p:cNvSpPr/>
          <p:nvPr/>
        </p:nvSpPr>
        <p:spPr>
          <a:xfrm>
            <a:off x="504812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768" dirty="0"/>
          </a:p>
        </p:txBody>
      </p:sp>
      <p:sp>
        <p:nvSpPr>
          <p:cNvPr id="17" name="Text 14"/>
          <p:cNvSpPr/>
          <p:nvPr/>
        </p:nvSpPr>
        <p:spPr>
          <a:xfrm>
            <a:off x="6267293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736" dirty="0"/>
          </a:p>
        </p:txBody>
      </p:sp>
      <p:sp>
        <p:nvSpPr>
          <p:cNvPr id="18" name="Text 15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6267293" y="42155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736" dirty="0"/>
          </a:p>
        </p:txBody>
      </p:sp>
      <p:sp>
        <p:nvSpPr>
          <p:cNvPr id="20" name="Text 17"/>
          <p:cNvSpPr/>
          <p:nvPr/>
        </p:nvSpPr>
        <p:spPr>
          <a:xfrm>
            <a:off x="6267293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736" dirty="0"/>
          </a:p>
        </p:txBody>
      </p:sp>
      <p:sp>
        <p:nvSpPr>
          <p:cNvPr id="21" name="Text 18"/>
          <p:cNvSpPr/>
          <p:nvPr/>
        </p:nvSpPr>
        <p:spPr>
          <a:xfrm>
            <a:off x="504812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Seguro Voluntario Activo</a:t>
            </a:r>
            <a:endParaRPr lang="en-US" sz="768" dirty="0"/>
          </a:p>
        </p:txBody>
      </p:sp>
      <p:sp>
        <p:nvSpPr>
          <p:cNvPr id="22" name="Text 19"/>
          <p:cNvSpPr/>
          <p:nvPr/>
        </p:nvSpPr>
        <p:spPr>
          <a:xfrm>
            <a:off x="6267293" y="46156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736" dirty="0"/>
          </a:p>
        </p:txBody>
      </p:sp>
      <p:sp>
        <p:nvSpPr>
          <p:cNvPr id="23" name="Text 20"/>
          <p:cNvSpPr/>
          <p:nvPr/>
        </p:nvSpPr>
        <p:spPr>
          <a:xfrm>
            <a:off x="504812" y="43489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68" dirty="0"/>
          </a:p>
        </p:txBody>
      </p:sp>
      <p:sp>
        <p:nvSpPr>
          <p:cNvPr id="24" name="Text 21"/>
          <p:cNvSpPr/>
          <p:nvPr/>
        </p:nvSpPr>
        <p:spPr>
          <a:xfrm>
            <a:off x="6267293" y="43489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36" dirty="0"/>
          </a:p>
        </p:txBody>
      </p:sp>
      <p:sp>
        <p:nvSpPr>
          <p:cNvPr id="25" name="Text 22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896" dirty="0"/>
          </a:p>
        </p:txBody>
      </p:sp>
      <p:sp>
        <p:nvSpPr>
          <p:cNvPr id="26" name="Text 23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896" dirty="0"/>
          </a:p>
        </p:txBody>
      </p:sp>
      <p:sp>
        <p:nvSpPr>
          <p:cNvPr id="27" name="Text 24"/>
          <p:cNvSpPr/>
          <p:nvPr/>
        </p:nvSpPr>
        <p:spPr>
          <a:xfrm>
            <a:off x="504812" y="42155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768" dirty="0"/>
          </a:p>
        </p:txBody>
      </p:sp>
      <p:sp>
        <p:nvSpPr>
          <p:cNvPr id="28" name="Text 25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896" dirty="0"/>
          </a:p>
        </p:txBody>
      </p:sp>
      <p:sp>
        <p:nvSpPr>
          <p:cNvPr id="29" name="Text 26"/>
          <p:cNvSpPr/>
          <p:nvPr/>
        </p:nvSpPr>
        <p:spPr>
          <a:xfrm>
            <a:off x="6267293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736" dirty="0"/>
          </a:p>
        </p:txBody>
      </p:sp>
      <p:sp>
        <p:nvSpPr>
          <p:cNvPr id="30" name="Text 27"/>
          <p:cNvSpPr/>
          <p:nvPr/>
        </p:nvSpPr>
        <p:spPr>
          <a:xfrm>
            <a:off x="6267293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736" dirty="0"/>
          </a:p>
        </p:txBody>
      </p:sp>
      <p:sp>
        <p:nvSpPr>
          <p:cNvPr id="31" name="Text 28"/>
          <p:cNvSpPr/>
          <p:nvPr/>
        </p:nvSpPr>
        <p:spPr>
          <a:xfrm>
            <a:off x="6267293" y="501565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736" dirty="0"/>
          </a:p>
        </p:txBody>
      </p:sp>
      <p:sp>
        <p:nvSpPr>
          <p:cNvPr id="32" name="Text 29"/>
          <p:cNvSpPr/>
          <p:nvPr/>
        </p:nvSpPr>
        <p:spPr>
          <a:xfrm>
            <a:off x="504812" y="40822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Vacío</a:t>
            </a:r>
            <a:endParaRPr lang="en-US" sz="768" dirty="0"/>
          </a:p>
        </p:txBody>
      </p:sp>
      <p:sp>
        <p:nvSpPr>
          <p:cNvPr id="33" name="Text 30"/>
          <p:cNvSpPr/>
          <p:nvPr/>
        </p:nvSpPr>
        <p:spPr>
          <a:xfrm>
            <a:off x="10281832" y="1810494"/>
            <a:ext cx="1485305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1184" dirty="0"/>
          </a:p>
        </p:txBody>
      </p:sp>
      <p:sp>
        <p:nvSpPr>
          <p:cNvPr id="34" name="Text 31"/>
          <p:cNvSpPr/>
          <p:nvPr/>
        </p:nvSpPr>
        <p:spPr>
          <a:xfrm>
            <a:off x="6267293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736" dirty="0"/>
          </a:p>
        </p:txBody>
      </p:sp>
      <p:sp>
        <p:nvSpPr>
          <p:cNvPr id="35" name="Text 32"/>
          <p:cNvSpPr/>
          <p:nvPr/>
        </p:nvSpPr>
        <p:spPr>
          <a:xfrm>
            <a:off x="6267293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1184" dirty="0"/>
          </a:p>
        </p:txBody>
      </p:sp>
      <p:sp>
        <p:nvSpPr>
          <p:cNvPr id="36" name="Text 33"/>
          <p:cNvSpPr/>
          <p:nvPr/>
        </p:nvSpPr>
        <p:spPr>
          <a:xfrm>
            <a:off x="6267293" y="44822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736" dirty="0"/>
          </a:p>
        </p:txBody>
      </p:sp>
      <p:sp>
        <p:nvSpPr>
          <p:cNvPr id="37" name="Text 34"/>
          <p:cNvSpPr/>
          <p:nvPr/>
        </p:nvSpPr>
        <p:spPr>
          <a:xfrm>
            <a:off x="6267293" y="47489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736" dirty="0"/>
          </a:p>
        </p:txBody>
      </p:sp>
      <p:sp>
        <p:nvSpPr>
          <p:cNvPr id="38" name="Text 35"/>
          <p:cNvSpPr/>
          <p:nvPr/>
        </p:nvSpPr>
        <p:spPr>
          <a:xfrm>
            <a:off x="2996877" y="1810494"/>
            <a:ext cx="159891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1184" dirty="0"/>
          </a:p>
        </p:txBody>
      </p:sp>
      <p:sp>
        <p:nvSpPr>
          <p:cNvPr id="39" name="Text 36"/>
          <p:cNvSpPr/>
          <p:nvPr/>
        </p:nvSpPr>
        <p:spPr>
          <a:xfrm>
            <a:off x="8324195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1184" dirty="0"/>
          </a:p>
        </p:txBody>
      </p:sp>
      <p:sp>
        <p:nvSpPr>
          <p:cNvPr id="40" name="Text 37"/>
          <p:cNvSpPr/>
          <p:nvPr/>
        </p:nvSpPr>
        <p:spPr>
          <a:xfrm>
            <a:off x="1582896" y="1810494"/>
            <a:ext cx="148468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1184" dirty="0"/>
          </a:p>
        </p:txBody>
      </p:sp>
      <p:sp>
        <p:nvSpPr>
          <p:cNvPr id="41" name="Text 38"/>
          <p:cNvSpPr/>
          <p:nvPr/>
        </p:nvSpPr>
        <p:spPr>
          <a:xfrm>
            <a:off x="4519648" y="1810494"/>
            <a:ext cx="1484992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840" dirty="0"/>
          </a:p>
        </p:txBody>
      </p:sp>
      <p:sp>
        <p:nvSpPr>
          <p:cNvPr id="43" name="Text 40"/>
          <p:cNvSpPr/>
          <p:nvPr/>
        </p:nvSpPr>
        <p:spPr>
          <a:xfrm>
            <a:off x="533387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44" name="Text 41"/>
          <p:cNvSpPr/>
          <p:nvPr/>
        </p:nvSpPr>
        <p:spPr>
          <a:xfrm>
            <a:off x="1582896" y="2834432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255.138</a:t>
            </a:r>
            <a:endParaRPr lang="en-US" sz="848" dirty="0"/>
          </a:p>
        </p:txBody>
      </p:sp>
      <p:sp>
        <p:nvSpPr>
          <p:cNvPr id="45" name="Text 42"/>
          <p:cNvSpPr/>
          <p:nvPr/>
        </p:nvSpPr>
        <p:spPr>
          <a:xfrm>
            <a:off x="2996877" y="2834432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848" dirty="0"/>
          </a:p>
        </p:txBody>
      </p:sp>
      <p:sp>
        <p:nvSpPr>
          <p:cNvPr id="46" name="Text 43"/>
          <p:cNvSpPr/>
          <p:nvPr/>
        </p:nvSpPr>
        <p:spPr>
          <a:xfrm>
            <a:off x="5226118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103.678</a:t>
            </a:r>
            <a:endParaRPr lang="en-US" sz="768" dirty="0"/>
          </a:p>
        </p:txBody>
      </p:sp>
      <p:sp>
        <p:nvSpPr>
          <p:cNvPr id="47" name="Text 44"/>
          <p:cNvSpPr/>
          <p:nvPr/>
        </p:nvSpPr>
        <p:spPr>
          <a:xfrm>
            <a:off x="5226118" y="448225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768" dirty="0"/>
          </a:p>
        </p:txBody>
      </p:sp>
      <p:sp>
        <p:nvSpPr>
          <p:cNvPr id="48" name="Text 45"/>
          <p:cNvSpPr/>
          <p:nvPr/>
        </p:nvSpPr>
        <p:spPr>
          <a:xfrm>
            <a:off x="6295868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49" name="Text 46"/>
          <p:cNvSpPr/>
          <p:nvPr/>
        </p:nvSpPr>
        <p:spPr>
          <a:xfrm>
            <a:off x="7345377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119.825</a:t>
            </a:r>
            <a:endParaRPr lang="en-US" sz="848" dirty="0"/>
          </a:p>
        </p:txBody>
      </p:sp>
      <p:sp>
        <p:nvSpPr>
          <p:cNvPr id="50" name="Text 47"/>
          <p:cNvSpPr/>
          <p:nvPr/>
        </p:nvSpPr>
        <p:spPr>
          <a:xfrm>
            <a:off x="4837984" y="5585966"/>
            <a:ext cx="364724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53,04 %</a:t>
            </a:r>
            <a:endParaRPr lang="en-US" sz="992" dirty="0"/>
          </a:p>
        </p:txBody>
      </p:sp>
      <p:sp>
        <p:nvSpPr>
          <p:cNvPr id="51" name="Text 48"/>
          <p:cNvSpPr/>
          <p:nvPr/>
        </p:nvSpPr>
        <p:spPr>
          <a:xfrm>
            <a:off x="1582896" y="1981944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55.557</a:t>
            </a:r>
            <a:endParaRPr lang="en-US" sz="848" dirty="0"/>
          </a:p>
        </p:txBody>
      </p:sp>
      <p:sp>
        <p:nvSpPr>
          <p:cNvPr id="52" name="Text 49"/>
          <p:cNvSpPr/>
          <p:nvPr/>
        </p:nvSpPr>
        <p:spPr>
          <a:xfrm>
            <a:off x="1582896" y="212005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24.673</a:t>
            </a:r>
            <a:endParaRPr lang="en-US" sz="848" dirty="0"/>
          </a:p>
        </p:txBody>
      </p:sp>
      <p:sp>
        <p:nvSpPr>
          <p:cNvPr id="53" name="Text 50"/>
          <p:cNvSpPr/>
          <p:nvPr/>
        </p:nvSpPr>
        <p:spPr>
          <a:xfrm>
            <a:off x="2996877" y="2120057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848" dirty="0"/>
          </a:p>
        </p:txBody>
      </p:sp>
      <p:sp>
        <p:nvSpPr>
          <p:cNvPr id="54" name="Text 51"/>
          <p:cNvSpPr/>
          <p:nvPr/>
        </p:nvSpPr>
        <p:spPr>
          <a:xfrm>
            <a:off x="4519648" y="212005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848" dirty="0"/>
          </a:p>
        </p:txBody>
      </p:sp>
      <p:sp>
        <p:nvSpPr>
          <p:cNvPr id="55" name="Text 52"/>
          <p:cNvSpPr/>
          <p:nvPr/>
        </p:nvSpPr>
        <p:spPr>
          <a:xfrm>
            <a:off x="1582896" y="2262932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41.870</a:t>
            </a:r>
            <a:endParaRPr lang="en-US" sz="848" dirty="0"/>
          </a:p>
        </p:txBody>
      </p:sp>
      <p:sp>
        <p:nvSpPr>
          <p:cNvPr id="56" name="Text 53"/>
          <p:cNvSpPr/>
          <p:nvPr/>
        </p:nvSpPr>
        <p:spPr>
          <a:xfrm>
            <a:off x="4519648" y="2262932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10,9 %</a:t>
            </a:r>
            <a:endParaRPr lang="en-US" sz="848" dirty="0"/>
          </a:p>
        </p:txBody>
      </p:sp>
      <p:sp>
        <p:nvSpPr>
          <p:cNvPr id="57" name="Text 54"/>
          <p:cNvSpPr/>
          <p:nvPr/>
        </p:nvSpPr>
        <p:spPr>
          <a:xfrm>
            <a:off x="1582896" y="240580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848" dirty="0"/>
          </a:p>
        </p:txBody>
      </p:sp>
      <p:sp>
        <p:nvSpPr>
          <p:cNvPr id="58" name="Text 55"/>
          <p:cNvSpPr/>
          <p:nvPr/>
        </p:nvSpPr>
        <p:spPr>
          <a:xfrm>
            <a:off x="2996877" y="2405807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848" dirty="0"/>
          </a:p>
        </p:txBody>
      </p:sp>
      <p:sp>
        <p:nvSpPr>
          <p:cNvPr id="59" name="Text 56"/>
          <p:cNvSpPr/>
          <p:nvPr/>
        </p:nvSpPr>
        <p:spPr>
          <a:xfrm>
            <a:off x="4519648" y="240580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848" dirty="0"/>
          </a:p>
        </p:txBody>
      </p:sp>
      <p:sp>
        <p:nvSpPr>
          <p:cNvPr id="60" name="Text 57"/>
          <p:cNvSpPr/>
          <p:nvPr/>
        </p:nvSpPr>
        <p:spPr>
          <a:xfrm>
            <a:off x="1582896" y="2548682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848" dirty="0"/>
          </a:p>
        </p:txBody>
      </p:sp>
      <p:sp>
        <p:nvSpPr>
          <p:cNvPr id="61" name="Text 58"/>
          <p:cNvSpPr/>
          <p:nvPr/>
        </p:nvSpPr>
        <p:spPr>
          <a:xfrm>
            <a:off x="2996877" y="2548682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848" dirty="0"/>
          </a:p>
        </p:txBody>
      </p:sp>
      <p:sp>
        <p:nvSpPr>
          <p:cNvPr id="62" name="Text 59"/>
          <p:cNvSpPr/>
          <p:nvPr/>
        </p:nvSpPr>
        <p:spPr>
          <a:xfrm>
            <a:off x="4519648" y="2548682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848" dirty="0"/>
          </a:p>
        </p:txBody>
      </p:sp>
      <p:sp>
        <p:nvSpPr>
          <p:cNvPr id="63" name="Text 60"/>
          <p:cNvSpPr/>
          <p:nvPr/>
        </p:nvSpPr>
        <p:spPr>
          <a:xfrm>
            <a:off x="1582896" y="269155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34.574</a:t>
            </a:r>
            <a:endParaRPr lang="en-US" sz="848" dirty="0"/>
          </a:p>
        </p:txBody>
      </p:sp>
      <p:sp>
        <p:nvSpPr>
          <p:cNvPr id="64" name="Text 61"/>
          <p:cNvSpPr/>
          <p:nvPr/>
        </p:nvSpPr>
        <p:spPr>
          <a:xfrm>
            <a:off x="2996877" y="2691557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848" dirty="0"/>
          </a:p>
        </p:txBody>
      </p:sp>
      <p:sp>
        <p:nvSpPr>
          <p:cNvPr id="65" name="Text 62"/>
          <p:cNvSpPr/>
          <p:nvPr/>
        </p:nvSpPr>
        <p:spPr>
          <a:xfrm>
            <a:off x="4519648" y="269155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848" dirty="0"/>
          </a:p>
        </p:txBody>
      </p:sp>
      <p:sp>
        <p:nvSpPr>
          <p:cNvPr id="66" name="Text 63"/>
          <p:cNvSpPr/>
          <p:nvPr/>
        </p:nvSpPr>
        <p:spPr>
          <a:xfrm>
            <a:off x="4519648" y="2834432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848" dirty="0"/>
          </a:p>
        </p:txBody>
      </p:sp>
      <p:sp>
        <p:nvSpPr>
          <p:cNvPr id="67" name="Text 64"/>
          <p:cNvSpPr/>
          <p:nvPr/>
        </p:nvSpPr>
        <p:spPr>
          <a:xfrm>
            <a:off x="504812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1184" dirty="0"/>
          </a:p>
        </p:txBody>
      </p:sp>
      <p:sp>
        <p:nvSpPr>
          <p:cNvPr id="68" name="Text 65"/>
          <p:cNvSpPr/>
          <p:nvPr/>
        </p:nvSpPr>
        <p:spPr>
          <a:xfrm>
            <a:off x="3777759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37.342</a:t>
            </a:r>
            <a:endParaRPr lang="en-US" sz="768" dirty="0"/>
          </a:p>
        </p:txBody>
      </p:sp>
      <p:sp>
        <p:nvSpPr>
          <p:cNvPr id="69" name="Text 66"/>
          <p:cNvSpPr/>
          <p:nvPr/>
        </p:nvSpPr>
        <p:spPr>
          <a:xfrm>
            <a:off x="4260545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37.340</a:t>
            </a:r>
            <a:endParaRPr lang="en-US" sz="768" dirty="0"/>
          </a:p>
        </p:txBody>
      </p:sp>
      <p:sp>
        <p:nvSpPr>
          <p:cNvPr id="70" name="Text 67"/>
          <p:cNvSpPr/>
          <p:nvPr/>
        </p:nvSpPr>
        <p:spPr>
          <a:xfrm>
            <a:off x="4743331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13.532</a:t>
            </a:r>
            <a:endParaRPr lang="en-US" sz="768" dirty="0"/>
          </a:p>
        </p:txBody>
      </p:sp>
      <p:sp>
        <p:nvSpPr>
          <p:cNvPr id="71" name="Text 68"/>
          <p:cNvSpPr/>
          <p:nvPr/>
        </p:nvSpPr>
        <p:spPr>
          <a:xfrm>
            <a:off x="5226118" y="35488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11.261</a:t>
            </a:r>
            <a:endParaRPr lang="en-US" sz="768" dirty="0"/>
          </a:p>
        </p:txBody>
      </p:sp>
      <p:sp>
        <p:nvSpPr>
          <p:cNvPr id="72" name="Text 69"/>
          <p:cNvSpPr/>
          <p:nvPr/>
        </p:nvSpPr>
        <p:spPr>
          <a:xfrm>
            <a:off x="2812186" y="448225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768" dirty="0"/>
          </a:p>
        </p:txBody>
      </p:sp>
      <p:sp>
        <p:nvSpPr>
          <p:cNvPr id="73" name="Text 70"/>
          <p:cNvSpPr/>
          <p:nvPr/>
        </p:nvSpPr>
        <p:spPr>
          <a:xfrm>
            <a:off x="3777759" y="448225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768" dirty="0"/>
          </a:p>
        </p:txBody>
      </p:sp>
      <p:sp>
        <p:nvSpPr>
          <p:cNvPr id="74" name="Text 71"/>
          <p:cNvSpPr/>
          <p:nvPr/>
        </p:nvSpPr>
        <p:spPr>
          <a:xfrm>
            <a:off x="4260545" y="448225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768" dirty="0"/>
          </a:p>
        </p:txBody>
      </p:sp>
      <p:sp>
        <p:nvSpPr>
          <p:cNvPr id="75" name="Text 72"/>
          <p:cNvSpPr/>
          <p:nvPr/>
        </p:nvSpPr>
        <p:spPr>
          <a:xfrm>
            <a:off x="4743331" y="448225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768" dirty="0"/>
          </a:p>
        </p:txBody>
      </p:sp>
      <p:sp>
        <p:nvSpPr>
          <p:cNvPr id="76" name="Text 73"/>
          <p:cNvSpPr/>
          <p:nvPr/>
        </p:nvSpPr>
        <p:spPr>
          <a:xfrm>
            <a:off x="9303014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77" name="Text 74"/>
          <p:cNvSpPr/>
          <p:nvPr/>
        </p:nvSpPr>
        <p:spPr>
          <a:xfrm>
            <a:off x="7345377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51.332</a:t>
            </a:r>
            <a:endParaRPr lang="en-US" sz="848" dirty="0"/>
          </a:p>
        </p:txBody>
      </p:sp>
      <p:sp>
        <p:nvSpPr>
          <p:cNvPr id="78" name="Text 75"/>
          <p:cNvSpPr/>
          <p:nvPr/>
        </p:nvSpPr>
        <p:spPr>
          <a:xfrm>
            <a:off x="7345377" y="21200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13.276</a:t>
            </a:r>
            <a:endParaRPr lang="en-US" sz="848" dirty="0"/>
          </a:p>
        </p:txBody>
      </p:sp>
      <p:sp>
        <p:nvSpPr>
          <p:cNvPr id="79" name="Text 76"/>
          <p:cNvSpPr/>
          <p:nvPr/>
        </p:nvSpPr>
        <p:spPr>
          <a:xfrm>
            <a:off x="8324195" y="21200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848" dirty="0"/>
          </a:p>
        </p:txBody>
      </p:sp>
      <p:sp>
        <p:nvSpPr>
          <p:cNvPr id="80" name="Text 77"/>
          <p:cNvSpPr/>
          <p:nvPr/>
        </p:nvSpPr>
        <p:spPr>
          <a:xfrm>
            <a:off x="7345377" y="226293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37.308</a:t>
            </a:r>
            <a:endParaRPr lang="en-US" sz="848" dirty="0"/>
          </a:p>
        </p:txBody>
      </p:sp>
      <p:sp>
        <p:nvSpPr>
          <p:cNvPr id="81" name="Text 78"/>
          <p:cNvSpPr/>
          <p:nvPr/>
        </p:nvSpPr>
        <p:spPr>
          <a:xfrm>
            <a:off x="8324195" y="226293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22,1 %</a:t>
            </a:r>
            <a:endParaRPr lang="en-US" sz="848" dirty="0"/>
          </a:p>
        </p:txBody>
      </p:sp>
      <p:sp>
        <p:nvSpPr>
          <p:cNvPr id="82" name="Text 79"/>
          <p:cNvSpPr/>
          <p:nvPr/>
        </p:nvSpPr>
        <p:spPr>
          <a:xfrm>
            <a:off x="8324195" y="254868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848" dirty="0"/>
          </a:p>
        </p:txBody>
      </p:sp>
      <p:sp>
        <p:nvSpPr>
          <p:cNvPr id="83" name="Text 80"/>
          <p:cNvSpPr/>
          <p:nvPr/>
        </p:nvSpPr>
        <p:spPr>
          <a:xfrm>
            <a:off x="7345377" y="26915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16.913</a:t>
            </a:r>
            <a:endParaRPr lang="en-US" sz="848" dirty="0"/>
          </a:p>
        </p:txBody>
      </p:sp>
      <p:sp>
        <p:nvSpPr>
          <p:cNvPr id="84" name="Text 81"/>
          <p:cNvSpPr/>
          <p:nvPr/>
        </p:nvSpPr>
        <p:spPr>
          <a:xfrm>
            <a:off x="8324195" y="26915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25,9 %</a:t>
            </a:r>
            <a:endParaRPr lang="en-US" sz="848" dirty="0"/>
          </a:p>
        </p:txBody>
      </p:sp>
      <p:sp>
        <p:nvSpPr>
          <p:cNvPr id="85" name="Text 82"/>
          <p:cNvSpPr/>
          <p:nvPr/>
        </p:nvSpPr>
        <p:spPr>
          <a:xfrm>
            <a:off x="8324195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18,0 %</a:t>
            </a:r>
            <a:endParaRPr lang="en-US" sz="848" dirty="0"/>
          </a:p>
        </p:txBody>
      </p:sp>
      <p:sp>
        <p:nvSpPr>
          <p:cNvPr id="86" name="Text 83"/>
          <p:cNvSpPr/>
          <p:nvPr/>
        </p:nvSpPr>
        <p:spPr>
          <a:xfrm>
            <a:off x="10988599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16.926</a:t>
            </a:r>
            <a:endParaRPr lang="en-US" sz="736" dirty="0"/>
          </a:p>
        </p:txBody>
      </p:sp>
      <p:sp>
        <p:nvSpPr>
          <p:cNvPr id="87" name="Text 84"/>
          <p:cNvSpPr/>
          <p:nvPr/>
        </p:nvSpPr>
        <p:spPr>
          <a:xfrm>
            <a:off x="8091881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35.511</a:t>
            </a:r>
            <a:endParaRPr lang="en-US" sz="736" dirty="0"/>
          </a:p>
        </p:txBody>
      </p:sp>
      <p:sp>
        <p:nvSpPr>
          <p:cNvPr id="88" name="Text 85"/>
          <p:cNvSpPr/>
          <p:nvPr/>
        </p:nvSpPr>
        <p:spPr>
          <a:xfrm>
            <a:off x="9057453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25.810</a:t>
            </a:r>
            <a:endParaRPr lang="en-US" sz="736" dirty="0"/>
          </a:p>
        </p:txBody>
      </p:sp>
      <p:sp>
        <p:nvSpPr>
          <p:cNvPr id="89" name="Text 86"/>
          <p:cNvSpPr/>
          <p:nvPr/>
        </p:nvSpPr>
        <p:spPr>
          <a:xfrm>
            <a:off x="10505812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11.700</a:t>
            </a:r>
            <a:endParaRPr lang="en-US" sz="736" dirty="0"/>
          </a:p>
        </p:txBody>
      </p:sp>
      <p:sp>
        <p:nvSpPr>
          <p:cNvPr id="90" name="Text 87"/>
          <p:cNvSpPr/>
          <p:nvPr/>
        </p:nvSpPr>
        <p:spPr>
          <a:xfrm>
            <a:off x="10988599" y="44822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82.895</a:t>
            </a:r>
            <a:endParaRPr lang="en-US" sz="736" dirty="0"/>
          </a:p>
        </p:txBody>
      </p:sp>
      <p:sp>
        <p:nvSpPr>
          <p:cNvPr id="91" name="Text 88"/>
          <p:cNvSpPr/>
          <p:nvPr/>
        </p:nvSpPr>
        <p:spPr>
          <a:xfrm>
            <a:off x="8091881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34.600</a:t>
            </a:r>
            <a:endParaRPr lang="en-US" sz="736" dirty="0"/>
          </a:p>
        </p:txBody>
      </p:sp>
      <p:sp>
        <p:nvSpPr>
          <p:cNvPr id="92" name="Text 89"/>
          <p:cNvSpPr/>
          <p:nvPr/>
        </p:nvSpPr>
        <p:spPr>
          <a:xfrm>
            <a:off x="9057453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25.148</a:t>
            </a:r>
            <a:endParaRPr lang="en-US" sz="736" dirty="0"/>
          </a:p>
        </p:txBody>
      </p:sp>
      <p:sp>
        <p:nvSpPr>
          <p:cNvPr id="93" name="Text 90"/>
          <p:cNvSpPr/>
          <p:nvPr/>
        </p:nvSpPr>
        <p:spPr>
          <a:xfrm>
            <a:off x="10505812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11.400</a:t>
            </a:r>
            <a:endParaRPr lang="en-US" sz="736" dirty="0"/>
          </a:p>
        </p:txBody>
      </p:sp>
      <p:sp>
        <p:nvSpPr>
          <p:cNvPr id="94" name="Text 91"/>
          <p:cNvSpPr/>
          <p:nvPr/>
        </p:nvSpPr>
        <p:spPr>
          <a:xfrm>
            <a:off x="10988599" y="46156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80.769</a:t>
            </a:r>
            <a:endParaRPr lang="en-US" sz="736" dirty="0"/>
          </a:p>
        </p:txBody>
      </p:sp>
      <p:sp>
        <p:nvSpPr>
          <p:cNvPr id="95" name="Text 92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1840" dirty="0"/>
          </a:p>
        </p:txBody>
      </p:sp>
      <p:sp>
        <p:nvSpPr>
          <p:cNvPr id="96" name="Text 93"/>
          <p:cNvSpPr/>
          <p:nvPr/>
        </p:nvSpPr>
        <p:spPr>
          <a:xfrm>
            <a:off x="533387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97" name="Text 94"/>
          <p:cNvSpPr/>
          <p:nvPr/>
        </p:nvSpPr>
        <p:spPr>
          <a:xfrm>
            <a:off x="2996877" y="1981944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848" dirty="0"/>
          </a:p>
        </p:txBody>
      </p:sp>
      <p:sp>
        <p:nvSpPr>
          <p:cNvPr id="98" name="Text 95"/>
          <p:cNvSpPr/>
          <p:nvPr/>
        </p:nvSpPr>
        <p:spPr>
          <a:xfrm>
            <a:off x="4519648" y="1981944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848" dirty="0"/>
          </a:p>
        </p:txBody>
      </p:sp>
      <p:sp>
        <p:nvSpPr>
          <p:cNvPr id="99" name="Text 96"/>
          <p:cNvSpPr/>
          <p:nvPr/>
        </p:nvSpPr>
        <p:spPr>
          <a:xfrm>
            <a:off x="533387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100" name="Text 97"/>
          <p:cNvSpPr/>
          <p:nvPr/>
        </p:nvSpPr>
        <p:spPr>
          <a:xfrm>
            <a:off x="2996877" y="2262932"/>
            <a:ext cx="159891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848" dirty="0"/>
          </a:p>
        </p:txBody>
      </p:sp>
      <p:sp>
        <p:nvSpPr>
          <p:cNvPr id="101" name="Text 98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102" name="Text 99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103" name="Text 100"/>
          <p:cNvSpPr/>
          <p:nvPr/>
        </p:nvSpPr>
        <p:spPr>
          <a:xfrm>
            <a:off x="495288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104" name="Text 101"/>
          <p:cNvSpPr/>
          <p:nvPr/>
        </p:nvSpPr>
        <p:spPr>
          <a:xfrm>
            <a:off x="5226118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105" name="Text 102"/>
          <p:cNvSpPr/>
          <p:nvPr/>
        </p:nvSpPr>
        <p:spPr>
          <a:xfrm>
            <a:off x="2329400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3.237</a:t>
            </a:r>
            <a:endParaRPr lang="en-US" sz="768" dirty="0"/>
          </a:p>
        </p:txBody>
      </p:sp>
      <p:sp>
        <p:nvSpPr>
          <p:cNvPr id="106" name="Text 103"/>
          <p:cNvSpPr/>
          <p:nvPr/>
        </p:nvSpPr>
        <p:spPr>
          <a:xfrm>
            <a:off x="2812186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8.732</a:t>
            </a:r>
            <a:endParaRPr lang="en-US" sz="768" dirty="0"/>
          </a:p>
        </p:txBody>
      </p:sp>
      <p:sp>
        <p:nvSpPr>
          <p:cNvPr id="107" name="Text 104"/>
          <p:cNvSpPr/>
          <p:nvPr/>
        </p:nvSpPr>
        <p:spPr>
          <a:xfrm>
            <a:off x="3294972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3.495</a:t>
            </a:r>
            <a:endParaRPr lang="en-US" sz="768" dirty="0"/>
          </a:p>
        </p:txBody>
      </p:sp>
      <p:sp>
        <p:nvSpPr>
          <p:cNvPr id="108" name="Text 105"/>
          <p:cNvSpPr/>
          <p:nvPr/>
        </p:nvSpPr>
        <p:spPr>
          <a:xfrm>
            <a:off x="3777759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4.055</a:t>
            </a:r>
            <a:endParaRPr lang="en-US" sz="768" dirty="0"/>
          </a:p>
        </p:txBody>
      </p:sp>
      <p:sp>
        <p:nvSpPr>
          <p:cNvPr id="109" name="Text 106"/>
          <p:cNvSpPr/>
          <p:nvPr/>
        </p:nvSpPr>
        <p:spPr>
          <a:xfrm>
            <a:off x="4260545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4.056</a:t>
            </a:r>
            <a:endParaRPr lang="en-US" sz="768" dirty="0"/>
          </a:p>
        </p:txBody>
      </p:sp>
      <p:sp>
        <p:nvSpPr>
          <p:cNvPr id="110" name="Text 107"/>
          <p:cNvSpPr/>
          <p:nvPr/>
        </p:nvSpPr>
        <p:spPr>
          <a:xfrm>
            <a:off x="4743331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1.470</a:t>
            </a:r>
            <a:endParaRPr lang="en-US" sz="768" dirty="0"/>
          </a:p>
        </p:txBody>
      </p:sp>
      <p:sp>
        <p:nvSpPr>
          <p:cNvPr id="111" name="Text 108"/>
          <p:cNvSpPr/>
          <p:nvPr/>
        </p:nvSpPr>
        <p:spPr>
          <a:xfrm>
            <a:off x="3777759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768" dirty="0"/>
          </a:p>
        </p:txBody>
      </p:sp>
      <p:sp>
        <p:nvSpPr>
          <p:cNvPr id="112" name="Text 109"/>
          <p:cNvSpPr/>
          <p:nvPr/>
        </p:nvSpPr>
        <p:spPr>
          <a:xfrm>
            <a:off x="4260545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768" dirty="0"/>
          </a:p>
        </p:txBody>
      </p:sp>
      <p:sp>
        <p:nvSpPr>
          <p:cNvPr id="113" name="Text 110"/>
          <p:cNvSpPr/>
          <p:nvPr/>
        </p:nvSpPr>
        <p:spPr>
          <a:xfrm>
            <a:off x="5226118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5.948</a:t>
            </a:r>
            <a:endParaRPr lang="en-US" sz="768" dirty="0"/>
          </a:p>
        </p:txBody>
      </p:sp>
      <p:sp>
        <p:nvSpPr>
          <p:cNvPr id="114" name="Text 111"/>
          <p:cNvSpPr/>
          <p:nvPr/>
        </p:nvSpPr>
        <p:spPr>
          <a:xfrm>
            <a:off x="3777759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1.618</a:t>
            </a:r>
            <a:endParaRPr lang="en-US" sz="768" dirty="0"/>
          </a:p>
        </p:txBody>
      </p:sp>
      <p:sp>
        <p:nvSpPr>
          <p:cNvPr id="115" name="Text 112"/>
          <p:cNvSpPr/>
          <p:nvPr/>
        </p:nvSpPr>
        <p:spPr>
          <a:xfrm>
            <a:off x="4260545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1.619</a:t>
            </a:r>
            <a:endParaRPr lang="en-US" sz="768" dirty="0"/>
          </a:p>
        </p:txBody>
      </p:sp>
      <p:sp>
        <p:nvSpPr>
          <p:cNvPr id="116" name="Text 113"/>
          <p:cNvSpPr/>
          <p:nvPr/>
        </p:nvSpPr>
        <p:spPr>
          <a:xfrm>
            <a:off x="5226118" y="38155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4.495</a:t>
            </a:r>
            <a:endParaRPr lang="en-US" sz="768" dirty="0"/>
          </a:p>
        </p:txBody>
      </p:sp>
      <p:sp>
        <p:nvSpPr>
          <p:cNvPr id="117" name="Text 114"/>
          <p:cNvSpPr/>
          <p:nvPr/>
        </p:nvSpPr>
        <p:spPr>
          <a:xfrm>
            <a:off x="5226118" y="39488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2.330</a:t>
            </a:r>
            <a:endParaRPr lang="en-US" sz="768" dirty="0"/>
          </a:p>
        </p:txBody>
      </p:sp>
      <p:sp>
        <p:nvSpPr>
          <p:cNvPr id="118" name="Text 115"/>
          <p:cNvSpPr/>
          <p:nvPr/>
        </p:nvSpPr>
        <p:spPr>
          <a:xfrm>
            <a:off x="5226118" y="40822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2.145</a:t>
            </a:r>
            <a:endParaRPr lang="en-US" sz="768" dirty="0"/>
          </a:p>
        </p:txBody>
      </p:sp>
      <p:sp>
        <p:nvSpPr>
          <p:cNvPr id="119" name="Text 116"/>
          <p:cNvSpPr/>
          <p:nvPr/>
        </p:nvSpPr>
        <p:spPr>
          <a:xfrm>
            <a:off x="3777759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1.632</a:t>
            </a:r>
            <a:endParaRPr lang="en-US" sz="768" dirty="0"/>
          </a:p>
        </p:txBody>
      </p:sp>
      <p:sp>
        <p:nvSpPr>
          <p:cNvPr id="120" name="Text 117"/>
          <p:cNvSpPr/>
          <p:nvPr/>
        </p:nvSpPr>
        <p:spPr>
          <a:xfrm>
            <a:off x="4260545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1.633</a:t>
            </a:r>
            <a:endParaRPr lang="en-US" sz="768" dirty="0"/>
          </a:p>
        </p:txBody>
      </p:sp>
      <p:sp>
        <p:nvSpPr>
          <p:cNvPr id="121" name="Text 118"/>
          <p:cNvSpPr/>
          <p:nvPr/>
        </p:nvSpPr>
        <p:spPr>
          <a:xfrm>
            <a:off x="5226118" y="43489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4.534</a:t>
            </a:r>
            <a:endParaRPr lang="en-US" sz="768" dirty="0"/>
          </a:p>
        </p:txBody>
      </p:sp>
      <p:sp>
        <p:nvSpPr>
          <p:cNvPr id="122" name="Text 119"/>
          <p:cNvSpPr/>
          <p:nvPr/>
        </p:nvSpPr>
        <p:spPr>
          <a:xfrm>
            <a:off x="504812" y="448225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68" dirty="0"/>
          </a:p>
        </p:txBody>
      </p:sp>
      <p:sp>
        <p:nvSpPr>
          <p:cNvPr id="123" name="Text 120"/>
          <p:cNvSpPr/>
          <p:nvPr/>
        </p:nvSpPr>
        <p:spPr>
          <a:xfrm>
            <a:off x="2329400" y="448225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768" dirty="0"/>
          </a:p>
        </p:txBody>
      </p:sp>
      <p:sp>
        <p:nvSpPr>
          <p:cNvPr id="124" name="Text 121"/>
          <p:cNvSpPr/>
          <p:nvPr/>
        </p:nvSpPr>
        <p:spPr>
          <a:xfrm>
            <a:off x="3294972" y="448225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768" dirty="0"/>
          </a:p>
        </p:txBody>
      </p:sp>
      <p:sp>
        <p:nvSpPr>
          <p:cNvPr id="125" name="Text 122"/>
          <p:cNvSpPr/>
          <p:nvPr/>
        </p:nvSpPr>
        <p:spPr>
          <a:xfrm>
            <a:off x="7345377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1184" dirty="0"/>
          </a:p>
        </p:txBody>
      </p:sp>
      <p:sp>
        <p:nvSpPr>
          <p:cNvPr id="126" name="Text 123"/>
          <p:cNvSpPr/>
          <p:nvPr/>
        </p:nvSpPr>
        <p:spPr>
          <a:xfrm>
            <a:off x="6295868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127" name="Text 124"/>
          <p:cNvSpPr/>
          <p:nvPr/>
        </p:nvSpPr>
        <p:spPr>
          <a:xfrm>
            <a:off x="8324195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848" dirty="0"/>
          </a:p>
        </p:txBody>
      </p:sp>
      <p:sp>
        <p:nvSpPr>
          <p:cNvPr id="128" name="Text 125"/>
          <p:cNvSpPr/>
          <p:nvPr/>
        </p:nvSpPr>
        <p:spPr>
          <a:xfrm>
            <a:off x="10281832" y="1981944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848" dirty="0"/>
          </a:p>
        </p:txBody>
      </p:sp>
      <p:sp>
        <p:nvSpPr>
          <p:cNvPr id="129" name="Text 126"/>
          <p:cNvSpPr/>
          <p:nvPr/>
        </p:nvSpPr>
        <p:spPr>
          <a:xfrm>
            <a:off x="10281832" y="212005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848" dirty="0"/>
          </a:p>
        </p:txBody>
      </p:sp>
      <p:sp>
        <p:nvSpPr>
          <p:cNvPr id="130" name="Text 127"/>
          <p:cNvSpPr/>
          <p:nvPr/>
        </p:nvSpPr>
        <p:spPr>
          <a:xfrm>
            <a:off x="6295868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131" name="Text 128"/>
          <p:cNvSpPr/>
          <p:nvPr/>
        </p:nvSpPr>
        <p:spPr>
          <a:xfrm>
            <a:off x="10281832" y="2262932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848" dirty="0"/>
          </a:p>
        </p:txBody>
      </p:sp>
      <p:sp>
        <p:nvSpPr>
          <p:cNvPr id="132" name="Text 129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133" name="Text 130"/>
          <p:cNvSpPr/>
          <p:nvPr/>
        </p:nvSpPr>
        <p:spPr>
          <a:xfrm>
            <a:off x="8324195" y="240580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848" dirty="0"/>
          </a:p>
        </p:txBody>
      </p:sp>
      <p:sp>
        <p:nvSpPr>
          <p:cNvPr id="134" name="Text 131"/>
          <p:cNvSpPr/>
          <p:nvPr/>
        </p:nvSpPr>
        <p:spPr>
          <a:xfrm>
            <a:off x="10281832" y="240580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848" dirty="0"/>
          </a:p>
        </p:txBody>
      </p:sp>
      <p:sp>
        <p:nvSpPr>
          <p:cNvPr id="135" name="Text 132"/>
          <p:cNvSpPr/>
          <p:nvPr/>
        </p:nvSpPr>
        <p:spPr>
          <a:xfrm>
            <a:off x="10281832" y="2548682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848" dirty="0"/>
          </a:p>
        </p:txBody>
      </p:sp>
      <p:sp>
        <p:nvSpPr>
          <p:cNvPr id="136" name="Text 133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137" name="Text 134"/>
          <p:cNvSpPr/>
          <p:nvPr/>
        </p:nvSpPr>
        <p:spPr>
          <a:xfrm>
            <a:off x="10281832" y="269155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848" dirty="0"/>
          </a:p>
        </p:txBody>
      </p:sp>
      <p:sp>
        <p:nvSpPr>
          <p:cNvPr id="138" name="Text 135"/>
          <p:cNvSpPr/>
          <p:nvPr/>
        </p:nvSpPr>
        <p:spPr>
          <a:xfrm>
            <a:off x="6257769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139" name="Text 136"/>
          <p:cNvSpPr/>
          <p:nvPr/>
        </p:nvSpPr>
        <p:spPr>
          <a:xfrm>
            <a:off x="10281832" y="2834432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848" dirty="0"/>
          </a:p>
        </p:txBody>
      </p:sp>
      <p:sp>
        <p:nvSpPr>
          <p:cNvPr id="140" name="Text 137"/>
          <p:cNvSpPr/>
          <p:nvPr/>
        </p:nvSpPr>
        <p:spPr>
          <a:xfrm>
            <a:off x="10988599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141" name="Text 138"/>
          <p:cNvSpPr/>
          <p:nvPr/>
        </p:nvSpPr>
        <p:spPr>
          <a:xfrm>
            <a:off x="8091881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7.252</a:t>
            </a:r>
            <a:endParaRPr lang="en-US" sz="736" dirty="0"/>
          </a:p>
        </p:txBody>
      </p:sp>
      <p:sp>
        <p:nvSpPr>
          <p:cNvPr id="142" name="Text 139"/>
          <p:cNvSpPr/>
          <p:nvPr/>
        </p:nvSpPr>
        <p:spPr>
          <a:xfrm>
            <a:off x="8574667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1.875</a:t>
            </a:r>
            <a:endParaRPr lang="en-US" sz="736" dirty="0"/>
          </a:p>
        </p:txBody>
      </p:sp>
      <p:sp>
        <p:nvSpPr>
          <p:cNvPr id="143" name="Text 140"/>
          <p:cNvSpPr/>
          <p:nvPr/>
        </p:nvSpPr>
        <p:spPr>
          <a:xfrm>
            <a:off x="9057453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5.270</a:t>
            </a:r>
            <a:endParaRPr lang="en-US" sz="736" dirty="0"/>
          </a:p>
        </p:txBody>
      </p:sp>
      <p:sp>
        <p:nvSpPr>
          <p:cNvPr id="144" name="Text 141"/>
          <p:cNvSpPr/>
          <p:nvPr/>
        </p:nvSpPr>
        <p:spPr>
          <a:xfrm>
            <a:off x="10505812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2.389</a:t>
            </a:r>
            <a:endParaRPr lang="en-US" sz="736" dirty="0"/>
          </a:p>
        </p:txBody>
      </p:sp>
      <p:sp>
        <p:nvSpPr>
          <p:cNvPr id="145" name="Text 142"/>
          <p:cNvSpPr/>
          <p:nvPr/>
        </p:nvSpPr>
        <p:spPr>
          <a:xfrm>
            <a:off x="8091881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2.586</a:t>
            </a:r>
            <a:endParaRPr lang="en-US" sz="736" dirty="0"/>
          </a:p>
        </p:txBody>
      </p:sp>
      <p:sp>
        <p:nvSpPr>
          <p:cNvPr id="146" name="Text 143"/>
          <p:cNvSpPr/>
          <p:nvPr/>
        </p:nvSpPr>
        <p:spPr>
          <a:xfrm>
            <a:off x="9057453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1.880</a:t>
            </a:r>
            <a:endParaRPr lang="en-US" sz="736" dirty="0"/>
          </a:p>
        </p:txBody>
      </p:sp>
      <p:sp>
        <p:nvSpPr>
          <p:cNvPr id="147" name="Text 144"/>
          <p:cNvSpPr/>
          <p:nvPr/>
        </p:nvSpPr>
        <p:spPr>
          <a:xfrm>
            <a:off x="10988599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6.037</a:t>
            </a:r>
            <a:endParaRPr lang="en-US" sz="736" dirty="0"/>
          </a:p>
        </p:txBody>
      </p:sp>
      <p:sp>
        <p:nvSpPr>
          <p:cNvPr id="148" name="Text 145"/>
          <p:cNvSpPr/>
          <p:nvPr/>
        </p:nvSpPr>
        <p:spPr>
          <a:xfrm>
            <a:off x="8091881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1.728</a:t>
            </a:r>
            <a:endParaRPr lang="en-US" sz="736" dirty="0"/>
          </a:p>
        </p:txBody>
      </p:sp>
      <p:sp>
        <p:nvSpPr>
          <p:cNvPr id="149" name="Text 146"/>
          <p:cNvSpPr/>
          <p:nvPr/>
        </p:nvSpPr>
        <p:spPr>
          <a:xfrm>
            <a:off x="9057453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1.256</a:t>
            </a:r>
            <a:endParaRPr lang="en-US" sz="736" dirty="0"/>
          </a:p>
        </p:txBody>
      </p:sp>
      <p:sp>
        <p:nvSpPr>
          <p:cNvPr id="150" name="Text 147"/>
          <p:cNvSpPr/>
          <p:nvPr/>
        </p:nvSpPr>
        <p:spPr>
          <a:xfrm>
            <a:off x="10988599" y="38155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4.035</a:t>
            </a:r>
            <a:endParaRPr lang="en-US" sz="736" dirty="0"/>
          </a:p>
        </p:txBody>
      </p:sp>
      <p:sp>
        <p:nvSpPr>
          <p:cNvPr id="151" name="Text 148"/>
          <p:cNvSpPr/>
          <p:nvPr/>
        </p:nvSpPr>
        <p:spPr>
          <a:xfrm>
            <a:off x="10988599" y="39488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1.701</a:t>
            </a:r>
            <a:endParaRPr lang="en-US" sz="736" dirty="0"/>
          </a:p>
        </p:txBody>
      </p:sp>
      <p:sp>
        <p:nvSpPr>
          <p:cNvPr id="152" name="Text 149"/>
          <p:cNvSpPr/>
          <p:nvPr/>
        </p:nvSpPr>
        <p:spPr>
          <a:xfrm>
            <a:off x="8091881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1.106</a:t>
            </a:r>
            <a:endParaRPr lang="en-US" sz="736" dirty="0"/>
          </a:p>
        </p:txBody>
      </p:sp>
      <p:sp>
        <p:nvSpPr>
          <p:cNvPr id="153" name="Text 150"/>
          <p:cNvSpPr/>
          <p:nvPr/>
        </p:nvSpPr>
        <p:spPr>
          <a:xfrm>
            <a:off x="10988599" y="40822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2.583</a:t>
            </a:r>
            <a:endParaRPr lang="en-US" sz="736" dirty="0"/>
          </a:p>
        </p:txBody>
      </p:sp>
      <p:sp>
        <p:nvSpPr>
          <p:cNvPr id="154" name="Text 151"/>
          <p:cNvSpPr/>
          <p:nvPr/>
        </p:nvSpPr>
        <p:spPr>
          <a:xfrm>
            <a:off x="10988599" y="43489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1.595</a:t>
            </a:r>
            <a:endParaRPr lang="en-US" sz="736" dirty="0"/>
          </a:p>
        </p:txBody>
      </p:sp>
      <p:sp>
        <p:nvSpPr>
          <p:cNvPr id="155" name="Text 152"/>
          <p:cNvSpPr/>
          <p:nvPr/>
        </p:nvSpPr>
        <p:spPr>
          <a:xfrm>
            <a:off x="8574667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9.184</a:t>
            </a:r>
            <a:endParaRPr lang="en-US" sz="736" dirty="0"/>
          </a:p>
        </p:txBody>
      </p:sp>
      <p:sp>
        <p:nvSpPr>
          <p:cNvPr id="156" name="Text 153"/>
          <p:cNvSpPr/>
          <p:nvPr/>
        </p:nvSpPr>
        <p:spPr>
          <a:xfrm>
            <a:off x="8574667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8.949</a:t>
            </a:r>
            <a:endParaRPr lang="en-US" sz="736" dirty="0"/>
          </a:p>
        </p:txBody>
      </p:sp>
      <p:sp>
        <p:nvSpPr>
          <p:cNvPr id="157" name="Text 154"/>
          <p:cNvSpPr/>
          <p:nvPr/>
        </p:nvSpPr>
        <p:spPr>
          <a:xfrm>
            <a:off x="10988599" y="47489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1.640</a:t>
            </a:r>
            <a:endParaRPr lang="en-US" sz="736" dirty="0"/>
          </a:p>
        </p:txBody>
      </p:sp>
      <p:sp>
        <p:nvSpPr>
          <p:cNvPr id="158" name="Text 155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159" name="Text 156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160" name="Text 157"/>
          <p:cNvSpPr/>
          <p:nvPr/>
        </p:nvSpPr>
        <p:spPr>
          <a:xfrm>
            <a:off x="8216595" y="97155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840" dirty="0"/>
          </a:p>
        </p:txBody>
      </p:sp>
      <p:sp>
        <p:nvSpPr>
          <p:cNvPr id="161" name="Text 158"/>
          <p:cNvSpPr/>
          <p:nvPr/>
        </p:nvSpPr>
        <p:spPr>
          <a:xfrm>
            <a:off x="495288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162" name="Text 159"/>
          <p:cNvSpPr/>
          <p:nvPr/>
        </p:nvSpPr>
        <p:spPr>
          <a:xfrm>
            <a:off x="232940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163" name="Text 160"/>
          <p:cNvSpPr/>
          <p:nvPr/>
        </p:nvSpPr>
        <p:spPr>
          <a:xfrm>
            <a:off x="281218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164" name="Text 161"/>
          <p:cNvSpPr/>
          <p:nvPr/>
        </p:nvSpPr>
        <p:spPr>
          <a:xfrm>
            <a:off x="329497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165" name="Text 162"/>
          <p:cNvSpPr/>
          <p:nvPr/>
        </p:nvSpPr>
        <p:spPr>
          <a:xfrm>
            <a:off x="3777759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166" name="Text 163"/>
          <p:cNvSpPr/>
          <p:nvPr/>
        </p:nvSpPr>
        <p:spPr>
          <a:xfrm>
            <a:off x="4260545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167" name="Text 164"/>
          <p:cNvSpPr/>
          <p:nvPr/>
        </p:nvSpPr>
        <p:spPr>
          <a:xfrm>
            <a:off x="474333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168" name="Text 165"/>
          <p:cNvSpPr/>
          <p:nvPr/>
        </p:nvSpPr>
        <p:spPr>
          <a:xfrm>
            <a:off x="2329400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352</a:t>
            </a:r>
            <a:endParaRPr lang="en-US" sz="768" dirty="0"/>
          </a:p>
        </p:txBody>
      </p:sp>
      <p:sp>
        <p:nvSpPr>
          <p:cNvPr id="169" name="Text 166"/>
          <p:cNvSpPr/>
          <p:nvPr/>
        </p:nvSpPr>
        <p:spPr>
          <a:xfrm>
            <a:off x="2812186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948</a:t>
            </a:r>
            <a:endParaRPr lang="en-US" sz="768" dirty="0"/>
          </a:p>
        </p:txBody>
      </p:sp>
      <p:sp>
        <p:nvSpPr>
          <p:cNvPr id="170" name="Text 167"/>
          <p:cNvSpPr/>
          <p:nvPr/>
        </p:nvSpPr>
        <p:spPr>
          <a:xfrm>
            <a:off x="3294972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380</a:t>
            </a:r>
            <a:endParaRPr lang="en-US" sz="768" dirty="0"/>
          </a:p>
        </p:txBody>
      </p:sp>
      <p:sp>
        <p:nvSpPr>
          <p:cNvPr id="171" name="Text 168"/>
          <p:cNvSpPr/>
          <p:nvPr/>
        </p:nvSpPr>
        <p:spPr>
          <a:xfrm>
            <a:off x="2329400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186</a:t>
            </a:r>
            <a:endParaRPr lang="en-US" sz="768" dirty="0"/>
          </a:p>
        </p:txBody>
      </p:sp>
      <p:sp>
        <p:nvSpPr>
          <p:cNvPr id="172" name="Text 169"/>
          <p:cNvSpPr/>
          <p:nvPr/>
        </p:nvSpPr>
        <p:spPr>
          <a:xfrm>
            <a:off x="2812186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768" dirty="0"/>
          </a:p>
        </p:txBody>
      </p:sp>
      <p:sp>
        <p:nvSpPr>
          <p:cNvPr id="173" name="Text 170"/>
          <p:cNvSpPr/>
          <p:nvPr/>
        </p:nvSpPr>
        <p:spPr>
          <a:xfrm>
            <a:off x="3294972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768" dirty="0"/>
          </a:p>
        </p:txBody>
      </p:sp>
      <p:sp>
        <p:nvSpPr>
          <p:cNvPr id="174" name="Text 171"/>
          <p:cNvSpPr/>
          <p:nvPr/>
        </p:nvSpPr>
        <p:spPr>
          <a:xfrm>
            <a:off x="4743331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776</a:t>
            </a:r>
            <a:endParaRPr lang="en-US" sz="768" dirty="0"/>
          </a:p>
        </p:txBody>
      </p:sp>
      <p:sp>
        <p:nvSpPr>
          <p:cNvPr id="175" name="Text 172"/>
          <p:cNvSpPr/>
          <p:nvPr/>
        </p:nvSpPr>
        <p:spPr>
          <a:xfrm>
            <a:off x="2329400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768" dirty="0"/>
          </a:p>
        </p:txBody>
      </p:sp>
      <p:sp>
        <p:nvSpPr>
          <p:cNvPr id="176" name="Text 173"/>
          <p:cNvSpPr/>
          <p:nvPr/>
        </p:nvSpPr>
        <p:spPr>
          <a:xfrm>
            <a:off x="2812186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379</a:t>
            </a:r>
            <a:endParaRPr lang="en-US" sz="768" dirty="0"/>
          </a:p>
        </p:txBody>
      </p:sp>
      <p:sp>
        <p:nvSpPr>
          <p:cNvPr id="177" name="Text 174"/>
          <p:cNvSpPr/>
          <p:nvPr/>
        </p:nvSpPr>
        <p:spPr>
          <a:xfrm>
            <a:off x="3294972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768" dirty="0"/>
          </a:p>
        </p:txBody>
      </p:sp>
      <p:sp>
        <p:nvSpPr>
          <p:cNvPr id="178" name="Text 175"/>
          <p:cNvSpPr/>
          <p:nvPr/>
        </p:nvSpPr>
        <p:spPr>
          <a:xfrm>
            <a:off x="4743331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587</a:t>
            </a:r>
            <a:endParaRPr lang="en-US" sz="768" dirty="0"/>
          </a:p>
        </p:txBody>
      </p:sp>
      <p:sp>
        <p:nvSpPr>
          <p:cNvPr id="179" name="Text 176"/>
          <p:cNvSpPr/>
          <p:nvPr/>
        </p:nvSpPr>
        <p:spPr>
          <a:xfrm>
            <a:off x="2812186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196</a:t>
            </a:r>
            <a:endParaRPr lang="en-US" sz="768" dirty="0"/>
          </a:p>
        </p:txBody>
      </p:sp>
      <p:sp>
        <p:nvSpPr>
          <p:cNvPr id="180" name="Text 177"/>
          <p:cNvSpPr/>
          <p:nvPr/>
        </p:nvSpPr>
        <p:spPr>
          <a:xfrm>
            <a:off x="3777759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768" dirty="0"/>
          </a:p>
        </p:txBody>
      </p:sp>
      <p:sp>
        <p:nvSpPr>
          <p:cNvPr id="181" name="Text 178"/>
          <p:cNvSpPr/>
          <p:nvPr/>
        </p:nvSpPr>
        <p:spPr>
          <a:xfrm>
            <a:off x="4260545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768" dirty="0"/>
          </a:p>
        </p:txBody>
      </p:sp>
      <p:sp>
        <p:nvSpPr>
          <p:cNvPr id="182" name="Text 179"/>
          <p:cNvSpPr/>
          <p:nvPr/>
        </p:nvSpPr>
        <p:spPr>
          <a:xfrm>
            <a:off x="4743331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304</a:t>
            </a:r>
            <a:endParaRPr lang="en-US" sz="768" dirty="0"/>
          </a:p>
        </p:txBody>
      </p:sp>
      <p:sp>
        <p:nvSpPr>
          <p:cNvPr id="183" name="Text 180"/>
          <p:cNvSpPr/>
          <p:nvPr/>
        </p:nvSpPr>
        <p:spPr>
          <a:xfrm>
            <a:off x="2812186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768" dirty="0"/>
          </a:p>
        </p:txBody>
      </p:sp>
      <p:sp>
        <p:nvSpPr>
          <p:cNvPr id="184" name="Text 181"/>
          <p:cNvSpPr/>
          <p:nvPr/>
        </p:nvSpPr>
        <p:spPr>
          <a:xfrm>
            <a:off x="3777759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772</a:t>
            </a:r>
            <a:endParaRPr lang="en-US" sz="768" dirty="0"/>
          </a:p>
        </p:txBody>
      </p:sp>
      <p:sp>
        <p:nvSpPr>
          <p:cNvPr id="185" name="Text 182"/>
          <p:cNvSpPr/>
          <p:nvPr/>
        </p:nvSpPr>
        <p:spPr>
          <a:xfrm>
            <a:off x="4260545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773</a:t>
            </a:r>
            <a:endParaRPr lang="en-US" sz="768" dirty="0"/>
          </a:p>
        </p:txBody>
      </p:sp>
      <p:sp>
        <p:nvSpPr>
          <p:cNvPr id="186" name="Text 183"/>
          <p:cNvSpPr/>
          <p:nvPr/>
        </p:nvSpPr>
        <p:spPr>
          <a:xfrm>
            <a:off x="4743331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</a:t>
            </a:r>
            <a:endParaRPr lang="en-US" sz="768" dirty="0"/>
          </a:p>
        </p:txBody>
      </p:sp>
      <p:sp>
        <p:nvSpPr>
          <p:cNvPr id="187" name="Text 184"/>
          <p:cNvSpPr/>
          <p:nvPr/>
        </p:nvSpPr>
        <p:spPr>
          <a:xfrm>
            <a:off x="3777759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768" dirty="0"/>
          </a:p>
        </p:txBody>
      </p:sp>
      <p:sp>
        <p:nvSpPr>
          <p:cNvPr id="188" name="Text 185"/>
          <p:cNvSpPr/>
          <p:nvPr/>
        </p:nvSpPr>
        <p:spPr>
          <a:xfrm>
            <a:off x="4260545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768" dirty="0"/>
          </a:p>
        </p:txBody>
      </p:sp>
      <p:sp>
        <p:nvSpPr>
          <p:cNvPr id="189" name="Text 186"/>
          <p:cNvSpPr/>
          <p:nvPr/>
        </p:nvSpPr>
        <p:spPr>
          <a:xfrm>
            <a:off x="4743331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768" dirty="0"/>
          </a:p>
        </p:txBody>
      </p:sp>
      <p:sp>
        <p:nvSpPr>
          <p:cNvPr id="190" name="Text 187"/>
          <p:cNvSpPr/>
          <p:nvPr/>
        </p:nvSpPr>
        <p:spPr>
          <a:xfrm>
            <a:off x="5226118" y="42155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922</a:t>
            </a:r>
            <a:endParaRPr lang="en-US" sz="768" dirty="0"/>
          </a:p>
        </p:txBody>
      </p:sp>
      <p:sp>
        <p:nvSpPr>
          <p:cNvPr id="191" name="Text 188"/>
          <p:cNvSpPr/>
          <p:nvPr/>
        </p:nvSpPr>
        <p:spPr>
          <a:xfrm>
            <a:off x="2329400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768" dirty="0"/>
          </a:p>
        </p:txBody>
      </p:sp>
      <p:sp>
        <p:nvSpPr>
          <p:cNvPr id="192" name="Text 189"/>
          <p:cNvSpPr/>
          <p:nvPr/>
        </p:nvSpPr>
        <p:spPr>
          <a:xfrm>
            <a:off x="2812186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382</a:t>
            </a:r>
            <a:endParaRPr lang="en-US" sz="768" dirty="0"/>
          </a:p>
        </p:txBody>
      </p:sp>
      <p:sp>
        <p:nvSpPr>
          <p:cNvPr id="193" name="Text 190"/>
          <p:cNvSpPr/>
          <p:nvPr/>
        </p:nvSpPr>
        <p:spPr>
          <a:xfrm>
            <a:off x="3294972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768" dirty="0"/>
          </a:p>
        </p:txBody>
      </p:sp>
      <p:sp>
        <p:nvSpPr>
          <p:cNvPr id="194" name="Text 191"/>
          <p:cNvSpPr/>
          <p:nvPr/>
        </p:nvSpPr>
        <p:spPr>
          <a:xfrm>
            <a:off x="4743331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592</a:t>
            </a:r>
            <a:endParaRPr lang="en-US" sz="768" dirty="0"/>
          </a:p>
        </p:txBody>
      </p:sp>
      <p:sp>
        <p:nvSpPr>
          <p:cNvPr id="195" name="Text 192"/>
          <p:cNvSpPr/>
          <p:nvPr/>
        </p:nvSpPr>
        <p:spPr>
          <a:xfrm>
            <a:off x="6257769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196" name="Text 193"/>
          <p:cNvSpPr/>
          <p:nvPr/>
        </p:nvSpPr>
        <p:spPr>
          <a:xfrm>
            <a:off x="10108600" y="21438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848" dirty="0"/>
          </a:p>
        </p:txBody>
      </p:sp>
      <p:sp>
        <p:nvSpPr>
          <p:cNvPr id="197" name="Text 194"/>
          <p:cNvSpPr/>
          <p:nvPr/>
        </p:nvSpPr>
        <p:spPr>
          <a:xfrm>
            <a:off x="7345377" y="240580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848" dirty="0"/>
          </a:p>
        </p:txBody>
      </p:sp>
      <p:sp>
        <p:nvSpPr>
          <p:cNvPr id="198" name="Text 195"/>
          <p:cNvSpPr/>
          <p:nvPr/>
        </p:nvSpPr>
        <p:spPr>
          <a:xfrm>
            <a:off x="7345377" y="254868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848" dirty="0"/>
          </a:p>
        </p:txBody>
      </p:sp>
      <p:sp>
        <p:nvSpPr>
          <p:cNvPr id="199" name="Text 196"/>
          <p:cNvSpPr/>
          <p:nvPr/>
        </p:nvSpPr>
        <p:spPr>
          <a:xfrm>
            <a:off x="10105326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848" dirty="0"/>
          </a:p>
        </p:txBody>
      </p:sp>
      <p:sp>
        <p:nvSpPr>
          <p:cNvPr id="200" name="Text 197"/>
          <p:cNvSpPr/>
          <p:nvPr/>
        </p:nvSpPr>
        <p:spPr>
          <a:xfrm>
            <a:off x="10098629" y="28582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848" dirty="0"/>
          </a:p>
        </p:txBody>
      </p:sp>
      <p:sp>
        <p:nvSpPr>
          <p:cNvPr id="201" name="Text 198"/>
          <p:cNvSpPr/>
          <p:nvPr/>
        </p:nvSpPr>
        <p:spPr>
          <a:xfrm>
            <a:off x="809188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202" name="Text 199"/>
          <p:cNvSpPr/>
          <p:nvPr/>
        </p:nvSpPr>
        <p:spPr>
          <a:xfrm>
            <a:off x="8574667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203" name="Text 200"/>
          <p:cNvSpPr/>
          <p:nvPr/>
        </p:nvSpPr>
        <p:spPr>
          <a:xfrm>
            <a:off x="9057453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204" name="Text 201"/>
          <p:cNvSpPr/>
          <p:nvPr/>
        </p:nvSpPr>
        <p:spPr>
          <a:xfrm>
            <a:off x="954024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205" name="Text 202"/>
          <p:cNvSpPr/>
          <p:nvPr/>
        </p:nvSpPr>
        <p:spPr>
          <a:xfrm>
            <a:off x="1002302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206" name="Text 203"/>
          <p:cNvSpPr/>
          <p:nvPr/>
        </p:nvSpPr>
        <p:spPr>
          <a:xfrm>
            <a:off x="1050581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207" name="Text 204"/>
          <p:cNvSpPr/>
          <p:nvPr/>
        </p:nvSpPr>
        <p:spPr>
          <a:xfrm>
            <a:off x="8091881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736" dirty="0"/>
          </a:p>
        </p:txBody>
      </p:sp>
      <p:sp>
        <p:nvSpPr>
          <p:cNvPr id="208" name="Text 205"/>
          <p:cNvSpPr/>
          <p:nvPr/>
        </p:nvSpPr>
        <p:spPr>
          <a:xfrm>
            <a:off x="10988599" y="35488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736" dirty="0"/>
          </a:p>
        </p:txBody>
      </p:sp>
      <p:sp>
        <p:nvSpPr>
          <p:cNvPr id="209" name="Text 206"/>
          <p:cNvSpPr/>
          <p:nvPr/>
        </p:nvSpPr>
        <p:spPr>
          <a:xfrm>
            <a:off x="8574667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669</a:t>
            </a:r>
            <a:endParaRPr lang="en-US" sz="736" dirty="0"/>
          </a:p>
        </p:txBody>
      </p:sp>
      <p:sp>
        <p:nvSpPr>
          <p:cNvPr id="210" name="Text 207"/>
          <p:cNvSpPr/>
          <p:nvPr/>
        </p:nvSpPr>
        <p:spPr>
          <a:xfrm>
            <a:off x="10505812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852</a:t>
            </a:r>
            <a:endParaRPr lang="en-US" sz="736" dirty="0"/>
          </a:p>
        </p:txBody>
      </p:sp>
      <p:sp>
        <p:nvSpPr>
          <p:cNvPr id="211" name="Text 208"/>
          <p:cNvSpPr/>
          <p:nvPr/>
        </p:nvSpPr>
        <p:spPr>
          <a:xfrm>
            <a:off x="8574667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736" dirty="0"/>
          </a:p>
        </p:txBody>
      </p:sp>
      <p:sp>
        <p:nvSpPr>
          <p:cNvPr id="212" name="Text 209"/>
          <p:cNvSpPr/>
          <p:nvPr/>
        </p:nvSpPr>
        <p:spPr>
          <a:xfrm>
            <a:off x="10505812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570</a:t>
            </a:r>
            <a:endParaRPr lang="en-US" sz="736" dirty="0"/>
          </a:p>
        </p:txBody>
      </p:sp>
      <p:sp>
        <p:nvSpPr>
          <p:cNvPr id="213" name="Text 210"/>
          <p:cNvSpPr/>
          <p:nvPr/>
        </p:nvSpPr>
        <p:spPr>
          <a:xfrm>
            <a:off x="8091881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729</a:t>
            </a:r>
            <a:endParaRPr lang="en-US" sz="736" dirty="0"/>
          </a:p>
        </p:txBody>
      </p:sp>
      <p:sp>
        <p:nvSpPr>
          <p:cNvPr id="214" name="Text 211"/>
          <p:cNvSpPr/>
          <p:nvPr/>
        </p:nvSpPr>
        <p:spPr>
          <a:xfrm>
            <a:off x="8574667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736" dirty="0"/>
          </a:p>
        </p:txBody>
      </p:sp>
      <p:sp>
        <p:nvSpPr>
          <p:cNvPr id="215" name="Text 212"/>
          <p:cNvSpPr/>
          <p:nvPr/>
        </p:nvSpPr>
        <p:spPr>
          <a:xfrm>
            <a:off x="9057453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736" dirty="0"/>
          </a:p>
        </p:txBody>
      </p:sp>
      <p:sp>
        <p:nvSpPr>
          <p:cNvPr id="216" name="Text 213"/>
          <p:cNvSpPr/>
          <p:nvPr/>
        </p:nvSpPr>
        <p:spPr>
          <a:xfrm>
            <a:off x="10505812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240</a:t>
            </a:r>
            <a:endParaRPr lang="en-US" sz="736" dirty="0"/>
          </a:p>
        </p:txBody>
      </p:sp>
      <p:sp>
        <p:nvSpPr>
          <p:cNvPr id="217" name="Text 214"/>
          <p:cNvSpPr/>
          <p:nvPr/>
        </p:nvSpPr>
        <p:spPr>
          <a:xfrm>
            <a:off x="8574667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286</a:t>
            </a:r>
            <a:endParaRPr lang="en-US" sz="736" dirty="0"/>
          </a:p>
        </p:txBody>
      </p:sp>
      <p:sp>
        <p:nvSpPr>
          <p:cNvPr id="218" name="Text 215"/>
          <p:cNvSpPr/>
          <p:nvPr/>
        </p:nvSpPr>
        <p:spPr>
          <a:xfrm>
            <a:off x="9057453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804</a:t>
            </a:r>
            <a:endParaRPr lang="en-US" sz="736" dirty="0"/>
          </a:p>
        </p:txBody>
      </p:sp>
      <p:sp>
        <p:nvSpPr>
          <p:cNvPr id="219" name="Text 216"/>
          <p:cNvSpPr/>
          <p:nvPr/>
        </p:nvSpPr>
        <p:spPr>
          <a:xfrm>
            <a:off x="10505812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</a:t>
            </a:r>
            <a:endParaRPr lang="en-US" sz="736" dirty="0"/>
          </a:p>
        </p:txBody>
      </p:sp>
      <p:sp>
        <p:nvSpPr>
          <p:cNvPr id="220" name="Text 217"/>
          <p:cNvSpPr/>
          <p:nvPr/>
        </p:nvSpPr>
        <p:spPr>
          <a:xfrm>
            <a:off x="8091881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</a:t>
            </a:r>
            <a:endParaRPr lang="en-US" sz="736" dirty="0"/>
          </a:p>
        </p:txBody>
      </p:sp>
      <p:sp>
        <p:nvSpPr>
          <p:cNvPr id="221" name="Text 218"/>
          <p:cNvSpPr/>
          <p:nvPr/>
        </p:nvSpPr>
        <p:spPr>
          <a:xfrm>
            <a:off x="9057453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736" dirty="0"/>
          </a:p>
        </p:txBody>
      </p:sp>
      <p:sp>
        <p:nvSpPr>
          <p:cNvPr id="222" name="Text 219"/>
          <p:cNvSpPr/>
          <p:nvPr/>
        </p:nvSpPr>
        <p:spPr>
          <a:xfrm>
            <a:off x="10988599" y="42155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657</a:t>
            </a:r>
            <a:endParaRPr lang="en-US" sz="736" dirty="0"/>
          </a:p>
        </p:txBody>
      </p:sp>
      <p:sp>
        <p:nvSpPr>
          <p:cNvPr id="223" name="Text 220"/>
          <p:cNvSpPr/>
          <p:nvPr/>
        </p:nvSpPr>
        <p:spPr>
          <a:xfrm>
            <a:off x="8091881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682</a:t>
            </a:r>
            <a:endParaRPr lang="en-US" sz="736" dirty="0"/>
          </a:p>
        </p:txBody>
      </p:sp>
      <p:sp>
        <p:nvSpPr>
          <p:cNvPr id="224" name="Text 221"/>
          <p:cNvSpPr/>
          <p:nvPr/>
        </p:nvSpPr>
        <p:spPr>
          <a:xfrm>
            <a:off x="8574667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177</a:t>
            </a:r>
            <a:endParaRPr lang="en-US" sz="736" dirty="0"/>
          </a:p>
        </p:txBody>
      </p:sp>
      <p:sp>
        <p:nvSpPr>
          <p:cNvPr id="225" name="Text 222"/>
          <p:cNvSpPr/>
          <p:nvPr/>
        </p:nvSpPr>
        <p:spPr>
          <a:xfrm>
            <a:off x="9057453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497</a:t>
            </a:r>
            <a:endParaRPr lang="en-US" sz="736" dirty="0"/>
          </a:p>
        </p:txBody>
      </p:sp>
      <p:sp>
        <p:nvSpPr>
          <p:cNvPr id="226" name="Text 223"/>
          <p:cNvSpPr/>
          <p:nvPr/>
        </p:nvSpPr>
        <p:spPr>
          <a:xfrm>
            <a:off x="10505812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225</a:t>
            </a:r>
            <a:endParaRPr lang="en-US" sz="736" dirty="0"/>
          </a:p>
        </p:txBody>
      </p:sp>
      <p:sp>
        <p:nvSpPr>
          <p:cNvPr id="227" name="Text 224"/>
          <p:cNvSpPr/>
          <p:nvPr/>
        </p:nvSpPr>
        <p:spPr>
          <a:xfrm>
            <a:off x="9540240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736" dirty="0"/>
          </a:p>
        </p:txBody>
      </p:sp>
      <p:sp>
        <p:nvSpPr>
          <p:cNvPr id="228" name="Text 225"/>
          <p:cNvSpPr/>
          <p:nvPr/>
        </p:nvSpPr>
        <p:spPr>
          <a:xfrm>
            <a:off x="10023026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736" dirty="0"/>
          </a:p>
        </p:txBody>
      </p:sp>
      <p:sp>
        <p:nvSpPr>
          <p:cNvPr id="229" name="Text 226"/>
          <p:cNvSpPr/>
          <p:nvPr/>
        </p:nvSpPr>
        <p:spPr>
          <a:xfrm>
            <a:off x="9540240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336</a:t>
            </a:r>
            <a:endParaRPr lang="en-US" sz="736" dirty="0"/>
          </a:p>
        </p:txBody>
      </p:sp>
      <p:sp>
        <p:nvSpPr>
          <p:cNvPr id="230" name="Text 227"/>
          <p:cNvSpPr/>
          <p:nvPr/>
        </p:nvSpPr>
        <p:spPr>
          <a:xfrm>
            <a:off x="10023026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336</a:t>
            </a:r>
            <a:endParaRPr lang="en-US" sz="736" dirty="0"/>
          </a:p>
        </p:txBody>
      </p:sp>
      <p:sp>
        <p:nvSpPr>
          <p:cNvPr id="231" name="Text 228"/>
          <p:cNvSpPr/>
          <p:nvPr/>
        </p:nvSpPr>
        <p:spPr>
          <a:xfrm>
            <a:off x="8091881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702</a:t>
            </a:r>
            <a:endParaRPr lang="en-US" sz="736" dirty="0"/>
          </a:p>
        </p:txBody>
      </p:sp>
      <p:sp>
        <p:nvSpPr>
          <p:cNvPr id="232" name="Text 229"/>
          <p:cNvSpPr/>
          <p:nvPr/>
        </p:nvSpPr>
        <p:spPr>
          <a:xfrm>
            <a:off x="8574667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182</a:t>
            </a:r>
            <a:endParaRPr lang="en-US" sz="736" dirty="0"/>
          </a:p>
        </p:txBody>
      </p:sp>
      <p:sp>
        <p:nvSpPr>
          <p:cNvPr id="233" name="Text 230"/>
          <p:cNvSpPr/>
          <p:nvPr/>
        </p:nvSpPr>
        <p:spPr>
          <a:xfrm>
            <a:off x="9057453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511</a:t>
            </a:r>
            <a:endParaRPr lang="en-US" sz="736" dirty="0"/>
          </a:p>
        </p:txBody>
      </p:sp>
      <p:sp>
        <p:nvSpPr>
          <p:cNvPr id="234" name="Text 231"/>
          <p:cNvSpPr/>
          <p:nvPr/>
        </p:nvSpPr>
        <p:spPr>
          <a:xfrm>
            <a:off x="10505812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231</a:t>
            </a:r>
            <a:endParaRPr lang="en-US" sz="736" dirty="0"/>
          </a:p>
        </p:txBody>
      </p:sp>
      <p:sp>
        <p:nvSpPr>
          <p:cNvPr id="235" name="Text 232"/>
          <p:cNvSpPr/>
          <p:nvPr/>
        </p:nvSpPr>
        <p:spPr>
          <a:xfrm>
            <a:off x="8091881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</a:t>
            </a:r>
            <a:endParaRPr lang="en-US" sz="736" dirty="0"/>
          </a:p>
        </p:txBody>
      </p:sp>
      <p:sp>
        <p:nvSpPr>
          <p:cNvPr id="236" name="Text 233"/>
          <p:cNvSpPr/>
          <p:nvPr/>
        </p:nvSpPr>
        <p:spPr>
          <a:xfrm>
            <a:off x="10988599" y="48823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256</a:t>
            </a:r>
            <a:endParaRPr lang="en-US" sz="736" dirty="0"/>
          </a:p>
        </p:txBody>
      </p:sp>
      <p:sp>
        <p:nvSpPr>
          <p:cNvPr id="237" name="Text 234"/>
          <p:cNvSpPr/>
          <p:nvPr/>
        </p:nvSpPr>
        <p:spPr>
          <a:xfrm>
            <a:off x="10988599" y="501565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230</a:t>
            </a:r>
            <a:endParaRPr lang="en-US" sz="736" dirty="0"/>
          </a:p>
        </p:txBody>
      </p:sp>
      <p:sp>
        <p:nvSpPr>
          <p:cNvPr id="238" name="Text 235"/>
          <p:cNvSpPr/>
          <p:nvPr/>
        </p:nvSpPr>
        <p:spPr>
          <a:xfrm>
            <a:off x="2329400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768" dirty="0"/>
          </a:p>
        </p:txBody>
      </p:sp>
      <p:sp>
        <p:nvSpPr>
          <p:cNvPr id="239" name="Text 236"/>
          <p:cNvSpPr/>
          <p:nvPr/>
        </p:nvSpPr>
        <p:spPr>
          <a:xfrm>
            <a:off x="3294972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68" dirty="0"/>
          </a:p>
        </p:txBody>
      </p:sp>
      <p:sp>
        <p:nvSpPr>
          <p:cNvPr id="240" name="Text 237"/>
          <p:cNvSpPr/>
          <p:nvPr/>
        </p:nvSpPr>
        <p:spPr>
          <a:xfrm>
            <a:off x="2329400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768" dirty="0"/>
          </a:p>
        </p:txBody>
      </p:sp>
      <p:sp>
        <p:nvSpPr>
          <p:cNvPr id="241" name="Text 238"/>
          <p:cNvSpPr/>
          <p:nvPr/>
        </p:nvSpPr>
        <p:spPr>
          <a:xfrm>
            <a:off x="3294972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768" dirty="0"/>
          </a:p>
        </p:txBody>
      </p:sp>
      <p:sp>
        <p:nvSpPr>
          <p:cNvPr id="242" name="Text 239"/>
          <p:cNvSpPr/>
          <p:nvPr/>
        </p:nvSpPr>
        <p:spPr>
          <a:xfrm>
            <a:off x="2329400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768" dirty="0"/>
          </a:p>
        </p:txBody>
      </p:sp>
      <p:sp>
        <p:nvSpPr>
          <p:cNvPr id="243" name="Text 240"/>
          <p:cNvSpPr/>
          <p:nvPr/>
        </p:nvSpPr>
        <p:spPr>
          <a:xfrm>
            <a:off x="2812186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768" dirty="0"/>
          </a:p>
        </p:txBody>
      </p:sp>
      <p:sp>
        <p:nvSpPr>
          <p:cNvPr id="244" name="Text 241"/>
          <p:cNvSpPr/>
          <p:nvPr/>
        </p:nvSpPr>
        <p:spPr>
          <a:xfrm>
            <a:off x="3294972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768" dirty="0"/>
          </a:p>
        </p:txBody>
      </p:sp>
      <p:sp>
        <p:nvSpPr>
          <p:cNvPr id="245" name="Text 242"/>
          <p:cNvSpPr/>
          <p:nvPr/>
        </p:nvSpPr>
        <p:spPr>
          <a:xfrm>
            <a:off x="10153991" y="20009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848" dirty="0"/>
          </a:p>
        </p:txBody>
      </p:sp>
      <p:sp>
        <p:nvSpPr>
          <p:cNvPr id="246" name="Text 243"/>
          <p:cNvSpPr/>
          <p:nvPr/>
        </p:nvSpPr>
        <p:spPr>
          <a:xfrm>
            <a:off x="10153545" y="22867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48" dirty="0"/>
          </a:p>
        </p:txBody>
      </p:sp>
      <p:sp>
        <p:nvSpPr>
          <p:cNvPr id="247" name="Text 244"/>
          <p:cNvSpPr/>
          <p:nvPr/>
        </p:nvSpPr>
        <p:spPr>
          <a:xfrm>
            <a:off x="9540240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</a:t>
            </a:r>
            <a:endParaRPr lang="en-US" sz="736" dirty="0"/>
          </a:p>
        </p:txBody>
      </p:sp>
      <p:sp>
        <p:nvSpPr>
          <p:cNvPr id="248" name="Text 245"/>
          <p:cNvSpPr/>
          <p:nvPr/>
        </p:nvSpPr>
        <p:spPr>
          <a:xfrm>
            <a:off x="10023026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</a:t>
            </a:r>
            <a:endParaRPr lang="en-US" sz="736" dirty="0"/>
          </a:p>
        </p:txBody>
      </p:sp>
      <p:sp>
        <p:nvSpPr>
          <p:cNvPr id="249" name="Text 246"/>
          <p:cNvSpPr/>
          <p:nvPr/>
        </p:nvSpPr>
        <p:spPr>
          <a:xfrm>
            <a:off x="8574667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</a:t>
            </a:r>
            <a:endParaRPr lang="en-US" sz="736" dirty="0"/>
          </a:p>
        </p:txBody>
      </p:sp>
      <p:sp>
        <p:nvSpPr>
          <p:cNvPr id="250" name="Text 247"/>
          <p:cNvSpPr/>
          <p:nvPr/>
        </p:nvSpPr>
        <p:spPr>
          <a:xfrm>
            <a:off x="9057453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736" dirty="0"/>
          </a:p>
        </p:txBody>
      </p:sp>
      <p:sp>
        <p:nvSpPr>
          <p:cNvPr id="251" name="Text 248"/>
          <p:cNvSpPr/>
          <p:nvPr/>
        </p:nvSpPr>
        <p:spPr>
          <a:xfrm>
            <a:off x="10505812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36" dirty="0"/>
          </a:p>
        </p:txBody>
      </p:sp>
      <p:sp>
        <p:nvSpPr>
          <p:cNvPr id="252" name="Text 249"/>
          <p:cNvSpPr/>
          <p:nvPr/>
        </p:nvSpPr>
        <p:spPr>
          <a:xfrm>
            <a:off x="9540240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736" dirty="0"/>
          </a:p>
        </p:txBody>
      </p:sp>
      <p:sp>
        <p:nvSpPr>
          <p:cNvPr id="253" name="Text 250"/>
          <p:cNvSpPr/>
          <p:nvPr/>
        </p:nvSpPr>
        <p:spPr>
          <a:xfrm>
            <a:off x="10023026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736" dirty="0"/>
          </a:p>
        </p:txBody>
      </p:sp>
      <p:sp>
        <p:nvSpPr>
          <p:cNvPr id="254" name="Text 251"/>
          <p:cNvSpPr/>
          <p:nvPr/>
        </p:nvSpPr>
        <p:spPr>
          <a:xfrm>
            <a:off x="9540240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36" dirty="0"/>
          </a:p>
        </p:txBody>
      </p:sp>
      <p:sp>
        <p:nvSpPr>
          <p:cNvPr id="255" name="Text 252"/>
          <p:cNvSpPr/>
          <p:nvPr/>
        </p:nvSpPr>
        <p:spPr>
          <a:xfrm>
            <a:off x="10023026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36" dirty="0"/>
          </a:p>
        </p:txBody>
      </p:sp>
      <p:sp>
        <p:nvSpPr>
          <p:cNvPr id="256" name="Text 253"/>
          <p:cNvSpPr/>
          <p:nvPr/>
        </p:nvSpPr>
        <p:spPr>
          <a:xfrm>
            <a:off x="9540240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736" dirty="0"/>
          </a:p>
        </p:txBody>
      </p:sp>
      <p:sp>
        <p:nvSpPr>
          <p:cNvPr id="257" name="Text 254"/>
          <p:cNvSpPr/>
          <p:nvPr/>
        </p:nvSpPr>
        <p:spPr>
          <a:xfrm>
            <a:off x="10023026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736" dirty="0"/>
          </a:p>
        </p:txBody>
      </p:sp>
      <p:sp>
        <p:nvSpPr>
          <p:cNvPr id="258" name="Text 255"/>
          <p:cNvSpPr/>
          <p:nvPr/>
        </p:nvSpPr>
        <p:spPr>
          <a:xfrm>
            <a:off x="8574667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736" dirty="0"/>
          </a:p>
        </p:txBody>
      </p:sp>
      <p:sp>
        <p:nvSpPr>
          <p:cNvPr id="259" name="Text 256"/>
          <p:cNvSpPr/>
          <p:nvPr/>
        </p:nvSpPr>
        <p:spPr>
          <a:xfrm>
            <a:off x="10505812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736" dirty="0"/>
          </a:p>
        </p:txBody>
      </p:sp>
      <p:sp>
        <p:nvSpPr>
          <p:cNvPr id="260" name="Text 257"/>
          <p:cNvSpPr/>
          <p:nvPr/>
        </p:nvSpPr>
        <p:spPr>
          <a:xfrm>
            <a:off x="8574667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736" dirty="0"/>
          </a:p>
        </p:txBody>
      </p:sp>
      <p:sp>
        <p:nvSpPr>
          <p:cNvPr id="261" name="Text 258"/>
          <p:cNvSpPr/>
          <p:nvPr/>
        </p:nvSpPr>
        <p:spPr>
          <a:xfrm>
            <a:off x="9057453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</a:t>
            </a:r>
            <a:endParaRPr lang="en-US" sz="736" dirty="0"/>
          </a:p>
        </p:txBody>
      </p:sp>
      <p:sp>
        <p:nvSpPr>
          <p:cNvPr id="262" name="Text 259"/>
          <p:cNvSpPr/>
          <p:nvPr/>
        </p:nvSpPr>
        <p:spPr>
          <a:xfrm>
            <a:off x="10505812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736" dirty="0"/>
          </a:p>
        </p:txBody>
      </p:sp>
      <p:sp>
        <p:nvSpPr>
          <p:cNvPr id="263" name="Text 260"/>
          <p:cNvSpPr/>
          <p:nvPr/>
        </p:nvSpPr>
        <p:spPr>
          <a:xfrm>
            <a:off x="8091881" y="501565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736" dirty="0"/>
          </a:p>
        </p:txBody>
      </p:sp>
      <p:sp>
        <p:nvSpPr>
          <p:cNvPr id="264" name="Text 261"/>
          <p:cNvSpPr/>
          <p:nvPr/>
        </p:nvSpPr>
        <p:spPr>
          <a:xfrm>
            <a:off x="8574667" y="501565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736" dirty="0"/>
          </a:p>
        </p:txBody>
      </p:sp>
      <p:sp>
        <p:nvSpPr>
          <p:cNvPr id="265" name="Text 262"/>
          <p:cNvSpPr/>
          <p:nvPr/>
        </p:nvSpPr>
        <p:spPr>
          <a:xfrm>
            <a:off x="9057453" y="501565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736" dirty="0"/>
          </a:p>
        </p:txBody>
      </p:sp>
      <p:sp>
        <p:nvSpPr>
          <p:cNvPr id="266" name="Text 263"/>
          <p:cNvSpPr/>
          <p:nvPr/>
        </p:nvSpPr>
        <p:spPr>
          <a:xfrm>
            <a:off x="10505812" y="501565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</a:t>
            </a:r>
            <a:endParaRPr lang="en-US" sz="73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9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5056138"/>
            <a:ext cx="6778959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 descarte muy alto () y una bajísima efectividad sobre contacto (), lo que justifica que se haya pausado a partir de febrero.</a:t>
            </a:r>
            <a:endParaRPr lang="en-US" sz="992" dirty="0"/>
          </a:p>
        </p:txBody>
      </p:sp>
      <p:sp>
        <p:nvSpPr>
          <p:cNvPr id="4" name="Text 1"/>
          <p:cNvSpPr/>
          <p:nvPr/>
        </p:nvSpPr>
        <p:spPr>
          <a:xfrm>
            <a:off x="685783" y="5202585"/>
            <a:ext cx="6778959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contestador fue el gran bloqueador en enero, consumiendo el .</a:t>
            </a:r>
            <a:endParaRPr lang="en-US" sz="992" dirty="0"/>
          </a:p>
        </p:txBody>
      </p:sp>
      <p:sp>
        <p:nvSpPr>
          <p:cNvPr id="5" name="Text 2"/>
          <p:cNvSpPr/>
          <p:nvPr/>
        </p:nvSpPr>
        <p:spPr>
          <a:xfrm>
            <a:off x="1213514" y="219075"/>
            <a:ext cx="4575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680" dirty="0"/>
          </a:p>
        </p:txBody>
      </p:sp>
      <p:sp>
        <p:nvSpPr>
          <p:cNvPr id="6" name="Text 3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504812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 / Producto Activo</a:t>
            </a:r>
            <a:endParaRPr lang="en-US" sz="768" dirty="0"/>
          </a:p>
        </p:txBody>
      </p:sp>
      <p:sp>
        <p:nvSpPr>
          <p:cNvPr id="9" name="Text 6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8681672" y="209550"/>
            <a:ext cx="3085465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Clientes Satisfechos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1138953" y="4919216"/>
            <a:ext cx="174423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992" dirty="0"/>
          </a:p>
        </p:txBody>
      </p:sp>
      <p:sp>
        <p:nvSpPr>
          <p:cNvPr id="12" name="Text 9"/>
          <p:cNvSpPr/>
          <p:nvPr/>
        </p:nvSpPr>
        <p:spPr>
          <a:xfrm>
            <a:off x="6267293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 / experiencia</a:t>
            </a:r>
            <a:endParaRPr lang="en-US" sz="736" dirty="0"/>
          </a:p>
        </p:txBody>
      </p:sp>
      <p:sp>
        <p:nvSpPr>
          <p:cNvPr id="13" name="Text 10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1088" dirty="0"/>
          </a:p>
        </p:txBody>
      </p:sp>
      <p:sp>
        <p:nvSpPr>
          <p:cNvPr id="14" name="Text 11"/>
          <p:cNvSpPr/>
          <p:nvPr/>
        </p:nvSpPr>
        <p:spPr>
          <a:xfrm>
            <a:off x="504812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768" dirty="0"/>
          </a:p>
        </p:txBody>
      </p:sp>
      <p:sp>
        <p:nvSpPr>
          <p:cNvPr id="15" name="Text 12"/>
          <p:cNvSpPr/>
          <p:nvPr/>
        </p:nvSpPr>
        <p:spPr>
          <a:xfrm>
            <a:off x="504812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 / Sin Teléfono</a:t>
            </a:r>
            <a:endParaRPr lang="en-US" sz="768" dirty="0"/>
          </a:p>
        </p:txBody>
      </p:sp>
      <p:sp>
        <p:nvSpPr>
          <p:cNvPr id="16" name="Text 13"/>
          <p:cNvSpPr/>
          <p:nvPr/>
        </p:nvSpPr>
        <p:spPr>
          <a:xfrm>
            <a:off x="6267293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736" dirty="0"/>
          </a:p>
        </p:txBody>
      </p:sp>
      <p:sp>
        <p:nvSpPr>
          <p:cNvPr id="17" name="Text 14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896" dirty="0"/>
          </a:p>
        </p:txBody>
      </p:sp>
      <p:sp>
        <p:nvSpPr>
          <p:cNvPr id="18" name="Text 15"/>
          <p:cNvSpPr/>
          <p:nvPr/>
        </p:nvSpPr>
        <p:spPr>
          <a:xfrm>
            <a:off x="504812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 / No apto</a:t>
            </a:r>
            <a:endParaRPr lang="en-US" sz="768" dirty="0"/>
          </a:p>
        </p:txBody>
      </p:sp>
      <p:sp>
        <p:nvSpPr>
          <p:cNvPr id="19" name="Text 16"/>
          <p:cNvSpPr/>
          <p:nvPr/>
        </p:nvSpPr>
        <p:spPr>
          <a:xfrm>
            <a:off x="6267293" y="42155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736" dirty="0"/>
          </a:p>
        </p:txBody>
      </p:sp>
      <p:sp>
        <p:nvSpPr>
          <p:cNvPr id="20" name="Text 17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896" dirty="0"/>
          </a:p>
        </p:txBody>
      </p:sp>
      <p:sp>
        <p:nvSpPr>
          <p:cNvPr id="21" name="Text 18"/>
          <p:cNvSpPr/>
          <p:nvPr/>
        </p:nvSpPr>
        <p:spPr>
          <a:xfrm>
            <a:off x="504812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68" dirty="0"/>
          </a:p>
        </p:txBody>
      </p:sp>
      <p:sp>
        <p:nvSpPr>
          <p:cNvPr id="22" name="Text 19"/>
          <p:cNvSpPr/>
          <p:nvPr/>
        </p:nvSpPr>
        <p:spPr>
          <a:xfrm>
            <a:off x="6267293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36" dirty="0"/>
          </a:p>
        </p:txBody>
      </p:sp>
      <p:sp>
        <p:nvSpPr>
          <p:cNvPr id="23" name="Text 20"/>
          <p:cNvSpPr/>
          <p:nvPr/>
        </p:nvSpPr>
        <p:spPr>
          <a:xfrm>
            <a:off x="6267293" y="434890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736" dirty="0"/>
          </a:p>
        </p:txBody>
      </p:sp>
      <p:sp>
        <p:nvSpPr>
          <p:cNvPr id="24" name="Text 21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896" dirty="0"/>
          </a:p>
        </p:txBody>
      </p:sp>
      <p:sp>
        <p:nvSpPr>
          <p:cNvPr id="25" name="Text 22"/>
          <p:cNvSpPr/>
          <p:nvPr/>
        </p:nvSpPr>
        <p:spPr>
          <a:xfrm>
            <a:off x="6267293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736" dirty="0"/>
          </a:p>
        </p:txBody>
      </p:sp>
      <p:sp>
        <p:nvSpPr>
          <p:cNvPr id="26" name="Text 23"/>
          <p:cNvSpPr/>
          <p:nvPr/>
        </p:nvSpPr>
        <p:spPr>
          <a:xfrm>
            <a:off x="10281832" y="1810494"/>
            <a:ext cx="1485305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1184" dirty="0"/>
          </a:p>
        </p:txBody>
      </p:sp>
      <p:sp>
        <p:nvSpPr>
          <p:cNvPr id="27" name="Text 24"/>
          <p:cNvSpPr/>
          <p:nvPr/>
        </p:nvSpPr>
        <p:spPr>
          <a:xfrm>
            <a:off x="6267293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736" dirty="0"/>
          </a:p>
        </p:txBody>
      </p:sp>
      <p:sp>
        <p:nvSpPr>
          <p:cNvPr id="28" name="Text 25"/>
          <p:cNvSpPr/>
          <p:nvPr/>
        </p:nvSpPr>
        <p:spPr>
          <a:xfrm>
            <a:off x="6267293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1184" dirty="0"/>
          </a:p>
        </p:txBody>
      </p:sp>
      <p:sp>
        <p:nvSpPr>
          <p:cNvPr id="29" name="Text 26"/>
          <p:cNvSpPr/>
          <p:nvPr/>
        </p:nvSpPr>
        <p:spPr>
          <a:xfrm>
            <a:off x="6267293" y="40822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736" dirty="0"/>
          </a:p>
        </p:txBody>
      </p:sp>
      <p:sp>
        <p:nvSpPr>
          <p:cNvPr id="30" name="Text 27"/>
          <p:cNvSpPr/>
          <p:nvPr/>
        </p:nvSpPr>
        <p:spPr>
          <a:xfrm>
            <a:off x="2996877" y="1810494"/>
            <a:ext cx="159891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1184" dirty="0"/>
          </a:p>
        </p:txBody>
      </p:sp>
      <p:sp>
        <p:nvSpPr>
          <p:cNvPr id="31" name="Text 28"/>
          <p:cNvSpPr/>
          <p:nvPr/>
        </p:nvSpPr>
        <p:spPr>
          <a:xfrm>
            <a:off x="8324195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1184" dirty="0"/>
          </a:p>
        </p:txBody>
      </p:sp>
      <p:sp>
        <p:nvSpPr>
          <p:cNvPr id="32" name="Text 29"/>
          <p:cNvSpPr/>
          <p:nvPr/>
        </p:nvSpPr>
        <p:spPr>
          <a:xfrm>
            <a:off x="1582896" y="1810494"/>
            <a:ext cx="148468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1184" dirty="0"/>
          </a:p>
        </p:txBody>
      </p:sp>
      <p:sp>
        <p:nvSpPr>
          <p:cNvPr id="33" name="Text 30"/>
          <p:cNvSpPr/>
          <p:nvPr/>
        </p:nvSpPr>
        <p:spPr>
          <a:xfrm>
            <a:off x="4519648" y="1810494"/>
            <a:ext cx="1484992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1184" dirty="0"/>
          </a:p>
        </p:txBody>
      </p:sp>
      <p:sp>
        <p:nvSpPr>
          <p:cNvPr id="34" name="Text 31"/>
          <p:cNvSpPr/>
          <p:nvPr/>
        </p:nvSpPr>
        <p:spPr>
          <a:xfrm>
            <a:off x="1582896" y="1981944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848" dirty="0"/>
          </a:p>
        </p:txBody>
      </p:sp>
      <p:sp>
        <p:nvSpPr>
          <p:cNvPr id="35" name="Text 32"/>
          <p:cNvSpPr/>
          <p:nvPr/>
        </p:nvSpPr>
        <p:spPr>
          <a:xfrm>
            <a:off x="533387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36" name="Text 33"/>
          <p:cNvSpPr/>
          <p:nvPr/>
        </p:nvSpPr>
        <p:spPr>
          <a:xfrm>
            <a:off x="1582896" y="2834432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848" dirty="0"/>
          </a:p>
        </p:txBody>
      </p:sp>
      <p:sp>
        <p:nvSpPr>
          <p:cNvPr id="37" name="Text 34"/>
          <p:cNvSpPr/>
          <p:nvPr/>
        </p:nvSpPr>
        <p:spPr>
          <a:xfrm>
            <a:off x="6295868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38" name="Text 35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840" dirty="0"/>
          </a:p>
        </p:txBody>
      </p:sp>
      <p:sp>
        <p:nvSpPr>
          <p:cNvPr id="39" name="Text 36"/>
          <p:cNvSpPr/>
          <p:nvPr/>
        </p:nvSpPr>
        <p:spPr>
          <a:xfrm>
            <a:off x="8216595" y="97155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840" dirty="0"/>
          </a:p>
        </p:txBody>
      </p:sp>
      <p:sp>
        <p:nvSpPr>
          <p:cNvPr id="40" name="Text 37"/>
          <p:cNvSpPr/>
          <p:nvPr/>
        </p:nvSpPr>
        <p:spPr>
          <a:xfrm>
            <a:off x="2996877" y="1981944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848" dirty="0"/>
          </a:p>
        </p:txBody>
      </p:sp>
      <p:sp>
        <p:nvSpPr>
          <p:cNvPr id="41" name="Text 38"/>
          <p:cNvSpPr/>
          <p:nvPr/>
        </p:nvSpPr>
        <p:spPr>
          <a:xfrm>
            <a:off x="4519648" y="1981944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848" dirty="0"/>
          </a:p>
        </p:txBody>
      </p:sp>
      <p:sp>
        <p:nvSpPr>
          <p:cNvPr id="42" name="Text 39"/>
          <p:cNvSpPr/>
          <p:nvPr/>
        </p:nvSpPr>
        <p:spPr>
          <a:xfrm>
            <a:off x="2996877" y="2834432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848" dirty="0"/>
          </a:p>
        </p:txBody>
      </p:sp>
      <p:sp>
        <p:nvSpPr>
          <p:cNvPr id="43" name="Text 40"/>
          <p:cNvSpPr/>
          <p:nvPr/>
        </p:nvSpPr>
        <p:spPr>
          <a:xfrm>
            <a:off x="4519648" y="2834432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848" dirty="0"/>
          </a:p>
        </p:txBody>
      </p:sp>
      <p:sp>
        <p:nvSpPr>
          <p:cNvPr id="44" name="Text 41"/>
          <p:cNvSpPr/>
          <p:nvPr/>
        </p:nvSpPr>
        <p:spPr>
          <a:xfrm>
            <a:off x="504812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1184" dirty="0"/>
          </a:p>
        </p:txBody>
      </p:sp>
      <p:sp>
        <p:nvSpPr>
          <p:cNvPr id="45" name="Text 42"/>
          <p:cNvSpPr/>
          <p:nvPr/>
        </p:nvSpPr>
        <p:spPr>
          <a:xfrm>
            <a:off x="2329400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768" dirty="0"/>
          </a:p>
        </p:txBody>
      </p:sp>
      <p:sp>
        <p:nvSpPr>
          <p:cNvPr id="46" name="Text 43"/>
          <p:cNvSpPr/>
          <p:nvPr/>
        </p:nvSpPr>
        <p:spPr>
          <a:xfrm>
            <a:off x="5226118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768" dirty="0"/>
          </a:p>
        </p:txBody>
      </p:sp>
      <p:sp>
        <p:nvSpPr>
          <p:cNvPr id="47" name="Text 44"/>
          <p:cNvSpPr/>
          <p:nvPr/>
        </p:nvSpPr>
        <p:spPr>
          <a:xfrm>
            <a:off x="2329400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768" dirty="0"/>
          </a:p>
        </p:txBody>
      </p:sp>
      <p:sp>
        <p:nvSpPr>
          <p:cNvPr id="48" name="Text 45"/>
          <p:cNvSpPr/>
          <p:nvPr/>
        </p:nvSpPr>
        <p:spPr>
          <a:xfrm>
            <a:off x="5226118" y="35488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768" dirty="0"/>
          </a:p>
        </p:txBody>
      </p:sp>
      <p:sp>
        <p:nvSpPr>
          <p:cNvPr id="49" name="Text 46"/>
          <p:cNvSpPr/>
          <p:nvPr/>
        </p:nvSpPr>
        <p:spPr>
          <a:xfrm>
            <a:off x="2329400" y="40822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768" dirty="0"/>
          </a:p>
        </p:txBody>
      </p:sp>
      <p:sp>
        <p:nvSpPr>
          <p:cNvPr id="50" name="Text 47"/>
          <p:cNvSpPr/>
          <p:nvPr/>
        </p:nvSpPr>
        <p:spPr>
          <a:xfrm>
            <a:off x="5226118" y="408220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768" dirty="0"/>
          </a:p>
        </p:txBody>
      </p:sp>
      <p:sp>
        <p:nvSpPr>
          <p:cNvPr id="51" name="Text 48"/>
          <p:cNvSpPr/>
          <p:nvPr/>
        </p:nvSpPr>
        <p:spPr>
          <a:xfrm>
            <a:off x="9303014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52" name="Text 49"/>
          <p:cNvSpPr/>
          <p:nvPr/>
        </p:nvSpPr>
        <p:spPr>
          <a:xfrm>
            <a:off x="7345377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848" dirty="0"/>
          </a:p>
        </p:txBody>
      </p:sp>
      <p:sp>
        <p:nvSpPr>
          <p:cNvPr id="53" name="Text 50"/>
          <p:cNvSpPr/>
          <p:nvPr/>
        </p:nvSpPr>
        <p:spPr>
          <a:xfrm>
            <a:off x="8324195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848" dirty="0"/>
          </a:p>
        </p:txBody>
      </p:sp>
      <p:sp>
        <p:nvSpPr>
          <p:cNvPr id="54" name="Text 51"/>
          <p:cNvSpPr/>
          <p:nvPr/>
        </p:nvSpPr>
        <p:spPr>
          <a:xfrm>
            <a:off x="7345377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848" dirty="0"/>
          </a:p>
        </p:txBody>
      </p:sp>
      <p:sp>
        <p:nvSpPr>
          <p:cNvPr id="55" name="Text 52"/>
          <p:cNvSpPr/>
          <p:nvPr/>
        </p:nvSpPr>
        <p:spPr>
          <a:xfrm>
            <a:off x="8324195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848" dirty="0"/>
          </a:p>
        </p:txBody>
      </p:sp>
      <p:sp>
        <p:nvSpPr>
          <p:cNvPr id="56" name="Text 53"/>
          <p:cNvSpPr/>
          <p:nvPr/>
        </p:nvSpPr>
        <p:spPr>
          <a:xfrm>
            <a:off x="8091881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28.692</a:t>
            </a:r>
            <a:endParaRPr lang="en-US" sz="736" dirty="0"/>
          </a:p>
        </p:txBody>
      </p:sp>
      <p:sp>
        <p:nvSpPr>
          <p:cNvPr id="57" name="Text 54"/>
          <p:cNvSpPr/>
          <p:nvPr/>
        </p:nvSpPr>
        <p:spPr>
          <a:xfrm>
            <a:off x="10988599" y="40822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28.692</a:t>
            </a:r>
            <a:endParaRPr lang="en-US" sz="736" dirty="0"/>
          </a:p>
        </p:txBody>
      </p:sp>
      <p:sp>
        <p:nvSpPr>
          <p:cNvPr id="58" name="Text 55"/>
          <p:cNvSpPr/>
          <p:nvPr/>
        </p:nvSpPr>
        <p:spPr>
          <a:xfrm>
            <a:off x="8091881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22.104</a:t>
            </a:r>
            <a:endParaRPr lang="en-US" sz="736" dirty="0"/>
          </a:p>
        </p:txBody>
      </p:sp>
      <p:sp>
        <p:nvSpPr>
          <p:cNvPr id="59" name="Text 56"/>
          <p:cNvSpPr/>
          <p:nvPr/>
        </p:nvSpPr>
        <p:spPr>
          <a:xfrm>
            <a:off x="10988599" y="42155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22.104</a:t>
            </a:r>
            <a:endParaRPr lang="en-US" sz="736" dirty="0"/>
          </a:p>
        </p:txBody>
      </p:sp>
      <p:sp>
        <p:nvSpPr>
          <p:cNvPr id="60" name="Text 57"/>
          <p:cNvSpPr/>
          <p:nvPr/>
        </p:nvSpPr>
        <p:spPr>
          <a:xfrm>
            <a:off x="533387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61" name="Text 58"/>
          <p:cNvSpPr/>
          <p:nvPr/>
        </p:nvSpPr>
        <p:spPr>
          <a:xfrm>
            <a:off x="533387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62" name="Text 59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63" name="Text 60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64" name="Text 61"/>
          <p:cNvSpPr/>
          <p:nvPr/>
        </p:nvSpPr>
        <p:spPr>
          <a:xfrm>
            <a:off x="495288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65" name="Text 62"/>
          <p:cNvSpPr/>
          <p:nvPr/>
        </p:nvSpPr>
        <p:spPr>
          <a:xfrm>
            <a:off x="5226118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66" name="Text 63"/>
          <p:cNvSpPr/>
          <p:nvPr/>
        </p:nvSpPr>
        <p:spPr>
          <a:xfrm>
            <a:off x="2329400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768" dirty="0"/>
          </a:p>
        </p:txBody>
      </p:sp>
      <p:sp>
        <p:nvSpPr>
          <p:cNvPr id="67" name="Text 64"/>
          <p:cNvSpPr/>
          <p:nvPr/>
        </p:nvSpPr>
        <p:spPr>
          <a:xfrm>
            <a:off x="5226118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768" dirty="0"/>
          </a:p>
        </p:txBody>
      </p:sp>
      <p:sp>
        <p:nvSpPr>
          <p:cNvPr id="68" name="Text 65"/>
          <p:cNvSpPr/>
          <p:nvPr/>
        </p:nvSpPr>
        <p:spPr>
          <a:xfrm>
            <a:off x="2329400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768" dirty="0"/>
          </a:p>
        </p:txBody>
      </p:sp>
      <p:sp>
        <p:nvSpPr>
          <p:cNvPr id="69" name="Text 66"/>
          <p:cNvSpPr/>
          <p:nvPr/>
        </p:nvSpPr>
        <p:spPr>
          <a:xfrm>
            <a:off x="5226118" y="38155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768" dirty="0"/>
          </a:p>
        </p:txBody>
      </p:sp>
      <p:sp>
        <p:nvSpPr>
          <p:cNvPr id="70" name="Text 67"/>
          <p:cNvSpPr/>
          <p:nvPr/>
        </p:nvSpPr>
        <p:spPr>
          <a:xfrm>
            <a:off x="2329400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768" dirty="0"/>
          </a:p>
        </p:txBody>
      </p:sp>
      <p:sp>
        <p:nvSpPr>
          <p:cNvPr id="71" name="Text 68"/>
          <p:cNvSpPr/>
          <p:nvPr/>
        </p:nvSpPr>
        <p:spPr>
          <a:xfrm>
            <a:off x="5226118" y="39488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768" dirty="0"/>
          </a:p>
        </p:txBody>
      </p:sp>
      <p:sp>
        <p:nvSpPr>
          <p:cNvPr id="72" name="Text 69"/>
          <p:cNvSpPr/>
          <p:nvPr/>
        </p:nvSpPr>
        <p:spPr>
          <a:xfrm>
            <a:off x="504812" y="408220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68" dirty="0"/>
          </a:p>
        </p:txBody>
      </p:sp>
      <p:sp>
        <p:nvSpPr>
          <p:cNvPr id="73" name="Text 70"/>
          <p:cNvSpPr/>
          <p:nvPr/>
        </p:nvSpPr>
        <p:spPr>
          <a:xfrm>
            <a:off x="7345377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1184" dirty="0"/>
          </a:p>
        </p:txBody>
      </p:sp>
      <p:sp>
        <p:nvSpPr>
          <p:cNvPr id="74" name="Text 71"/>
          <p:cNvSpPr/>
          <p:nvPr/>
        </p:nvSpPr>
        <p:spPr>
          <a:xfrm>
            <a:off x="6295868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75" name="Text 72"/>
          <p:cNvSpPr/>
          <p:nvPr/>
        </p:nvSpPr>
        <p:spPr>
          <a:xfrm>
            <a:off x="10281832" y="1981944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848" dirty="0"/>
          </a:p>
        </p:txBody>
      </p:sp>
      <p:sp>
        <p:nvSpPr>
          <p:cNvPr id="76" name="Text 73"/>
          <p:cNvSpPr/>
          <p:nvPr/>
        </p:nvSpPr>
        <p:spPr>
          <a:xfrm>
            <a:off x="6295868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77" name="Text 74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78" name="Text 75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79" name="Text 76"/>
          <p:cNvSpPr/>
          <p:nvPr/>
        </p:nvSpPr>
        <p:spPr>
          <a:xfrm>
            <a:off x="6257769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80" name="Text 77"/>
          <p:cNvSpPr/>
          <p:nvPr/>
        </p:nvSpPr>
        <p:spPr>
          <a:xfrm>
            <a:off x="10281832" y="2834432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848" dirty="0"/>
          </a:p>
        </p:txBody>
      </p:sp>
      <p:sp>
        <p:nvSpPr>
          <p:cNvPr id="81" name="Text 78"/>
          <p:cNvSpPr/>
          <p:nvPr/>
        </p:nvSpPr>
        <p:spPr>
          <a:xfrm>
            <a:off x="10988599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82" name="Text 79"/>
          <p:cNvSpPr/>
          <p:nvPr/>
        </p:nvSpPr>
        <p:spPr>
          <a:xfrm>
            <a:off x="8091881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6.536</a:t>
            </a:r>
            <a:endParaRPr lang="en-US" sz="736" dirty="0"/>
          </a:p>
        </p:txBody>
      </p:sp>
      <p:sp>
        <p:nvSpPr>
          <p:cNvPr id="83" name="Text 80"/>
          <p:cNvSpPr/>
          <p:nvPr/>
        </p:nvSpPr>
        <p:spPr>
          <a:xfrm>
            <a:off x="10988599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6.536</a:t>
            </a:r>
            <a:endParaRPr lang="en-US" sz="736" dirty="0"/>
          </a:p>
        </p:txBody>
      </p:sp>
      <p:sp>
        <p:nvSpPr>
          <p:cNvPr id="84" name="Text 81"/>
          <p:cNvSpPr/>
          <p:nvPr/>
        </p:nvSpPr>
        <p:spPr>
          <a:xfrm>
            <a:off x="8091881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3.210</a:t>
            </a:r>
            <a:endParaRPr lang="en-US" sz="736" dirty="0"/>
          </a:p>
        </p:txBody>
      </p:sp>
      <p:sp>
        <p:nvSpPr>
          <p:cNvPr id="85" name="Text 82"/>
          <p:cNvSpPr/>
          <p:nvPr/>
        </p:nvSpPr>
        <p:spPr>
          <a:xfrm>
            <a:off x="10988599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3.210</a:t>
            </a:r>
            <a:endParaRPr lang="en-US" sz="736" dirty="0"/>
          </a:p>
        </p:txBody>
      </p:sp>
      <p:sp>
        <p:nvSpPr>
          <p:cNvPr id="86" name="Text 83"/>
          <p:cNvSpPr/>
          <p:nvPr/>
        </p:nvSpPr>
        <p:spPr>
          <a:xfrm>
            <a:off x="8091881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1.845</a:t>
            </a:r>
            <a:endParaRPr lang="en-US" sz="736" dirty="0"/>
          </a:p>
        </p:txBody>
      </p:sp>
      <p:sp>
        <p:nvSpPr>
          <p:cNvPr id="87" name="Text 84"/>
          <p:cNvSpPr/>
          <p:nvPr/>
        </p:nvSpPr>
        <p:spPr>
          <a:xfrm>
            <a:off x="10988599" y="38155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1.845</a:t>
            </a:r>
            <a:endParaRPr lang="en-US" sz="736" dirty="0"/>
          </a:p>
        </p:txBody>
      </p:sp>
      <p:sp>
        <p:nvSpPr>
          <p:cNvPr id="88" name="Text 85"/>
          <p:cNvSpPr/>
          <p:nvPr/>
        </p:nvSpPr>
        <p:spPr>
          <a:xfrm>
            <a:off x="8091881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1.402</a:t>
            </a:r>
            <a:endParaRPr lang="en-US" sz="736" dirty="0"/>
          </a:p>
        </p:txBody>
      </p:sp>
      <p:sp>
        <p:nvSpPr>
          <p:cNvPr id="89" name="Text 86"/>
          <p:cNvSpPr/>
          <p:nvPr/>
        </p:nvSpPr>
        <p:spPr>
          <a:xfrm>
            <a:off x="10988599" y="39488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1.402</a:t>
            </a:r>
            <a:endParaRPr lang="en-US" sz="736" dirty="0"/>
          </a:p>
        </p:txBody>
      </p:sp>
      <p:sp>
        <p:nvSpPr>
          <p:cNvPr id="90" name="Text 87"/>
          <p:cNvSpPr/>
          <p:nvPr/>
        </p:nvSpPr>
        <p:spPr>
          <a:xfrm>
            <a:off x="8091881" y="43489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6.588</a:t>
            </a:r>
            <a:endParaRPr lang="en-US" sz="736" dirty="0"/>
          </a:p>
        </p:txBody>
      </p:sp>
      <p:sp>
        <p:nvSpPr>
          <p:cNvPr id="91" name="Text 88"/>
          <p:cNvSpPr/>
          <p:nvPr/>
        </p:nvSpPr>
        <p:spPr>
          <a:xfrm>
            <a:off x="10988599" y="434890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6.588</a:t>
            </a:r>
            <a:endParaRPr lang="en-US" sz="736" dirty="0"/>
          </a:p>
        </p:txBody>
      </p:sp>
      <p:sp>
        <p:nvSpPr>
          <p:cNvPr id="92" name="Text 89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93" name="Text 90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94" name="Text 91"/>
          <p:cNvSpPr/>
          <p:nvPr/>
        </p:nvSpPr>
        <p:spPr>
          <a:xfrm>
            <a:off x="495288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95" name="Text 92"/>
          <p:cNvSpPr/>
          <p:nvPr/>
        </p:nvSpPr>
        <p:spPr>
          <a:xfrm>
            <a:off x="232940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96" name="Text 93"/>
          <p:cNvSpPr/>
          <p:nvPr/>
        </p:nvSpPr>
        <p:spPr>
          <a:xfrm>
            <a:off x="281218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97" name="Text 94"/>
          <p:cNvSpPr/>
          <p:nvPr/>
        </p:nvSpPr>
        <p:spPr>
          <a:xfrm>
            <a:off x="329497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98" name="Text 95"/>
          <p:cNvSpPr/>
          <p:nvPr/>
        </p:nvSpPr>
        <p:spPr>
          <a:xfrm>
            <a:off x="3777759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99" name="Text 96"/>
          <p:cNvSpPr/>
          <p:nvPr/>
        </p:nvSpPr>
        <p:spPr>
          <a:xfrm>
            <a:off x="4260545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100" name="Text 97"/>
          <p:cNvSpPr/>
          <p:nvPr/>
        </p:nvSpPr>
        <p:spPr>
          <a:xfrm>
            <a:off x="474333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101" name="Text 98"/>
          <p:cNvSpPr/>
          <p:nvPr/>
        </p:nvSpPr>
        <p:spPr>
          <a:xfrm>
            <a:off x="6257769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102" name="Text 99"/>
          <p:cNvSpPr/>
          <p:nvPr/>
        </p:nvSpPr>
        <p:spPr>
          <a:xfrm>
            <a:off x="809188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103" name="Text 100"/>
          <p:cNvSpPr/>
          <p:nvPr/>
        </p:nvSpPr>
        <p:spPr>
          <a:xfrm>
            <a:off x="8574667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104" name="Text 101"/>
          <p:cNvSpPr/>
          <p:nvPr/>
        </p:nvSpPr>
        <p:spPr>
          <a:xfrm>
            <a:off x="9057453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105" name="Text 102"/>
          <p:cNvSpPr/>
          <p:nvPr/>
        </p:nvSpPr>
        <p:spPr>
          <a:xfrm>
            <a:off x="954024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106" name="Text 103"/>
          <p:cNvSpPr/>
          <p:nvPr/>
        </p:nvSpPr>
        <p:spPr>
          <a:xfrm>
            <a:off x="1002302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107" name="Text 104"/>
          <p:cNvSpPr/>
          <p:nvPr/>
        </p:nvSpPr>
        <p:spPr>
          <a:xfrm>
            <a:off x="1050581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108" name="Text 105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840" dirty="0"/>
          </a:p>
        </p:txBody>
      </p:sp>
      <p:sp>
        <p:nvSpPr>
          <p:cNvPr id="109" name="Text 106"/>
          <p:cNvSpPr/>
          <p:nvPr/>
        </p:nvSpPr>
        <p:spPr>
          <a:xfrm>
            <a:off x="10146104" y="20009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848" dirty="0"/>
          </a:p>
        </p:txBody>
      </p:sp>
      <p:sp>
        <p:nvSpPr>
          <p:cNvPr id="110" name="Text 107"/>
          <p:cNvSpPr/>
          <p:nvPr/>
        </p:nvSpPr>
        <p:spPr>
          <a:xfrm>
            <a:off x="10143574" y="28582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848" dirty="0"/>
          </a:p>
        </p:txBody>
      </p:sp>
      <p:sp>
        <p:nvSpPr>
          <p:cNvPr id="111" name="Text 108"/>
          <p:cNvSpPr/>
          <p:nvPr/>
        </p:nvSpPr>
        <p:spPr>
          <a:xfrm>
            <a:off x="8091881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36" dirty="0"/>
          </a:p>
        </p:txBody>
      </p:sp>
      <p:sp>
        <p:nvSpPr>
          <p:cNvPr id="112" name="Text 109"/>
          <p:cNvSpPr/>
          <p:nvPr/>
        </p:nvSpPr>
        <p:spPr>
          <a:xfrm>
            <a:off x="10988599" y="35488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3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5722888"/>
            <a:ext cx="663160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Muestra una contactabilidad excelente () y una conversión sobre contacto muy alta ().</a:t>
            </a:r>
            <a:endParaRPr lang="en-US" sz="992" dirty="0"/>
          </a:p>
        </p:txBody>
      </p:sp>
      <p:sp>
        <p:nvSpPr>
          <p:cNvPr id="4" name="Text 1"/>
          <p:cNvSpPr/>
          <p:nvPr/>
        </p:nvSpPr>
        <p:spPr>
          <a:xfrm>
            <a:off x="685783" y="5869335"/>
            <a:ext cx="663160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 el , consolidándose como un canal de gran eficiencia a menor escala.</a:t>
            </a:r>
            <a:endParaRPr lang="en-US" sz="992" dirty="0"/>
          </a:p>
        </p:txBody>
      </p:sp>
      <p:sp>
        <p:nvSpPr>
          <p:cNvPr id="5" name="Text 2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504812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 / Ya Posee el Producto</a:t>
            </a:r>
            <a:endParaRPr lang="en-US" sz="768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3616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680" dirty="0"/>
          </a:p>
        </p:txBody>
      </p:sp>
      <p:sp>
        <p:nvSpPr>
          <p:cNvPr id="9" name="Text 6"/>
          <p:cNvSpPr/>
          <p:nvPr/>
        </p:nvSpPr>
        <p:spPr>
          <a:xfrm>
            <a:off x="6267293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cumple requisito de edad (&gt;69 años)</a:t>
            </a:r>
            <a:endParaRPr lang="en-US" sz="736" dirty="0"/>
          </a:p>
        </p:txBody>
      </p:sp>
      <p:sp>
        <p:nvSpPr>
          <p:cNvPr id="10" name="Text 7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6267293" y="48823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736" dirty="0"/>
          </a:p>
        </p:txBody>
      </p:sp>
      <p:sp>
        <p:nvSpPr>
          <p:cNvPr id="12" name="Text 9"/>
          <p:cNvSpPr/>
          <p:nvPr/>
        </p:nvSpPr>
        <p:spPr>
          <a:xfrm>
            <a:off x="2227455" y="5585966"/>
            <a:ext cx="156093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 de rechazo casi nulo (&lt;1 %)</a:t>
            </a:r>
            <a:endParaRPr lang="en-US" sz="992" dirty="0"/>
          </a:p>
        </p:txBody>
      </p:sp>
      <p:sp>
        <p:nvSpPr>
          <p:cNvPr id="13" name="Text 10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1088" dirty="0"/>
          </a:p>
        </p:txBody>
      </p:sp>
      <p:sp>
        <p:nvSpPr>
          <p:cNvPr id="14" name="Text 11"/>
          <p:cNvSpPr/>
          <p:nvPr/>
        </p:nvSpPr>
        <p:spPr>
          <a:xfrm>
            <a:off x="504812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768" dirty="0"/>
          </a:p>
        </p:txBody>
      </p:sp>
      <p:sp>
        <p:nvSpPr>
          <p:cNvPr id="15" name="Text 12"/>
          <p:cNvSpPr/>
          <p:nvPr/>
        </p:nvSpPr>
        <p:spPr>
          <a:xfrm>
            <a:off x="6267293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736" dirty="0"/>
          </a:p>
        </p:txBody>
      </p:sp>
      <p:sp>
        <p:nvSpPr>
          <p:cNvPr id="16" name="Text 13"/>
          <p:cNvSpPr/>
          <p:nvPr/>
        </p:nvSpPr>
        <p:spPr>
          <a:xfrm>
            <a:off x="9287536" y="209550"/>
            <a:ext cx="2449307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Microseguro</a:t>
            </a:r>
            <a:endParaRPr lang="en-US" sz="1120" dirty="0"/>
          </a:p>
        </p:txBody>
      </p:sp>
      <p:sp>
        <p:nvSpPr>
          <p:cNvPr id="17" name="Text 14"/>
          <p:cNvSpPr/>
          <p:nvPr/>
        </p:nvSpPr>
        <p:spPr>
          <a:xfrm>
            <a:off x="6267293" y="40822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736" dirty="0"/>
          </a:p>
        </p:txBody>
      </p:sp>
      <p:sp>
        <p:nvSpPr>
          <p:cNvPr id="18" name="Text 15"/>
          <p:cNvSpPr/>
          <p:nvPr/>
        </p:nvSpPr>
        <p:spPr>
          <a:xfrm>
            <a:off x="6267293" y="42155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736" dirty="0"/>
          </a:p>
        </p:txBody>
      </p:sp>
      <p:sp>
        <p:nvSpPr>
          <p:cNvPr id="19" name="Text 16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896" dirty="0"/>
          </a:p>
        </p:txBody>
      </p:sp>
      <p:sp>
        <p:nvSpPr>
          <p:cNvPr id="20" name="Text 17"/>
          <p:cNvSpPr/>
          <p:nvPr/>
        </p:nvSpPr>
        <p:spPr>
          <a:xfrm>
            <a:off x="6267293" y="46156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736" dirty="0"/>
          </a:p>
        </p:txBody>
      </p:sp>
      <p:sp>
        <p:nvSpPr>
          <p:cNvPr id="21" name="Text 18"/>
          <p:cNvSpPr/>
          <p:nvPr/>
        </p:nvSpPr>
        <p:spPr>
          <a:xfrm>
            <a:off x="504812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68" dirty="0"/>
          </a:p>
        </p:txBody>
      </p:sp>
      <p:sp>
        <p:nvSpPr>
          <p:cNvPr id="22" name="Text 19"/>
          <p:cNvSpPr/>
          <p:nvPr/>
        </p:nvSpPr>
        <p:spPr>
          <a:xfrm>
            <a:off x="6267293" y="43489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36" dirty="0"/>
          </a:p>
        </p:txBody>
      </p:sp>
      <p:sp>
        <p:nvSpPr>
          <p:cNvPr id="23" name="Text 20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896" dirty="0"/>
          </a:p>
        </p:txBody>
      </p:sp>
      <p:sp>
        <p:nvSpPr>
          <p:cNvPr id="24" name="Text 21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896" dirty="0"/>
          </a:p>
        </p:txBody>
      </p:sp>
      <p:sp>
        <p:nvSpPr>
          <p:cNvPr id="25" name="Text 22"/>
          <p:cNvSpPr/>
          <p:nvPr/>
        </p:nvSpPr>
        <p:spPr>
          <a:xfrm>
            <a:off x="6267293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736" dirty="0"/>
          </a:p>
        </p:txBody>
      </p:sp>
      <p:sp>
        <p:nvSpPr>
          <p:cNvPr id="26" name="Text 23"/>
          <p:cNvSpPr/>
          <p:nvPr/>
        </p:nvSpPr>
        <p:spPr>
          <a:xfrm>
            <a:off x="6267293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736" dirty="0"/>
          </a:p>
        </p:txBody>
      </p:sp>
      <p:sp>
        <p:nvSpPr>
          <p:cNvPr id="27" name="Text 24"/>
          <p:cNvSpPr/>
          <p:nvPr/>
        </p:nvSpPr>
        <p:spPr>
          <a:xfrm>
            <a:off x="6267293" y="501565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736" dirty="0"/>
          </a:p>
        </p:txBody>
      </p:sp>
      <p:sp>
        <p:nvSpPr>
          <p:cNvPr id="28" name="Text 25"/>
          <p:cNvSpPr/>
          <p:nvPr/>
        </p:nvSpPr>
        <p:spPr>
          <a:xfrm>
            <a:off x="10281832" y="1810494"/>
            <a:ext cx="1485305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1184" dirty="0"/>
          </a:p>
        </p:txBody>
      </p:sp>
      <p:sp>
        <p:nvSpPr>
          <p:cNvPr id="29" name="Text 26"/>
          <p:cNvSpPr/>
          <p:nvPr/>
        </p:nvSpPr>
        <p:spPr>
          <a:xfrm>
            <a:off x="6267293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736" dirty="0"/>
          </a:p>
        </p:txBody>
      </p:sp>
      <p:sp>
        <p:nvSpPr>
          <p:cNvPr id="30" name="Text 27"/>
          <p:cNvSpPr/>
          <p:nvPr/>
        </p:nvSpPr>
        <p:spPr>
          <a:xfrm>
            <a:off x="6267293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1184" dirty="0"/>
          </a:p>
        </p:txBody>
      </p:sp>
      <p:sp>
        <p:nvSpPr>
          <p:cNvPr id="31" name="Text 28"/>
          <p:cNvSpPr/>
          <p:nvPr/>
        </p:nvSpPr>
        <p:spPr>
          <a:xfrm>
            <a:off x="6267293" y="44822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736" dirty="0"/>
          </a:p>
        </p:txBody>
      </p:sp>
      <p:sp>
        <p:nvSpPr>
          <p:cNvPr id="32" name="Text 29"/>
          <p:cNvSpPr/>
          <p:nvPr/>
        </p:nvSpPr>
        <p:spPr>
          <a:xfrm>
            <a:off x="6267293" y="47489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736" dirty="0"/>
          </a:p>
        </p:txBody>
      </p:sp>
      <p:sp>
        <p:nvSpPr>
          <p:cNvPr id="33" name="Text 30"/>
          <p:cNvSpPr/>
          <p:nvPr/>
        </p:nvSpPr>
        <p:spPr>
          <a:xfrm>
            <a:off x="2996877" y="1810494"/>
            <a:ext cx="159891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1184" dirty="0"/>
          </a:p>
        </p:txBody>
      </p:sp>
      <p:sp>
        <p:nvSpPr>
          <p:cNvPr id="34" name="Text 31"/>
          <p:cNvSpPr/>
          <p:nvPr/>
        </p:nvSpPr>
        <p:spPr>
          <a:xfrm>
            <a:off x="8324195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1184" dirty="0"/>
          </a:p>
        </p:txBody>
      </p:sp>
      <p:sp>
        <p:nvSpPr>
          <p:cNvPr id="35" name="Text 32"/>
          <p:cNvSpPr/>
          <p:nvPr/>
        </p:nvSpPr>
        <p:spPr>
          <a:xfrm>
            <a:off x="1582896" y="1810494"/>
            <a:ext cx="148468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1184" dirty="0"/>
          </a:p>
        </p:txBody>
      </p:sp>
      <p:sp>
        <p:nvSpPr>
          <p:cNvPr id="36" name="Text 33"/>
          <p:cNvSpPr/>
          <p:nvPr/>
        </p:nvSpPr>
        <p:spPr>
          <a:xfrm>
            <a:off x="4519648" y="1810494"/>
            <a:ext cx="1484992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1184" dirty="0"/>
          </a:p>
        </p:txBody>
      </p:sp>
      <p:sp>
        <p:nvSpPr>
          <p:cNvPr id="37" name="Text 34"/>
          <p:cNvSpPr/>
          <p:nvPr/>
        </p:nvSpPr>
        <p:spPr>
          <a:xfrm>
            <a:off x="533387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38" name="Text 35"/>
          <p:cNvSpPr/>
          <p:nvPr/>
        </p:nvSpPr>
        <p:spPr>
          <a:xfrm>
            <a:off x="6295868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39" name="Text 36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1840" dirty="0"/>
          </a:p>
        </p:txBody>
      </p:sp>
      <p:sp>
        <p:nvSpPr>
          <p:cNvPr id="40" name="Text 37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1840" dirty="0"/>
          </a:p>
        </p:txBody>
      </p:sp>
      <p:sp>
        <p:nvSpPr>
          <p:cNvPr id="41" name="Text 38"/>
          <p:cNvSpPr/>
          <p:nvPr/>
        </p:nvSpPr>
        <p:spPr>
          <a:xfrm>
            <a:off x="504812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9303014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43" name="Text 40"/>
          <p:cNvSpPr/>
          <p:nvPr/>
        </p:nvSpPr>
        <p:spPr>
          <a:xfrm>
            <a:off x="8324195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848" dirty="0"/>
          </a:p>
        </p:txBody>
      </p:sp>
      <p:sp>
        <p:nvSpPr>
          <p:cNvPr id="44" name="Text 41"/>
          <p:cNvSpPr/>
          <p:nvPr/>
        </p:nvSpPr>
        <p:spPr>
          <a:xfrm>
            <a:off x="10281832" y="1981944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22,0 %</a:t>
            </a:r>
            <a:endParaRPr lang="en-US" sz="848" dirty="0"/>
          </a:p>
        </p:txBody>
      </p:sp>
      <p:sp>
        <p:nvSpPr>
          <p:cNvPr id="45" name="Text 42"/>
          <p:cNvSpPr/>
          <p:nvPr/>
        </p:nvSpPr>
        <p:spPr>
          <a:xfrm>
            <a:off x="8324195" y="21200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848" dirty="0"/>
          </a:p>
        </p:txBody>
      </p:sp>
      <p:sp>
        <p:nvSpPr>
          <p:cNvPr id="46" name="Text 43"/>
          <p:cNvSpPr/>
          <p:nvPr/>
        </p:nvSpPr>
        <p:spPr>
          <a:xfrm>
            <a:off x="10281832" y="212005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848" dirty="0"/>
          </a:p>
        </p:txBody>
      </p:sp>
      <p:sp>
        <p:nvSpPr>
          <p:cNvPr id="47" name="Text 44"/>
          <p:cNvSpPr/>
          <p:nvPr/>
        </p:nvSpPr>
        <p:spPr>
          <a:xfrm>
            <a:off x="8324195" y="226293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848" dirty="0"/>
          </a:p>
        </p:txBody>
      </p:sp>
      <p:sp>
        <p:nvSpPr>
          <p:cNvPr id="48" name="Text 45"/>
          <p:cNvSpPr/>
          <p:nvPr/>
        </p:nvSpPr>
        <p:spPr>
          <a:xfrm>
            <a:off x="10281832" y="2262932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848" dirty="0"/>
          </a:p>
        </p:txBody>
      </p:sp>
      <p:sp>
        <p:nvSpPr>
          <p:cNvPr id="49" name="Text 46"/>
          <p:cNvSpPr/>
          <p:nvPr/>
        </p:nvSpPr>
        <p:spPr>
          <a:xfrm>
            <a:off x="8324195" y="240580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848" dirty="0"/>
          </a:p>
        </p:txBody>
      </p:sp>
      <p:sp>
        <p:nvSpPr>
          <p:cNvPr id="50" name="Text 47"/>
          <p:cNvSpPr/>
          <p:nvPr/>
        </p:nvSpPr>
        <p:spPr>
          <a:xfrm>
            <a:off x="10281832" y="240580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848" dirty="0"/>
          </a:p>
        </p:txBody>
      </p:sp>
      <p:sp>
        <p:nvSpPr>
          <p:cNvPr id="51" name="Text 48"/>
          <p:cNvSpPr/>
          <p:nvPr/>
        </p:nvSpPr>
        <p:spPr>
          <a:xfrm>
            <a:off x="8324195" y="254868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848" dirty="0"/>
          </a:p>
        </p:txBody>
      </p:sp>
      <p:sp>
        <p:nvSpPr>
          <p:cNvPr id="52" name="Text 49"/>
          <p:cNvSpPr/>
          <p:nvPr/>
        </p:nvSpPr>
        <p:spPr>
          <a:xfrm>
            <a:off x="10281832" y="2548682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17,8 %</a:t>
            </a:r>
            <a:endParaRPr lang="en-US" sz="848" dirty="0"/>
          </a:p>
        </p:txBody>
      </p:sp>
      <p:sp>
        <p:nvSpPr>
          <p:cNvPr id="53" name="Text 50"/>
          <p:cNvSpPr/>
          <p:nvPr/>
        </p:nvSpPr>
        <p:spPr>
          <a:xfrm>
            <a:off x="8324195" y="26915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848" dirty="0"/>
          </a:p>
        </p:txBody>
      </p:sp>
      <p:sp>
        <p:nvSpPr>
          <p:cNvPr id="54" name="Text 51"/>
          <p:cNvSpPr/>
          <p:nvPr/>
        </p:nvSpPr>
        <p:spPr>
          <a:xfrm>
            <a:off x="10281832" y="2691557"/>
            <a:ext cx="14853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14,3 %</a:t>
            </a:r>
            <a:endParaRPr lang="en-US" sz="848" dirty="0"/>
          </a:p>
        </p:txBody>
      </p:sp>
      <p:sp>
        <p:nvSpPr>
          <p:cNvPr id="55" name="Text 52"/>
          <p:cNvSpPr/>
          <p:nvPr/>
        </p:nvSpPr>
        <p:spPr>
          <a:xfrm>
            <a:off x="8324195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848" dirty="0"/>
          </a:p>
        </p:txBody>
      </p:sp>
      <p:sp>
        <p:nvSpPr>
          <p:cNvPr id="56" name="Text 53"/>
          <p:cNvSpPr/>
          <p:nvPr/>
        </p:nvSpPr>
        <p:spPr>
          <a:xfrm>
            <a:off x="10281832" y="2834432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848" dirty="0"/>
          </a:p>
        </p:txBody>
      </p:sp>
      <p:sp>
        <p:nvSpPr>
          <p:cNvPr id="57" name="Text 54"/>
          <p:cNvSpPr/>
          <p:nvPr/>
        </p:nvSpPr>
        <p:spPr>
          <a:xfrm>
            <a:off x="8216595" y="97155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1840" dirty="0"/>
          </a:p>
        </p:txBody>
      </p:sp>
      <p:sp>
        <p:nvSpPr>
          <p:cNvPr id="58" name="Text 55"/>
          <p:cNvSpPr/>
          <p:nvPr/>
        </p:nvSpPr>
        <p:spPr>
          <a:xfrm>
            <a:off x="533387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59" name="Text 56"/>
          <p:cNvSpPr/>
          <p:nvPr/>
        </p:nvSpPr>
        <p:spPr>
          <a:xfrm>
            <a:off x="1582896" y="1981944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1.368</a:t>
            </a:r>
            <a:endParaRPr lang="en-US" sz="848" dirty="0"/>
          </a:p>
        </p:txBody>
      </p:sp>
      <p:sp>
        <p:nvSpPr>
          <p:cNvPr id="60" name="Text 57"/>
          <p:cNvSpPr/>
          <p:nvPr/>
        </p:nvSpPr>
        <p:spPr>
          <a:xfrm>
            <a:off x="4519648" y="1981944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848" dirty="0"/>
          </a:p>
        </p:txBody>
      </p:sp>
      <p:sp>
        <p:nvSpPr>
          <p:cNvPr id="61" name="Text 58"/>
          <p:cNvSpPr/>
          <p:nvPr/>
        </p:nvSpPr>
        <p:spPr>
          <a:xfrm>
            <a:off x="1582896" y="212005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1.575</a:t>
            </a:r>
            <a:endParaRPr lang="en-US" sz="848" dirty="0"/>
          </a:p>
        </p:txBody>
      </p:sp>
      <p:sp>
        <p:nvSpPr>
          <p:cNvPr id="62" name="Text 59"/>
          <p:cNvSpPr/>
          <p:nvPr/>
        </p:nvSpPr>
        <p:spPr>
          <a:xfrm>
            <a:off x="4519648" y="212005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848" dirty="0"/>
          </a:p>
        </p:txBody>
      </p:sp>
      <p:sp>
        <p:nvSpPr>
          <p:cNvPr id="63" name="Text 60"/>
          <p:cNvSpPr/>
          <p:nvPr/>
        </p:nvSpPr>
        <p:spPr>
          <a:xfrm>
            <a:off x="533387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64" name="Text 61"/>
          <p:cNvSpPr/>
          <p:nvPr/>
        </p:nvSpPr>
        <p:spPr>
          <a:xfrm>
            <a:off x="1582896" y="2262932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1.147</a:t>
            </a:r>
            <a:endParaRPr lang="en-US" sz="848" dirty="0"/>
          </a:p>
        </p:txBody>
      </p:sp>
      <p:sp>
        <p:nvSpPr>
          <p:cNvPr id="65" name="Text 62"/>
          <p:cNvSpPr/>
          <p:nvPr/>
        </p:nvSpPr>
        <p:spPr>
          <a:xfrm>
            <a:off x="4519648" y="2262932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848" dirty="0"/>
          </a:p>
        </p:txBody>
      </p:sp>
      <p:sp>
        <p:nvSpPr>
          <p:cNvPr id="66" name="Text 63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67" name="Text 64"/>
          <p:cNvSpPr/>
          <p:nvPr/>
        </p:nvSpPr>
        <p:spPr>
          <a:xfrm>
            <a:off x="1582896" y="240580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1.737</a:t>
            </a:r>
            <a:endParaRPr lang="en-US" sz="848" dirty="0"/>
          </a:p>
        </p:txBody>
      </p:sp>
      <p:sp>
        <p:nvSpPr>
          <p:cNvPr id="68" name="Text 65"/>
          <p:cNvSpPr/>
          <p:nvPr/>
        </p:nvSpPr>
        <p:spPr>
          <a:xfrm>
            <a:off x="4519648" y="240580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848" dirty="0"/>
          </a:p>
        </p:txBody>
      </p:sp>
      <p:sp>
        <p:nvSpPr>
          <p:cNvPr id="69" name="Text 66"/>
          <p:cNvSpPr/>
          <p:nvPr/>
        </p:nvSpPr>
        <p:spPr>
          <a:xfrm>
            <a:off x="1582896" y="2548682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848" dirty="0"/>
          </a:p>
        </p:txBody>
      </p:sp>
      <p:sp>
        <p:nvSpPr>
          <p:cNvPr id="70" name="Text 67"/>
          <p:cNvSpPr/>
          <p:nvPr/>
        </p:nvSpPr>
        <p:spPr>
          <a:xfrm>
            <a:off x="4519648" y="2548682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848" dirty="0"/>
          </a:p>
        </p:txBody>
      </p:sp>
      <p:sp>
        <p:nvSpPr>
          <p:cNvPr id="71" name="Text 68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72" name="Text 69"/>
          <p:cNvSpPr/>
          <p:nvPr/>
        </p:nvSpPr>
        <p:spPr>
          <a:xfrm>
            <a:off x="1582896" y="2691557"/>
            <a:ext cx="148468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1.705</a:t>
            </a:r>
            <a:endParaRPr lang="en-US" sz="848" dirty="0"/>
          </a:p>
        </p:txBody>
      </p:sp>
      <p:sp>
        <p:nvSpPr>
          <p:cNvPr id="73" name="Text 70"/>
          <p:cNvSpPr/>
          <p:nvPr/>
        </p:nvSpPr>
        <p:spPr>
          <a:xfrm>
            <a:off x="4519648" y="2691557"/>
            <a:ext cx="14849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848" dirty="0"/>
          </a:p>
        </p:txBody>
      </p:sp>
      <p:sp>
        <p:nvSpPr>
          <p:cNvPr id="74" name="Text 71"/>
          <p:cNvSpPr/>
          <p:nvPr/>
        </p:nvSpPr>
        <p:spPr>
          <a:xfrm>
            <a:off x="495288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75" name="Text 72"/>
          <p:cNvSpPr/>
          <p:nvPr/>
        </p:nvSpPr>
        <p:spPr>
          <a:xfrm>
            <a:off x="1582896" y="2834432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9.397</a:t>
            </a:r>
            <a:endParaRPr lang="en-US" sz="848" dirty="0"/>
          </a:p>
        </p:txBody>
      </p:sp>
      <p:sp>
        <p:nvSpPr>
          <p:cNvPr id="76" name="Text 73"/>
          <p:cNvSpPr/>
          <p:nvPr/>
        </p:nvSpPr>
        <p:spPr>
          <a:xfrm>
            <a:off x="4519648" y="2834432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848" dirty="0"/>
          </a:p>
        </p:txBody>
      </p:sp>
      <p:sp>
        <p:nvSpPr>
          <p:cNvPr id="77" name="Text 74"/>
          <p:cNvSpPr/>
          <p:nvPr/>
        </p:nvSpPr>
        <p:spPr>
          <a:xfrm>
            <a:off x="5226118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78" name="Text 75"/>
          <p:cNvSpPr/>
          <p:nvPr/>
        </p:nvSpPr>
        <p:spPr>
          <a:xfrm>
            <a:off x="504812" y="381550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68" dirty="0"/>
          </a:p>
        </p:txBody>
      </p:sp>
      <p:sp>
        <p:nvSpPr>
          <p:cNvPr id="79" name="Text 76"/>
          <p:cNvSpPr/>
          <p:nvPr/>
        </p:nvSpPr>
        <p:spPr>
          <a:xfrm>
            <a:off x="7345377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1184" dirty="0"/>
          </a:p>
        </p:txBody>
      </p:sp>
      <p:sp>
        <p:nvSpPr>
          <p:cNvPr id="80" name="Text 77"/>
          <p:cNvSpPr/>
          <p:nvPr/>
        </p:nvSpPr>
        <p:spPr>
          <a:xfrm>
            <a:off x="6295868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81" name="Text 78"/>
          <p:cNvSpPr/>
          <p:nvPr/>
        </p:nvSpPr>
        <p:spPr>
          <a:xfrm>
            <a:off x="7345377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1.363</a:t>
            </a:r>
            <a:endParaRPr lang="en-US" sz="848" dirty="0"/>
          </a:p>
        </p:txBody>
      </p:sp>
      <p:sp>
        <p:nvSpPr>
          <p:cNvPr id="82" name="Text 79"/>
          <p:cNvSpPr/>
          <p:nvPr/>
        </p:nvSpPr>
        <p:spPr>
          <a:xfrm>
            <a:off x="7345377" y="21200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1.571</a:t>
            </a:r>
            <a:endParaRPr lang="en-US" sz="848" dirty="0"/>
          </a:p>
        </p:txBody>
      </p:sp>
      <p:sp>
        <p:nvSpPr>
          <p:cNvPr id="83" name="Text 80"/>
          <p:cNvSpPr/>
          <p:nvPr/>
        </p:nvSpPr>
        <p:spPr>
          <a:xfrm>
            <a:off x="6295868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84" name="Text 81"/>
          <p:cNvSpPr/>
          <p:nvPr/>
        </p:nvSpPr>
        <p:spPr>
          <a:xfrm>
            <a:off x="7345377" y="226293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1.143</a:t>
            </a:r>
            <a:endParaRPr lang="en-US" sz="848" dirty="0"/>
          </a:p>
        </p:txBody>
      </p:sp>
      <p:sp>
        <p:nvSpPr>
          <p:cNvPr id="85" name="Text 82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86" name="Text 83"/>
          <p:cNvSpPr/>
          <p:nvPr/>
        </p:nvSpPr>
        <p:spPr>
          <a:xfrm>
            <a:off x="7345377" y="240580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1.735</a:t>
            </a:r>
            <a:endParaRPr lang="en-US" sz="848" dirty="0"/>
          </a:p>
        </p:txBody>
      </p:sp>
      <p:sp>
        <p:nvSpPr>
          <p:cNvPr id="87" name="Text 84"/>
          <p:cNvSpPr/>
          <p:nvPr/>
        </p:nvSpPr>
        <p:spPr>
          <a:xfrm>
            <a:off x="7345377" y="2548682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1.862</a:t>
            </a:r>
            <a:endParaRPr lang="en-US" sz="848" dirty="0"/>
          </a:p>
        </p:txBody>
      </p:sp>
      <p:sp>
        <p:nvSpPr>
          <p:cNvPr id="88" name="Text 85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89" name="Text 86"/>
          <p:cNvSpPr/>
          <p:nvPr/>
        </p:nvSpPr>
        <p:spPr>
          <a:xfrm>
            <a:off x="7345377" y="2691557"/>
            <a:ext cx="10277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1.704</a:t>
            </a:r>
            <a:endParaRPr lang="en-US" sz="848" dirty="0"/>
          </a:p>
        </p:txBody>
      </p:sp>
      <p:sp>
        <p:nvSpPr>
          <p:cNvPr id="90" name="Text 87"/>
          <p:cNvSpPr/>
          <p:nvPr/>
        </p:nvSpPr>
        <p:spPr>
          <a:xfrm>
            <a:off x="6257769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91" name="Text 88"/>
          <p:cNvSpPr/>
          <p:nvPr/>
        </p:nvSpPr>
        <p:spPr>
          <a:xfrm>
            <a:off x="7345377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9.378</a:t>
            </a:r>
            <a:endParaRPr lang="en-US" sz="848" dirty="0"/>
          </a:p>
        </p:txBody>
      </p:sp>
      <p:sp>
        <p:nvSpPr>
          <p:cNvPr id="92" name="Text 89"/>
          <p:cNvSpPr/>
          <p:nvPr/>
        </p:nvSpPr>
        <p:spPr>
          <a:xfrm>
            <a:off x="10030318" y="28582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848" dirty="0"/>
          </a:p>
        </p:txBody>
      </p:sp>
      <p:sp>
        <p:nvSpPr>
          <p:cNvPr id="93" name="Text 90"/>
          <p:cNvSpPr/>
          <p:nvPr/>
        </p:nvSpPr>
        <p:spPr>
          <a:xfrm>
            <a:off x="10988599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94" name="Text 91"/>
          <p:cNvSpPr/>
          <p:nvPr/>
        </p:nvSpPr>
        <p:spPr>
          <a:xfrm>
            <a:off x="8091881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1.076</a:t>
            </a:r>
            <a:endParaRPr lang="en-US" sz="736" dirty="0"/>
          </a:p>
        </p:txBody>
      </p:sp>
      <p:sp>
        <p:nvSpPr>
          <p:cNvPr id="95" name="Text 92"/>
          <p:cNvSpPr/>
          <p:nvPr/>
        </p:nvSpPr>
        <p:spPr>
          <a:xfrm>
            <a:off x="8574667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1.240</a:t>
            </a:r>
            <a:endParaRPr lang="en-US" sz="736" dirty="0"/>
          </a:p>
        </p:txBody>
      </p:sp>
      <p:sp>
        <p:nvSpPr>
          <p:cNvPr id="96" name="Text 93"/>
          <p:cNvSpPr/>
          <p:nvPr/>
        </p:nvSpPr>
        <p:spPr>
          <a:xfrm>
            <a:off x="9540240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1.369</a:t>
            </a:r>
            <a:endParaRPr lang="en-US" sz="736" dirty="0"/>
          </a:p>
        </p:txBody>
      </p:sp>
      <p:sp>
        <p:nvSpPr>
          <p:cNvPr id="97" name="Text 94"/>
          <p:cNvSpPr/>
          <p:nvPr/>
        </p:nvSpPr>
        <p:spPr>
          <a:xfrm>
            <a:off x="10023026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1.468</a:t>
            </a:r>
            <a:endParaRPr lang="en-US" sz="736" dirty="0"/>
          </a:p>
        </p:txBody>
      </p:sp>
      <p:sp>
        <p:nvSpPr>
          <p:cNvPr id="98" name="Text 95"/>
          <p:cNvSpPr/>
          <p:nvPr/>
        </p:nvSpPr>
        <p:spPr>
          <a:xfrm>
            <a:off x="10505812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1.345</a:t>
            </a:r>
            <a:endParaRPr lang="en-US" sz="736" dirty="0"/>
          </a:p>
        </p:txBody>
      </p:sp>
      <p:sp>
        <p:nvSpPr>
          <p:cNvPr id="99" name="Text 96"/>
          <p:cNvSpPr/>
          <p:nvPr/>
        </p:nvSpPr>
        <p:spPr>
          <a:xfrm>
            <a:off x="10988599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7.400</a:t>
            </a:r>
            <a:endParaRPr lang="en-US" sz="736" dirty="0"/>
          </a:p>
        </p:txBody>
      </p:sp>
      <p:sp>
        <p:nvSpPr>
          <p:cNvPr id="100" name="Text 97"/>
          <p:cNvSpPr/>
          <p:nvPr/>
        </p:nvSpPr>
        <p:spPr>
          <a:xfrm>
            <a:off x="10988599" y="35488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736" dirty="0"/>
          </a:p>
        </p:txBody>
      </p:sp>
      <p:sp>
        <p:nvSpPr>
          <p:cNvPr id="101" name="Text 98"/>
          <p:cNvSpPr/>
          <p:nvPr/>
        </p:nvSpPr>
        <p:spPr>
          <a:xfrm>
            <a:off x="10988599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2.508</a:t>
            </a:r>
            <a:endParaRPr lang="en-US" sz="736" dirty="0"/>
          </a:p>
        </p:txBody>
      </p:sp>
      <p:sp>
        <p:nvSpPr>
          <p:cNvPr id="102" name="Text 99"/>
          <p:cNvSpPr/>
          <p:nvPr/>
        </p:nvSpPr>
        <p:spPr>
          <a:xfrm>
            <a:off x="10988599" y="43489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1.008</a:t>
            </a:r>
            <a:endParaRPr lang="en-US" sz="736" dirty="0"/>
          </a:p>
        </p:txBody>
      </p:sp>
      <p:sp>
        <p:nvSpPr>
          <p:cNvPr id="103" name="Text 100"/>
          <p:cNvSpPr/>
          <p:nvPr/>
        </p:nvSpPr>
        <p:spPr>
          <a:xfrm>
            <a:off x="10988599" y="44822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1.978</a:t>
            </a:r>
            <a:endParaRPr lang="en-US" sz="736" dirty="0"/>
          </a:p>
        </p:txBody>
      </p:sp>
      <p:sp>
        <p:nvSpPr>
          <p:cNvPr id="104" name="Text 101"/>
          <p:cNvSpPr/>
          <p:nvPr/>
        </p:nvSpPr>
        <p:spPr>
          <a:xfrm>
            <a:off x="10988599" y="46156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1.244</a:t>
            </a:r>
            <a:endParaRPr lang="en-US" sz="736" dirty="0"/>
          </a:p>
        </p:txBody>
      </p:sp>
      <p:sp>
        <p:nvSpPr>
          <p:cNvPr id="105" name="Text 102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106" name="Text 103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107" name="Text 104"/>
          <p:cNvSpPr/>
          <p:nvPr/>
        </p:nvSpPr>
        <p:spPr>
          <a:xfrm>
            <a:off x="495288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108" name="Text 105"/>
          <p:cNvSpPr/>
          <p:nvPr/>
        </p:nvSpPr>
        <p:spPr>
          <a:xfrm>
            <a:off x="232940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109" name="Text 106"/>
          <p:cNvSpPr/>
          <p:nvPr/>
        </p:nvSpPr>
        <p:spPr>
          <a:xfrm>
            <a:off x="281218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110" name="Text 107"/>
          <p:cNvSpPr/>
          <p:nvPr/>
        </p:nvSpPr>
        <p:spPr>
          <a:xfrm>
            <a:off x="329497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111" name="Text 108"/>
          <p:cNvSpPr/>
          <p:nvPr/>
        </p:nvSpPr>
        <p:spPr>
          <a:xfrm>
            <a:off x="3777759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112" name="Text 109"/>
          <p:cNvSpPr/>
          <p:nvPr/>
        </p:nvSpPr>
        <p:spPr>
          <a:xfrm>
            <a:off x="4260545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113" name="Text 110"/>
          <p:cNvSpPr/>
          <p:nvPr/>
        </p:nvSpPr>
        <p:spPr>
          <a:xfrm>
            <a:off x="474333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114" name="Text 111"/>
          <p:cNvSpPr/>
          <p:nvPr/>
        </p:nvSpPr>
        <p:spPr>
          <a:xfrm>
            <a:off x="6257769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115" name="Text 112"/>
          <p:cNvSpPr/>
          <p:nvPr/>
        </p:nvSpPr>
        <p:spPr>
          <a:xfrm>
            <a:off x="10098331" y="20009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264</a:t>
            </a:r>
            <a:endParaRPr lang="en-US" sz="848" dirty="0"/>
          </a:p>
        </p:txBody>
      </p:sp>
      <p:sp>
        <p:nvSpPr>
          <p:cNvPr id="116" name="Text 113"/>
          <p:cNvSpPr/>
          <p:nvPr/>
        </p:nvSpPr>
        <p:spPr>
          <a:xfrm>
            <a:off x="10102647" y="21438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254</a:t>
            </a:r>
            <a:endParaRPr lang="en-US" sz="848" dirty="0"/>
          </a:p>
        </p:txBody>
      </p:sp>
      <p:sp>
        <p:nvSpPr>
          <p:cNvPr id="117" name="Text 114"/>
          <p:cNvSpPr/>
          <p:nvPr/>
        </p:nvSpPr>
        <p:spPr>
          <a:xfrm>
            <a:off x="10105624" y="22867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</a:t>
            </a:r>
            <a:endParaRPr lang="en-US" sz="848" dirty="0"/>
          </a:p>
        </p:txBody>
      </p:sp>
      <p:sp>
        <p:nvSpPr>
          <p:cNvPr id="118" name="Text 115"/>
          <p:cNvSpPr/>
          <p:nvPr/>
        </p:nvSpPr>
        <p:spPr>
          <a:xfrm>
            <a:off x="10109344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48" dirty="0"/>
          </a:p>
        </p:txBody>
      </p:sp>
      <p:sp>
        <p:nvSpPr>
          <p:cNvPr id="119" name="Text 116"/>
          <p:cNvSpPr/>
          <p:nvPr/>
        </p:nvSpPr>
        <p:spPr>
          <a:xfrm>
            <a:off x="10099373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848" dirty="0"/>
          </a:p>
        </p:txBody>
      </p:sp>
      <p:sp>
        <p:nvSpPr>
          <p:cNvPr id="120" name="Text 117"/>
          <p:cNvSpPr/>
          <p:nvPr/>
        </p:nvSpPr>
        <p:spPr>
          <a:xfrm>
            <a:off x="10113660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211</a:t>
            </a:r>
            <a:endParaRPr lang="en-US" sz="848" dirty="0"/>
          </a:p>
        </p:txBody>
      </p:sp>
      <p:sp>
        <p:nvSpPr>
          <p:cNvPr id="121" name="Text 118"/>
          <p:cNvSpPr/>
          <p:nvPr/>
        </p:nvSpPr>
        <p:spPr>
          <a:xfrm>
            <a:off x="809188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122" name="Text 119"/>
          <p:cNvSpPr/>
          <p:nvPr/>
        </p:nvSpPr>
        <p:spPr>
          <a:xfrm>
            <a:off x="8574667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123" name="Text 120"/>
          <p:cNvSpPr/>
          <p:nvPr/>
        </p:nvSpPr>
        <p:spPr>
          <a:xfrm>
            <a:off x="9057453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124" name="Text 121"/>
          <p:cNvSpPr/>
          <p:nvPr/>
        </p:nvSpPr>
        <p:spPr>
          <a:xfrm>
            <a:off x="954024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125" name="Text 122"/>
          <p:cNvSpPr/>
          <p:nvPr/>
        </p:nvSpPr>
        <p:spPr>
          <a:xfrm>
            <a:off x="1002302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126" name="Text 123"/>
          <p:cNvSpPr/>
          <p:nvPr/>
        </p:nvSpPr>
        <p:spPr>
          <a:xfrm>
            <a:off x="1050581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127" name="Text 124"/>
          <p:cNvSpPr/>
          <p:nvPr/>
        </p:nvSpPr>
        <p:spPr>
          <a:xfrm>
            <a:off x="9057453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902</a:t>
            </a:r>
            <a:endParaRPr lang="en-US" sz="736" dirty="0"/>
          </a:p>
        </p:txBody>
      </p:sp>
      <p:sp>
        <p:nvSpPr>
          <p:cNvPr id="128" name="Text 125"/>
          <p:cNvSpPr/>
          <p:nvPr/>
        </p:nvSpPr>
        <p:spPr>
          <a:xfrm>
            <a:off x="8091881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190</a:t>
            </a:r>
            <a:endParaRPr lang="en-US" sz="736" dirty="0"/>
          </a:p>
        </p:txBody>
      </p:sp>
      <p:sp>
        <p:nvSpPr>
          <p:cNvPr id="129" name="Text 126"/>
          <p:cNvSpPr/>
          <p:nvPr/>
        </p:nvSpPr>
        <p:spPr>
          <a:xfrm>
            <a:off x="8574667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219</a:t>
            </a:r>
            <a:endParaRPr lang="en-US" sz="736" dirty="0"/>
          </a:p>
        </p:txBody>
      </p:sp>
      <p:sp>
        <p:nvSpPr>
          <p:cNvPr id="130" name="Text 127"/>
          <p:cNvSpPr/>
          <p:nvPr/>
        </p:nvSpPr>
        <p:spPr>
          <a:xfrm>
            <a:off x="9057453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160</a:t>
            </a:r>
            <a:endParaRPr lang="en-US" sz="736" dirty="0"/>
          </a:p>
        </p:txBody>
      </p:sp>
      <p:sp>
        <p:nvSpPr>
          <p:cNvPr id="131" name="Text 128"/>
          <p:cNvSpPr/>
          <p:nvPr/>
        </p:nvSpPr>
        <p:spPr>
          <a:xfrm>
            <a:off x="9540240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242</a:t>
            </a:r>
            <a:endParaRPr lang="en-US" sz="736" dirty="0"/>
          </a:p>
        </p:txBody>
      </p:sp>
      <p:sp>
        <p:nvSpPr>
          <p:cNvPr id="132" name="Text 129"/>
          <p:cNvSpPr/>
          <p:nvPr/>
        </p:nvSpPr>
        <p:spPr>
          <a:xfrm>
            <a:off x="10023026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260</a:t>
            </a:r>
            <a:endParaRPr lang="en-US" sz="736" dirty="0"/>
          </a:p>
        </p:txBody>
      </p:sp>
      <p:sp>
        <p:nvSpPr>
          <p:cNvPr id="133" name="Text 130"/>
          <p:cNvSpPr/>
          <p:nvPr/>
        </p:nvSpPr>
        <p:spPr>
          <a:xfrm>
            <a:off x="10505812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238</a:t>
            </a:r>
            <a:endParaRPr lang="en-US" sz="736" dirty="0"/>
          </a:p>
        </p:txBody>
      </p:sp>
      <p:sp>
        <p:nvSpPr>
          <p:cNvPr id="134" name="Text 131"/>
          <p:cNvSpPr/>
          <p:nvPr/>
        </p:nvSpPr>
        <p:spPr>
          <a:xfrm>
            <a:off x="8091881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</a:t>
            </a:r>
            <a:endParaRPr lang="en-US" sz="736" dirty="0"/>
          </a:p>
        </p:txBody>
      </p:sp>
      <p:sp>
        <p:nvSpPr>
          <p:cNvPr id="135" name="Text 132"/>
          <p:cNvSpPr/>
          <p:nvPr/>
        </p:nvSpPr>
        <p:spPr>
          <a:xfrm>
            <a:off x="8574667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</a:t>
            </a:r>
            <a:endParaRPr lang="en-US" sz="736" dirty="0"/>
          </a:p>
        </p:txBody>
      </p:sp>
      <p:sp>
        <p:nvSpPr>
          <p:cNvPr id="136" name="Text 133"/>
          <p:cNvSpPr/>
          <p:nvPr/>
        </p:nvSpPr>
        <p:spPr>
          <a:xfrm>
            <a:off x="9057453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306</a:t>
            </a:r>
            <a:endParaRPr lang="en-US" sz="736" dirty="0"/>
          </a:p>
        </p:txBody>
      </p:sp>
      <p:sp>
        <p:nvSpPr>
          <p:cNvPr id="137" name="Text 134"/>
          <p:cNvSpPr/>
          <p:nvPr/>
        </p:nvSpPr>
        <p:spPr>
          <a:xfrm>
            <a:off x="9540240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464</a:t>
            </a:r>
            <a:endParaRPr lang="en-US" sz="736" dirty="0"/>
          </a:p>
        </p:txBody>
      </p:sp>
      <p:sp>
        <p:nvSpPr>
          <p:cNvPr id="138" name="Text 135"/>
          <p:cNvSpPr/>
          <p:nvPr/>
        </p:nvSpPr>
        <p:spPr>
          <a:xfrm>
            <a:off x="10023026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497</a:t>
            </a:r>
            <a:endParaRPr lang="en-US" sz="736" dirty="0"/>
          </a:p>
        </p:txBody>
      </p:sp>
      <p:sp>
        <p:nvSpPr>
          <p:cNvPr id="139" name="Text 136"/>
          <p:cNvSpPr/>
          <p:nvPr/>
        </p:nvSpPr>
        <p:spPr>
          <a:xfrm>
            <a:off x="10505812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456</a:t>
            </a:r>
            <a:endParaRPr lang="en-US" sz="736" dirty="0"/>
          </a:p>
        </p:txBody>
      </p:sp>
      <p:sp>
        <p:nvSpPr>
          <p:cNvPr id="140" name="Text 137"/>
          <p:cNvSpPr/>
          <p:nvPr/>
        </p:nvSpPr>
        <p:spPr>
          <a:xfrm>
            <a:off x="8091881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736" dirty="0"/>
          </a:p>
        </p:txBody>
      </p:sp>
      <p:sp>
        <p:nvSpPr>
          <p:cNvPr id="141" name="Text 138"/>
          <p:cNvSpPr/>
          <p:nvPr/>
        </p:nvSpPr>
        <p:spPr>
          <a:xfrm>
            <a:off x="8574667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736" dirty="0"/>
          </a:p>
        </p:txBody>
      </p:sp>
      <p:sp>
        <p:nvSpPr>
          <p:cNvPr id="142" name="Text 139"/>
          <p:cNvSpPr/>
          <p:nvPr/>
        </p:nvSpPr>
        <p:spPr>
          <a:xfrm>
            <a:off x="9057453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</a:t>
            </a:r>
            <a:endParaRPr lang="en-US" sz="736" dirty="0"/>
          </a:p>
        </p:txBody>
      </p:sp>
      <p:sp>
        <p:nvSpPr>
          <p:cNvPr id="143" name="Text 140"/>
          <p:cNvSpPr/>
          <p:nvPr/>
        </p:nvSpPr>
        <p:spPr>
          <a:xfrm>
            <a:off x="9540240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174</a:t>
            </a:r>
            <a:endParaRPr lang="en-US" sz="736" dirty="0"/>
          </a:p>
        </p:txBody>
      </p:sp>
      <p:sp>
        <p:nvSpPr>
          <p:cNvPr id="144" name="Text 141"/>
          <p:cNvSpPr/>
          <p:nvPr/>
        </p:nvSpPr>
        <p:spPr>
          <a:xfrm>
            <a:off x="10023026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187</a:t>
            </a:r>
            <a:endParaRPr lang="en-US" sz="736" dirty="0"/>
          </a:p>
        </p:txBody>
      </p:sp>
      <p:sp>
        <p:nvSpPr>
          <p:cNvPr id="145" name="Text 142"/>
          <p:cNvSpPr/>
          <p:nvPr/>
        </p:nvSpPr>
        <p:spPr>
          <a:xfrm>
            <a:off x="10505812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</a:t>
            </a:r>
            <a:endParaRPr lang="en-US" sz="736" dirty="0"/>
          </a:p>
        </p:txBody>
      </p:sp>
      <p:sp>
        <p:nvSpPr>
          <p:cNvPr id="146" name="Text 143"/>
          <p:cNvSpPr/>
          <p:nvPr/>
        </p:nvSpPr>
        <p:spPr>
          <a:xfrm>
            <a:off x="10988599" y="38155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939</a:t>
            </a:r>
            <a:endParaRPr lang="en-US" sz="736" dirty="0"/>
          </a:p>
        </p:txBody>
      </p:sp>
      <p:sp>
        <p:nvSpPr>
          <p:cNvPr id="147" name="Text 144"/>
          <p:cNvSpPr/>
          <p:nvPr/>
        </p:nvSpPr>
        <p:spPr>
          <a:xfrm>
            <a:off x="8091881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</a:t>
            </a:r>
            <a:endParaRPr lang="en-US" sz="736" dirty="0"/>
          </a:p>
        </p:txBody>
      </p:sp>
      <p:sp>
        <p:nvSpPr>
          <p:cNvPr id="148" name="Text 145"/>
          <p:cNvSpPr/>
          <p:nvPr/>
        </p:nvSpPr>
        <p:spPr>
          <a:xfrm>
            <a:off x="8574667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125</a:t>
            </a:r>
            <a:endParaRPr lang="en-US" sz="736" dirty="0"/>
          </a:p>
        </p:txBody>
      </p:sp>
      <p:sp>
        <p:nvSpPr>
          <p:cNvPr id="149" name="Text 146"/>
          <p:cNvSpPr/>
          <p:nvPr/>
        </p:nvSpPr>
        <p:spPr>
          <a:xfrm>
            <a:off x="9540240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736" dirty="0"/>
          </a:p>
        </p:txBody>
      </p:sp>
      <p:sp>
        <p:nvSpPr>
          <p:cNvPr id="150" name="Text 147"/>
          <p:cNvSpPr/>
          <p:nvPr/>
        </p:nvSpPr>
        <p:spPr>
          <a:xfrm>
            <a:off x="10023026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736" dirty="0"/>
          </a:p>
        </p:txBody>
      </p:sp>
      <p:sp>
        <p:nvSpPr>
          <p:cNvPr id="151" name="Text 148"/>
          <p:cNvSpPr/>
          <p:nvPr/>
        </p:nvSpPr>
        <p:spPr>
          <a:xfrm>
            <a:off x="10505812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736" dirty="0"/>
          </a:p>
        </p:txBody>
      </p:sp>
      <p:sp>
        <p:nvSpPr>
          <p:cNvPr id="152" name="Text 149"/>
          <p:cNvSpPr/>
          <p:nvPr/>
        </p:nvSpPr>
        <p:spPr>
          <a:xfrm>
            <a:off x="10988599" y="39488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746</a:t>
            </a:r>
            <a:endParaRPr lang="en-US" sz="736" dirty="0"/>
          </a:p>
        </p:txBody>
      </p:sp>
      <p:sp>
        <p:nvSpPr>
          <p:cNvPr id="153" name="Text 150"/>
          <p:cNvSpPr/>
          <p:nvPr/>
        </p:nvSpPr>
        <p:spPr>
          <a:xfrm>
            <a:off x="10023026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736" dirty="0"/>
          </a:p>
        </p:txBody>
      </p:sp>
      <p:sp>
        <p:nvSpPr>
          <p:cNvPr id="154" name="Text 151"/>
          <p:cNvSpPr/>
          <p:nvPr/>
        </p:nvSpPr>
        <p:spPr>
          <a:xfrm>
            <a:off x="10988599" y="40822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505</a:t>
            </a:r>
            <a:endParaRPr lang="en-US" sz="736" dirty="0"/>
          </a:p>
        </p:txBody>
      </p:sp>
      <p:sp>
        <p:nvSpPr>
          <p:cNvPr id="155" name="Text 152"/>
          <p:cNvSpPr/>
          <p:nvPr/>
        </p:nvSpPr>
        <p:spPr>
          <a:xfrm>
            <a:off x="10988599" y="42155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386</a:t>
            </a:r>
            <a:endParaRPr lang="en-US" sz="736" dirty="0"/>
          </a:p>
        </p:txBody>
      </p:sp>
      <p:sp>
        <p:nvSpPr>
          <p:cNvPr id="156" name="Text 153"/>
          <p:cNvSpPr/>
          <p:nvPr/>
        </p:nvSpPr>
        <p:spPr>
          <a:xfrm>
            <a:off x="8091881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736" dirty="0"/>
          </a:p>
        </p:txBody>
      </p:sp>
      <p:sp>
        <p:nvSpPr>
          <p:cNvPr id="157" name="Text 154"/>
          <p:cNvSpPr/>
          <p:nvPr/>
        </p:nvSpPr>
        <p:spPr>
          <a:xfrm>
            <a:off x="8574667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736" dirty="0"/>
          </a:p>
        </p:txBody>
      </p:sp>
      <p:sp>
        <p:nvSpPr>
          <p:cNvPr id="158" name="Text 155"/>
          <p:cNvSpPr/>
          <p:nvPr/>
        </p:nvSpPr>
        <p:spPr>
          <a:xfrm>
            <a:off x="9057453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736" dirty="0"/>
          </a:p>
        </p:txBody>
      </p:sp>
      <p:sp>
        <p:nvSpPr>
          <p:cNvPr id="159" name="Text 156"/>
          <p:cNvSpPr/>
          <p:nvPr/>
        </p:nvSpPr>
        <p:spPr>
          <a:xfrm>
            <a:off x="9540240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186</a:t>
            </a:r>
            <a:endParaRPr lang="en-US" sz="736" dirty="0"/>
          </a:p>
        </p:txBody>
      </p:sp>
      <p:sp>
        <p:nvSpPr>
          <p:cNvPr id="160" name="Text 157"/>
          <p:cNvSpPr/>
          <p:nvPr/>
        </p:nvSpPr>
        <p:spPr>
          <a:xfrm>
            <a:off x="10023026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</a:t>
            </a:r>
            <a:endParaRPr lang="en-US" sz="736" dirty="0"/>
          </a:p>
        </p:txBody>
      </p:sp>
      <p:sp>
        <p:nvSpPr>
          <p:cNvPr id="161" name="Text 158"/>
          <p:cNvSpPr/>
          <p:nvPr/>
        </p:nvSpPr>
        <p:spPr>
          <a:xfrm>
            <a:off x="10505812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183</a:t>
            </a:r>
            <a:endParaRPr lang="en-US" sz="736" dirty="0"/>
          </a:p>
        </p:txBody>
      </p:sp>
      <p:sp>
        <p:nvSpPr>
          <p:cNvPr id="162" name="Text 159"/>
          <p:cNvSpPr/>
          <p:nvPr/>
        </p:nvSpPr>
        <p:spPr>
          <a:xfrm>
            <a:off x="8091881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736" dirty="0"/>
          </a:p>
        </p:txBody>
      </p:sp>
      <p:sp>
        <p:nvSpPr>
          <p:cNvPr id="163" name="Text 160"/>
          <p:cNvSpPr/>
          <p:nvPr/>
        </p:nvSpPr>
        <p:spPr>
          <a:xfrm>
            <a:off x="8574667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331</a:t>
            </a:r>
            <a:endParaRPr lang="en-US" sz="736" dirty="0"/>
          </a:p>
        </p:txBody>
      </p:sp>
      <p:sp>
        <p:nvSpPr>
          <p:cNvPr id="164" name="Text 161"/>
          <p:cNvSpPr/>
          <p:nvPr/>
        </p:nvSpPr>
        <p:spPr>
          <a:xfrm>
            <a:off x="9057453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241</a:t>
            </a:r>
            <a:endParaRPr lang="en-US" sz="736" dirty="0"/>
          </a:p>
        </p:txBody>
      </p:sp>
      <p:sp>
        <p:nvSpPr>
          <p:cNvPr id="165" name="Text 162"/>
          <p:cNvSpPr/>
          <p:nvPr/>
        </p:nvSpPr>
        <p:spPr>
          <a:xfrm>
            <a:off x="9540240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366</a:t>
            </a:r>
            <a:endParaRPr lang="en-US" sz="736" dirty="0"/>
          </a:p>
        </p:txBody>
      </p:sp>
      <p:sp>
        <p:nvSpPr>
          <p:cNvPr id="166" name="Text 163"/>
          <p:cNvSpPr/>
          <p:nvPr/>
        </p:nvSpPr>
        <p:spPr>
          <a:xfrm>
            <a:off x="10023026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394</a:t>
            </a:r>
            <a:endParaRPr lang="en-US" sz="736" dirty="0"/>
          </a:p>
        </p:txBody>
      </p:sp>
      <p:sp>
        <p:nvSpPr>
          <p:cNvPr id="167" name="Text 164"/>
          <p:cNvSpPr/>
          <p:nvPr/>
        </p:nvSpPr>
        <p:spPr>
          <a:xfrm>
            <a:off x="10505812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359</a:t>
            </a:r>
            <a:endParaRPr lang="en-US" sz="736" dirty="0"/>
          </a:p>
        </p:txBody>
      </p:sp>
      <p:sp>
        <p:nvSpPr>
          <p:cNvPr id="168" name="Text 165"/>
          <p:cNvSpPr/>
          <p:nvPr/>
        </p:nvSpPr>
        <p:spPr>
          <a:xfrm>
            <a:off x="8091881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736" dirty="0"/>
          </a:p>
        </p:txBody>
      </p:sp>
      <p:sp>
        <p:nvSpPr>
          <p:cNvPr id="169" name="Text 166"/>
          <p:cNvSpPr/>
          <p:nvPr/>
        </p:nvSpPr>
        <p:spPr>
          <a:xfrm>
            <a:off x="8574667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736" dirty="0"/>
          </a:p>
        </p:txBody>
      </p:sp>
      <p:sp>
        <p:nvSpPr>
          <p:cNvPr id="170" name="Text 167"/>
          <p:cNvSpPr/>
          <p:nvPr/>
        </p:nvSpPr>
        <p:spPr>
          <a:xfrm>
            <a:off x="9057453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736" dirty="0"/>
          </a:p>
        </p:txBody>
      </p:sp>
      <p:sp>
        <p:nvSpPr>
          <p:cNvPr id="171" name="Text 168"/>
          <p:cNvSpPr/>
          <p:nvPr/>
        </p:nvSpPr>
        <p:spPr>
          <a:xfrm>
            <a:off x="9540240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230</a:t>
            </a:r>
            <a:endParaRPr lang="en-US" sz="736" dirty="0"/>
          </a:p>
        </p:txBody>
      </p:sp>
      <p:sp>
        <p:nvSpPr>
          <p:cNvPr id="172" name="Text 169"/>
          <p:cNvSpPr/>
          <p:nvPr/>
        </p:nvSpPr>
        <p:spPr>
          <a:xfrm>
            <a:off x="10023026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247</a:t>
            </a:r>
            <a:endParaRPr lang="en-US" sz="736" dirty="0"/>
          </a:p>
        </p:txBody>
      </p:sp>
      <p:sp>
        <p:nvSpPr>
          <p:cNvPr id="173" name="Text 170"/>
          <p:cNvSpPr/>
          <p:nvPr/>
        </p:nvSpPr>
        <p:spPr>
          <a:xfrm>
            <a:off x="10505812" y="46156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226</a:t>
            </a:r>
            <a:endParaRPr lang="en-US" sz="736" dirty="0"/>
          </a:p>
        </p:txBody>
      </p:sp>
      <p:sp>
        <p:nvSpPr>
          <p:cNvPr id="174" name="Text 171"/>
          <p:cNvSpPr/>
          <p:nvPr/>
        </p:nvSpPr>
        <p:spPr>
          <a:xfrm>
            <a:off x="9540240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</a:t>
            </a:r>
            <a:endParaRPr lang="en-US" sz="736" dirty="0"/>
          </a:p>
        </p:txBody>
      </p:sp>
      <p:sp>
        <p:nvSpPr>
          <p:cNvPr id="175" name="Text 172"/>
          <p:cNvSpPr/>
          <p:nvPr/>
        </p:nvSpPr>
        <p:spPr>
          <a:xfrm>
            <a:off x="10023026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</a:t>
            </a:r>
            <a:endParaRPr lang="en-US" sz="736" dirty="0"/>
          </a:p>
        </p:txBody>
      </p:sp>
      <p:sp>
        <p:nvSpPr>
          <p:cNvPr id="176" name="Text 173"/>
          <p:cNvSpPr/>
          <p:nvPr/>
        </p:nvSpPr>
        <p:spPr>
          <a:xfrm>
            <a:off x="10505812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736" dirty="0"/>
          </a:p>
        </p:txBody>
      </p:sp>
      <p:sp>
        <p:nvSpPr>
          <p:cNvPr id="177" name="Text 174"/>
          <p:cNvSpPr/>
          <p:nvPr/>
        </p:nvSpPr>
        <p:spPr>
          <a:xfrm>
            <a:off x="10988599" y="47489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736" dirty="0"/>
          </a:p>
        </p:txBody>
      </p:sp>
      <p:sp>
        <p:nvSpPr>
          <p:cNvPr id="178" name="Text 175"/>
          <p:cNvSpPr/>
          <p:nvPr/>
        </p:nvSpPr>
        <p:spPr>
          <a:xfrm>
            <a:off x="10988599" y="48823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736" dirty="0"/>
          </a:p>
        </p:txBody>
      </p:sp>
      <p:sp>
        <p:nvSpPr>
          <p:cNvPr id="179" name="Text 176"/>
          <p:cNvSpPr/>
          <p:nvPr/>
        </p:nvSpPr>
        <p:spPr>
          <a:xfrm>
            <a:off x="2996877" y="2834432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48" dirty="0"/>
          </a:p>
        </p:txBody>
      </p:sp>
      <p:sp>
        <p:nvSpPr>
          <p:cNvPr id="180" name="Text 177"/>
          <p:cNvSpPr/>
          <p:nvPr/>
        </p:nvSpPr>
        <p:spPr>
          <a:xfrm>
            <a:off x="5226118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68" dirty="0"/>
          </a:p>
        </p:txBody>
      </p:sp>
      <p:sp>
        <p:nvSpPr>
          <p:cNvPr id="181" name="Text 178"/>
          <p:cNvSpPr/>
          <p:nvPr/>
        </p:nvSpPr>
        <p:spPr>
          <a:xfrm>
            <a:off x="5226118" y="381550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768" dirty="0"/>
          </a:p>
        </p:txBody>
      </p:sp>
      <p:sp>
        <p:nvSpPr>
          <p:cNvPr id="182" name="Text 179"/>
          <p:cNvSpPr/>
          <p:nvPr/>
        </p:nvSpPr>
        <p:spPr>
          <a:xfrm>
            <a:off x="9057453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736" dirty="0"/>
          </a:p>
        </p:txBody>
      </p:sp>
      <p:sp>
        <p:nvSpPr>
          <p:cNvPr id="183" name="Text 180"/>
          <p:cNvSpPr/>
          <p:nvPr/>
        </p:nvSpPr>
        <p:spPr>
          <a:xfrm>
            <a:off x="8091881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736" dirty="0"/>
          </a:p>
        </p:txBody>
      </p:sp>
      <p:sp>
        <p:nvSpPr>
          <p:cNvPr id="184" name="Text 181"/>
          <p:cNvSpPr/>
          <p:nvPr/>
        </p:nvSpPr>
        <p:spPr>
          <a:xfrm>
            <a:off x="8574667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736" dirty="0"/>
          </a:p>
        </p:txBody>
      </p:sp>
      <p:sp>
        <p:nvSpPr>
          <p:cNvPr id="185" name="Text 182"/>
          <p:cNvSpPr/>
          <p:nvPr/>
        </p:nvSpPr>
        <p:spPr>
          <a:xfrm>
            <a:off x="9057453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736" dirty="0"/>
          </a:p>
        </p:txBody>
      </p:sp>
      <p:sp>
        <p:nvSpPr>
          <p:cNvPr id="186" name="Text 183"/>
          <p:cNvSpPr/>
          <p:nvPr/>
        </p:nvSpPr>
        <p:spPr>
          <a:xfrm>
            <a:off x="9540240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736" dirty="0"/>
          </a:p>
        </p:txBody>
      </p:sp>
      <p:sp>
        <p:nvSpPr>
          <p:cNvPr id="187" name="Text 184"/>
          <p:cNvSpPr/>
          <p:nvPr/>
        </p:nvSpPr>
        <p:spPr>
          <a:xfrm>
            <a:off x="10505812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</a:t>
            </a:r>
            <a:endParaRPr lang="en-US" sz="736" dirty="0"/>
          </a:p>
        </p:txBody>
      </p:sp>
      <p:sp>
        <p:nvSpPr>
          <p:cNvPr id="188" name="Text 185"/>
          <p:cNvSpPr/>
          <p:nvPr/>
        </p:nvSpPr>
        <p:spPr>
          <a:xfrm>
            <a:off x="8091881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</a:t>
            </a:r>
            <a:endParaRPr lang="en-US" sz="736" dirty="0"/>
          </a:p>
        </p:txBody>
      </p:sp>
      <p:sp>
        <p:nvSpPr>
          <p:cNvPr id="189" name="Text 186"/>
          <p:cNvSpPr/>
          <p:nvPr/>
        </p:nvSpPr>
        <p:spPr>
          <a:xfrm>
            <a:off x="8574667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736" dirty="0"/>
          </a:p>
        </p:txBody>
      </p:sp>
      <p:sp>
        <p:nvSpPr>
          <p:cNvPr id="190" name="Text 187"/>
          <p:cNvSpPr/>
          <p:nvPr/>
        </p:nvSpPr>
        <p:spPr>
          <a:xfrm>
            <a:off x="9057453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</a:t>
            </a:r>
            <a:endParaRPr lang="en-US" sz="736" dirty="0"/>
          </a:p>
        </p:txBody>
      </p:sp>
      <p:sp>
        <p:nvSpPr>
          <p:cNvPr id="191" name="Text 188"/>
          <p:cNvSpPr/>
          <p:nvPr/>
        </p:nvSpPr>
        <p:spPr>
          <a:xfrm>
            <a:off x="9540240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736" dirty="0"/>
          </a:p>
        </p:txBody>
      </p:sp>
      <p:sp>
        <p:nvSpPr>
          <p:cNvPr id="192" name="Text 189"/>
          <p:cNvSpPr/>
          <p:nvPr/>
        </p:nvSpPr>
        <p:spPr>
          <a:xfrm>
            <a:off x="10023026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</a:t>
            </a:r>
            <a:endParaRPr lang="en-US" sz="736" dirty="0"/>
          </a:p>
        </p:txBody>
      </p:sp>
      <p:sp>
        <p:nvSpPr>
          <p:cNvPr id="193" name="Text 190"/>
          <p:cNvSpPr/>
          <p:nvPr/>
        </p:nvSpPr>
        <p:spPr>
          <a:xfrm>
            <a:off x="10505812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</a:t>
            </a:r>
            <a:endParaRPr lang="en-US" sz="736" dirty="0"/>
          </a:p>
        </p:txBody>
      </p:sp>
      <p:sp>
        <p:nvSpPr>
          <p:cNvPr id="194" name="Text 191"/>
          <p:cNvSpPr/>
          <p:nvPr/>
        </p:nvSpPr>
        <p:spPr>
          <a:xfrm>
            <a:off x="8091881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736" dirty="0"/>
          </a:p>
        </p:txBody>
      </p:sp>
      <p:sp>
        <p:nvSpPr>
          <p:cNvPr id="195" name="Text 192"/>
          <p:cNvSpPr/>
          <p:nvPr/>
        </p:nvSpPr>
        <p:spPr>
          <a:xfrm>
            <a:off x="8574667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736" dirty="0"/>
          </a:p>
        </p:txBody>
      </p:sp>
      <p:sp>
        <p:nvSpPr>
          <p:cNvPr id="196" name="Text 193"/>
          <p:cNvSpPr/>
          <p:nvPr/>
        </p:nvSpPr>
        <p:spPr>
          <a:xfrm>
            <a:off x="9057453" y="47489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736" dirty="0"/>
          </a:p>
        </p:txBody>
      </p:sp>
      <p:sp>
        <p:nvSpPr>
          <p:cNvPr id="197" name="Text 194"/>
          <p:cNvSpPr/>
          <p:nvPr/>
        </p:nvSpPr>
        <p:spPr>
          <a:xfrm>
            <a:off x="8091881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736" dirty="0"/>
          </a:p>
        </p:txBody>
      </p:sp>
      <p:sp>
        <p:nvSpPr>
          <p:cNvPr id="198" name="Text 195"/>
          <p:cNvSpPr/>
          <p:nvPr/>
        </p:nvSpPr>
        <p:spPr>
          <a:xfrm>
            <a:off x="8574667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736" dirty="0"/>
          </a:p>
        </p:txBody>
      </p:sp>
      <p:sp>
        <p:nvSpPr>
          <p:cNvPr id="199" name="Text 196"/>
          <p:cNvSpPr/>
          <p:nvPr/>
        </p:nvSpPr>
        <p:spPr>
          <a:xfrm>
            <a:off x="9057453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36" dirty="0"/>
          </a:p>
        </p:txBody>
      </p:sp>
      <p:sp>
        <p:nvSpPr>
          <p:cNvPr id="200" name="Text 197"/>
          <p:cNvSpPr/>
          <p:nvPr/>
        </p:nvSpPr>
        <p:spPr>
          <a:xfrm>
            <a:off x="9540240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736" dirty="0"/>
          </a:p>
        </p:txBody>
      </p:sp>
      <p:sp>
        <p:nvSpPr>
          <p:cNvPr id="201" name="Text 198"/>
          <p:cNvSpPr/>
          <p:nvPr/>
        </p:nvSpPr>
        <p:spPr>
          <a:xfrm>
            <a:off x="10023026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</a:t>
            </a:r>
            <a:endParaRPr lang="en-US" sz="736" dirty="0"/>
          </a:p>
        </p:txBody>
      </p:sp>
      <p:sp>
        <p:nvSpPr>
          <p:cNvPr id="202" name="Text 199"/>
          <p:cNvSpPr/>
          <p:nvPr/>
        </p:nvSpPr>
        <p:spPr>
          <a:xfrm>
            <a:off x="10505812" y="48823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736" dirty="0"/>
          </a:p>
        </p:txBody>
      </p:sp>
      <p:sp>
        <p:nvSpPr>
          <p:cNvPr id="203" name="Text 200"/>
          <p:cNvSpPr/>
          <p:nvPr/>
        </p:nvSpPr>
        <p:spPr>
          <a:xfrm>
            <a:off x="10988599" y="501565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3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5322838"/>
            <a:ext cx="5763076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una efectividad extremadamente baja (), lo que sustentó su suspensión inmediata.</a:t>
            </a:r>
            <a:endParaRPr lang="en-US" sz="992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8342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685783" y="5469285"/>
            <a:ext cx="5763076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se concentró en  y .</a:t>
            </a:r>
            <a:endParaRPr lang="en-US" sz="992" dirty="0"/>
          </a:p>
        </p:txBody>
      </p:sp>
      <p:sp>
        <p:nvSpPr>
          <p:cNvPr id="7" name="Text 4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1138953" y="5185916"/>
            <a:ext cx="174423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992" dirty="0"/>
          </a:p>
        </p:txBody>
      </p:sp>
      <p:sp>
        <p:nvSpPr>
          <p:cNvPr id="9" name="Text 6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9150320" y="209550"/>
            <a:ext cx="2593384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Cancelaciones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1088" dirty="0"/>
          </a:p>
        </p:txBody>
      </p:sp>
      <p:sp>
        <p:nvSpPr>
          <p:cNvPr id="12" name="Text 9"/>
          <p:cNvSpPr/>
          <p:nvPr/>
        </p:nvSpPr>
        <p:spPr>
          <a:xfrm>
            <a:off x="504812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768" dirty="0"/>
          </a:p>
        </p:txBody>
      </p:sp>
      <p:sp>
        <p:nvSpPr>
          <p:cNvPr id="13" name="Text 10"/>
          <p:cNvSpPr/>
          <p:nvPr/>
        </p:nvSpPr>
        <p:spPr>
          <a:xfrm>
            <a:off x="6267293" y="36821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736" dirty="0"/>
          </a:p>
        </p:txBody>
      </p:sp>
      <p:sp>
        <p:nvSpPr>
          <p:cNvPr id="14" name="Text 11"/>
          <p:cNvSpPr/>
          <p:nvPr/>
        </p:nvSpPr>
        <p:spPr>
          <a:xfrm>
            <a:off x="6267293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736" dirty="0"/>
          </a:p>
        </p:txBody>
      </p:sp>
      <p:sp>
        <p:nvSpPr>
          <p:cNvPr id="15" name="Text 12"/>
          <p:cNvSpPr/>
          <p:nvPr/>
        </p:nvSpPr>
        <p:spPr>
          <a:xfrm>
            <a:off x="6267293" y="40822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736" dirty="0"/>
          </a:p>
        </p:txBody>
      </p:sp>
      <p:sp>
        <p:nvSpPr>
          <p:cNvPr id="16" name="Text 13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896" dirty="0"/>
          </a:p>
        </p:txBody>
      </p:sp>
      <p:sp>
        <p:nvSpPr>
          <p:cNvPr id="17" name="Text 14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896" dirty="0"/>
          </a:p>
        </p:txBody>
      </p:sp>
      <p:sp>
        <p:nvSpPr>
          <p:cNvPr id="18" name="Text 15"/>
          <p:cNvSpPr/>
          <p:nvPr/>
        </p:nvSpPr>
        <p:spPr>
          <a:xfrm>
            <a:off x="6267293" y="44822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736" dirty="0"/>
          </a:p>
        </p:txBody>
      </p:sp>
      <p:sp>
        <p:nvSpPr>
          <p:cNvPr id="19" name="Text 16"/>
          <p:cNvSpPr/>
          <p:nvPr/>
        </p:nvSpPr>
        <p:spPr>
          <a:xfrm>
            <a:off x="6267293" y="42155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736" dirty="0"/>
          </a:p>
        </p:txBody>
      </p:sp>
      <p:sp>
        <p:nvSpPr>
          <p:cNvPr id="20" name="Text 17"/>
          <p:cNvSpPr/>
          <p:nvPr/>
        </p:nvSpPr>
        <p:spPr>
          <a:xfrm>
            <a:off x="6267293" y="461560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736" dirty="0"/>
          </a:p>
        </p:txBody>
      </p:sp>
      <p:sp>
        <p:nvSpPr>
          <p:cNvPr id="21" name="Text 18"/>
          <p:cNvSpPr/>
          <p:nvPr/>
        </p:nvSpPr>
        <p:spPr>
          <a:xfrm>
            <a:off x="504812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768" dirty="0"/>
          </a:p>
        </p:txBody>
      </p:sp>
      <p:sp>
        <p:nvSpPr>
          <p:cNvPr id="22" name="Text 19"/>
          <p:cNvSpPr/>
          <p:nvPr/>
        </p:nvSpPr>
        <p:spPr>
          <a:xfrm>
            <a:off x="6267293" y="3420219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736" dirty="0"/>
          </a:p>
        </p:txBody>
      </p:sp>
      <p:sp>
        <p:nvSpPr>
          <p:cNvPr id="23" name="Text 20"/>
          <p:cNvSpPr/>
          <p:nvPr/>
        </p:nvSpPr>
        <p:spPr>
          <a:xfrm>
            <a:off x="6267293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736" dirty="0"/>
          </a:p>
        </p:txBody>
      </p:sp>
      <p:sp>
        <p:nvSpPr>
          <p:cNvPr id="24" name="Text 21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896" dirty="0"/>
          </a:p>
        </p:txBody>
      </p:sp>
      <p:sp>
        <p:nvSpPr>
          <p:cNvPr id="25" name="Text 22"/>
          <p:cNvSpPr/>
          <p:nvPr/>
        </p:nvSpPr>
        <p:spPr>
          <a:xfrm>
            <a:off x="504812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</a:t>
            </a:r>
            <a:endParaRPr lang="en-US" sz="768" dirty="0"/>
          </a:p>
        </p:txBody>
      </p:sp>
      <p:sp>
        <p:nvSpPr>
          <p:cNvPr id="26" name="Text 23"/>
          <p:cNvSpPr/>
          <p:nvPr/>
        </p:nvSpPr>
        <p:spPr>
          <a:xfrm>
            <a:off x="504812" y="38155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Errada</a:t>
            </a:r>
            <a:endParaRPr lang="en-US" sz="768" dirty="0"/>
          </a:p>
        </p:txBody>
      </p:sp>
      <p:sp>
        <p:nvSpPr>
          <p:cNvPr id="27" name="Text 24"/>
          <p:cNvSpPr/>
          <p:nvPr/>
        </p:nvSpPr>
        <p:spPr>
          <a:xfrm>
            <a:off x="10281832" y="1810494"/>
            <a:ext cx="1485305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1184" dirty="0"/>
          </a:p>
        </p:txBody>
      </p:sp>
      <p:sp>
        <p:nvSpPr>
          <p:cNvPr id="28" name="Text 25"/>
          <p:cNvSpPr/>
          <p:nvPr/>
        </p:nvSpPr>
        <p:spPr>
          <a:xfrm>
            <a:off x="6267293" y="35488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736" dirty="0"/>
          </a:p>
        </p:txBody>
      </p:sp>
      <p:sp>
        <p:nvSpPr>
          <p:cNvPr id="29" name="Text 26"/>
          <p:cNvSpPr/>
          <p:nvPr/>
        </p:nvSpPr>
        <p:spPr>
          <a:xfrm>
            <a:off x="504812" y="394885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Vacío</a:t>
            </a:r>
            <a:endParaRPr lang="en-US" sz="768" dirty="0"/>
          </a:p>
        </p:txBody>
      </p:sp>
      <p:sp>
        <p:nvSpPr>
          <p:cNvPr id="30" name="Text 27"/>
          <p:cNvSpPr/>
          <p:nvPr/>
        </p:nvSpPr>
        <p:spPr>
          <a:xfrm>
            <a:off x="6267293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1184" dirty="0"/>
          </a:p>
        </p:txBody>
      </p:sp>
      <p:sp>
        <p:nvSpPr>
          <p:cNvPr id="31" name="Text 28"/>
          <p:cNvSpPr/>
          <p:nvPr/>
        </p:nvSpPr>
        <p:spPr>
          <a:xfrm>
            <a:off x="6267293" y="4348907"/>
            <a:ext cx="191581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6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736" dirty="0"/>
          </a:p>
        </p:txBody>
      </p:sp>
      <p:sp>
        <p:nvSpPr>
          <p:cNvPr id="32" name="Text 29"/>
          <p:cNvSpPr/>
          <p:nvPr/>
        </p:nvSpPr>
        <p:spPr>
          <a:xfrm>
            <a:off x="2996877" y="1810494"/>
            <a:ext cx="159891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1184" dirty="0"/>
          </a:p>
        </p:txBody>
      </p:sp>
      <p:sp>
        <p:nvSpPr>
          <p:cNvPr id="33" name="Text 30"/>
          <p:cNvSpPr/>
          <p:nvPr/>
        </p:nvSpPr>
        <p:spPr>
          <a:xfrm>
            <a:off x="8324195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1184" dirty="0"/>
          </a:p>
        </p:txBody>
      </p:sp>
      <p:sp>
        <p:nvSpPr>
          <p:cNvPr id="34" name="Text 31"/>
          <p:cNvSpPr/>
          <p:nvPr/>
        </p:nvSpPr>
        <p:spPr>
          <a:xfrm>
            <a:off x="1582896" y="1810494"/>
            <a:ext cx="1484680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1184" dirty="0"/>
          </a:p>
        </p:txBody>
      </p:sp>
      <p:sp>
        <p:nvSpPr>
          <p:cNvPr id="35" name="Text 32"/>
          <p:cNvSpPr/>
          <p:nvPr/>
        </p:nvSpPr>
        <p:spPr>
          <a:xfrm>
            <a:off x="4519648" y="1810494"/>
            <a:ext cx="1484992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1184" dirty="0"/>
          </a:p>
        </p:txBody>
      </p:sp>
      <p:sp>
        <p:nvSpPr>
          <p:cNvPr id="36" name="Text 33"/>
          <p:cNvSpPr/>
          <p:nvPr/>
        </p:nvSpPr>
        <p:spPr>
          <a:xfrm>
            <a:off x="533387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37" name="Text 34"/>
          <p:cNvSpPr/>
          <p:nvPr/>
        </p:nvSpPr>
        <p:spPr>
          <a:xfrm>
            <a:off x="6295868" y="2143869"/>
            <a:ext cx="3170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848" dirty="0"/>
          </a:p>
        </p:txBody>
      </p:sp>
      <p:sp>
        <p:nvSpPr>
          <p:cNvPr id="38" name="Text 35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840" dirty="0"/>
          </a:p>
        </p:txBody>
      </p:sp>
      <p:sp>
        <p:nvSpPr>
          <p:cNvPr id="39" name="Text 36"/>
          <p:cNvSpPr/>
          <p:nvPr/>
        </p:nvSpPr>
        <p:spPr>
          <a:xfrm>
            <a:off x="4519648" y="1981944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848" dirty="0"/>
          </a:p>
        </p:txBody>
      </p:sp>
      <p:sp>
        <p:nvSpPr>
          <p:cNvPr id="40" name="Text 37"/>
          <p:cNvSpPr/>
          <p:nvPr/>
        </p:nvSpPr>
        <p:spPr>
          <a:xfrm>
            <a:off x="4519648" y="2834432"/>
            <a:ext cx="1484992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848" dirty="0"/>
          </a:p>
        </p:txBody>
      </p:sp>
      <p:sp>
        <p:nvSpPr>
          <p:cNvPr id="41" name="Text 38"/>
          <p:cNvSpPr/>
          <p:nvPr/>
        </p:nvSpPr>
        <p:spPr>
          <a:xfrm>
            <a:off x="504812" y="3248769"/>
            <a:ext cx="1915817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9303014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43" name="Text 40"/>
          <p:cNvSpPr/>
          <p:nvPr/>
        </p:nvSpPr>
        <p:spPr>
          <a:xfrm>
            <a:off x="8324195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848" dirty="0"/>
          </a:p>
        </p:txBody>
      </p:sp>
      <p:sp>
        <p:nvSpPr>
          <p:cNvPr id="44" name="Text 41"/>
          <p:cNvSpPr/>
          <p:nvPr/>
        </p:nvSpPr>
        <p:spPr>
          <a:xfrm>
            <a:off x="8324195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848" dirty="0"/>
          </a:p>
        </p:txBody>
      </p:sp>
      <p:sp>
        <p:nvSpPr>
          <p:cNvPr id="45" name="Text 42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840" dirty="0"/>
          </a:p>
        </p:txBody>
      </p:sp>
      <p:sp>
        <p:nvSpPr>
          <p:cNvPr id="46" name="Text 43"/>
          <p:cNvSpPr/>
          <p:nvPr/>
        </p:nvSpPr>
        <p:spPr>
          <a:xfrm>
            <a:off x="533387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47" name="Text 44"/>
          <p:cNvSpPr/>
          <p:nvPr/>
        </p:nvSpPr>
        <p:spPr>
          <a:xfrm>
            <a:off x="1582896" y="1981944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848" dirty="0"/>
          </a:p>
        </p:txBody>
      </p:sp>
      <p:sp>
        <p:nvSpPr>
          <p:cNvPr id="48" name="Text 45"/>
          <p:cNvSpPr/>
          <p:nvPr/>
        </p:nvSpPr>
        <p:spPr>
          <a:xfrm>
            <a:off x="533387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49" name="Text 46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50" name="Text 47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51" name="Text 48"/>
          <p:cNvSpPr/>
          <p:nvPr/>
        </p:nvSpPr>
        <p:spPr>
          <a:xfrm>
            <a:off x="495288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52" name="Text 49"/>
          <p:cNvSpPr/>
          <p:nvPr/>
        </p:nvSpPr>
        <p:spPr>
          <a:xfrm>
            <a:off x="1582896" y="2834432"/>
            <a:ext cx="148468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848" dirty="0"/>
          </a:p>
        </p:txBody>
      </p:sp>
      <p:sp>
        <p:nvSpPr>
          <p:cNvPr id="53" name="Text 50"/>
          <p:cNvSpPr/>
          <p:nvPr/>
        </p:nvSpPr>
        <p:spPr>
          <a:xfrm>
            <a:off x="5226118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54" name="Text 51"/>
          <p:cNvSpPr/>
          <p:nvPr/>
        </p:nvSpPr>
        <p:spPr>
          <a:xfrm>
            <a:off x="504812" y="4082207"/>
            <a:ext cx="1915817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68" dirty="0"/>
          </a:p>
        </p:txBody>
      </p:sp>
      <p:sp>
        <p:nvSpPr>
          <p:cNvPr id="55" name="Text 52"/>
          <p:cNvSpPr/>
          <p:nvPr/>
        </p:nvSpPr>
        <p:spPr>
          <a:xfrm>
            <a:off x="7345377" y="1810494"/>
            <a:ext cx="102775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1184" dirty="0"/>
          </a:p>
        </p:txBody>
      </p:sp>
      <p:sp>
        <p:nvSpPr>
          <p:cNvPr id="56" name="Text 53"/>
          <p:cNvSpPr/>
          <p:nvPr/>
        </p:nvSpPr>
        <p:spPr>
          <a:xfrm>
            <a:off x="6295868" y="2000994"/>
            <a:ext cx="23627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848" dirty="0"/>
          </a:p>
        </p:txBody>
      </p:sp>
      <p:sp>
        <p:nvSpPr>
          <p:cNvPr id="57" name="Text 54"/>
          <p:cNvSpPr/>
          <p:nvPr/>
        </p:nvSpPr>
        <p:spPr>
          <a:xfrm>
            <a:off x="7345377" y="1981944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848" dirty="0"/>
          </a:p>
        </p:txBody>
      </p:sp>
      <p:sp>
        <p:nvSpPr>
          <p:cNvPr id="58" name="Text 55"/>
          <p:cNvSpPr/>
          <p:nvPr/>
        </p:nvSpPr>
        <p:spPr>
          <a:xfrm>
            <a:off x="10281832" y="1981944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848" dirty="0"/>
          </a:p>
        </p:txBody>
      </p:sp>
      <p:sp>
        <p:nvSpPr>
          <p:cNvPr id="59" name="Text 56"/>
          <p:cNvSpPr/>
          <p:nvPr/>
        </p:nvSpPr>
        <p:spPr>
          <a:xfrm>
            <a:off x="6295868" y="2286744"/>
            <a:ext cx="24658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848" dirty="0"/>
          </a:p>
        </p:txBody>
      </p:sp>
      <p:sp>
        <p:nvSpPr>
          <p:cNvPr id="60" name="Text 57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848" dirty="0"/>
          </a:p>
        </p:txBody>
      </p:sp>
      <p:sp>
        <p:nvSpPr>
          <p:cNvPr id="61" name="Text 58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848" dirty="0"/>
          </a:p>
        </p:txBody>
      </p:sp>
      <p:sp>
        <p:nvSpPr>
          <p:cNvPr id="62" name="Text 59"/>
          <p:cNvSpPr/>
          <p:nvPr/>
        </p:nvSpPr>
        <p:spPr>
          <a:xfrm>
            <a:off x="6257769" y="2834432"/>
            <a:ext cx="114198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8" dirty="0"/>
          </a:p>
        </p:txBody>
      </p:sp>
      <p:sp>
        <p:nvSpPr>
          <p:cNvPr id="63" name="Text 60"/>
          <p:cNvSpPr/>
          <p:nvPr/>
        </p:nvSpPr>
        <p:spPr>
          <a:xfrm>
            <a:off x="7345377" y="2834432"/>
            <a:ext cx="1027759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848" dirty="0"/>
          </a:p>
        </p:txBody>
      </p:sp>
      <p:sp>
        <p:nvSpPr>
          <p:cNvPr id="64" name="Text 61"/>
          <p:cNvSpPr/>
          <p:nvPr/>
        </p:nvSpPr>
        <p:spPr>
          <a:xfrm>
            <a:off x="10281832" y="2834432"/>
            <a:ext cx="1485305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848" dirty="0"/>
          </a:p>
        </p:txBody>
      </p:sp>
      <p:sp>
        <p:nvSpPr>
          <p:cNvPr id="65" name="Text 62"/>
          <p:cNvSpPr/>
          <p:nvPr/>
        </p:nvSpPr>
        <p:spPr>
          <a:xfrm>
            <a:off x="10988599" y="3248769"/>
            <a:ext cx="733198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66" name="Text 63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67" name="Text 64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848" dirty="0"/>
          </a:p>
        </p:txBody>
      </p:sp>
      <p:sp>
        <p:nvSpPr>
          <p:cNvPr id="68" name="Text 65"/>
          <p:cNvSpPr/>
          <p:nvPr/>
        </p:nvSpPr>
        <p:spPr>
          <a:xfrm>
            <a:off x="495288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69" name="Text 66"/>
          <p:cNvSpPr/>
          <p:nvPr/>
        </p:nvSpPr>
        <p:spPr>
          <a:xfrm>
            <a:off x="2996877" y="1981944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848" dirty="0"/>
          </a:p>
        </p:txBody>
      </p:sp>
      <p:sp>
        <p:nvSpPr>
          <p:cNvPr id="70" name="Text 67"/>
          <p:cNvSpPr/>
          <p:nvPr/>
        </p:nvSpPr>
        <p:spPr>
          <a:xfrm>
            <a:off x="2996877" y="2834432"/>
            <a:ext cx="1598910" cy="145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848" dirty="0"/>
          </a:p>
        </p:txBody>
      </p:sp>
      <p:sp>
        <p:nvSpPr>
          <p:cNvPr id="71" name="Text 68"/>
          <p:cNvSpPr/>
          <p:nvPr/>
        </p:nvSpPr>
        <p:spPr>
          <a:xfrm>
            <a:off x="232940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72" name="Text 69"/>
          <p:cNvSpPr/>
          <p:nvPr/>
        </p:nvSpPr>
        <p:spPr>
          <a:xfrm>
            <a:off x="281218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73" name="Text 70"/>
          <p:cNvSpPr/>
          <p:nvPr/>
        </p:nvSpPr>
        <p:spPr>
          <a:xfrm>
            <a:off x="329497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74" name="Text 71"/>
          <p:cNvSpPr/>
          <p:nvPr/>
        </p:nvSpPr>
        <p:spPr>
          <a:xfrm>
            <a:off x="3777759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75" name="Text 72"/>
          <p:cNvSpPr/>
          <p:nvPr/>
        </p:nvSpPr>
        <p:spPr>
          <a:xfrm>
            <a:off x="4260545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76" name="Text 73"/>
          <p:cNvSpPr/>
          <p:nvPr/>
        </p:nvSpPr>
        <p:spPr>
          <a:xfrm>
            <a:off x="474333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77" name="Text 74"/>
          <p:cNvSpPr/>
          <p:nvPr/>
        </p:nvSpPr>
        <p:spPr>
          <a:xfrm>
            <a:off x="2329400" y="40822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768" dirty="0"/>
          </a:p>
        </p:txBody>
      </p:sp>
      <p:sp>
        <p:nvSpPr>
          <p:cNvPr id="78" name="Text 75"/>
          <p:cNvSpPr/>
          <p:nvPr/>
        </p:nvSpPr>
        <p:spPr>
          <a:xfrm>
            <a:off x="5226118" y="408220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768" dirty="0"/>
          </a:p>
        </p:txBody>
      </p:sp>
      <p:sp>
        <p:nvSpPr>
          <p:cNvPr id="79" name="Text 76"/>
          <p:cNvSpPr/>
          <p:nvPr/>
        </p:nvSpPr>
        <p:spPr>
          <a:xfrm>
            <a:off x="6257769" y="1810494"/>
            <a:ext cx="1141989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80" name="Text 77"/>
          <p:cNvSpPr/>
          <p:nvPr/>
        </p:nvSpPr>
        <p:spPr>
          <a:xfrm>
            <a:off x="8091881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81" name="Text 78"/>
          <p:cNvSpPr/>
          <p:nvPr/>
        </p:nvSpPr>
        <p:spPr>
          <a:xfrm>
            <a:off x="8574667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82" name="Text 79"/>
          <p:cNvSpPr/>
          <p:nvPr/>
        </p:nvSpPr>
        <p:spPr>
          <a:xfrm>
            <a:off x="9057453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83" name="Text 80"/>
          <p:cNvSpPr/>
          <p:nvPr/>
        </p:nvSpPr>
        <p:spPr>
          <a:xfrm>
            <a:off x="9540240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84" name="Text 81"/>
          <p:cNvSpPr/>
          <p:nvPr/>
        </p:nvSpPr>
        <p:spPr>
          <a:xfrm>
            <a:off x="10023026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85" name="Text 82"/>
          <p:cNvSpPr/>
          <p:nvPr/>
        </p:nvSpPr>
        <p:spPr>
          <a:xfrm>
            <a:off x="10505812" y="3248769"/>
            <a:ext cx="50692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86" name="Text 83"/>
          <p:cNvSpPr/>
          <p:nvPr/>
        </p:nvSpPr>
        <p:spPr>
          <a:xfrm>
            <a:off x="8091881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564</a:t>
            </a:r>
            <a:endParaRPr lang="en-US" sz="736" dirty="0"/>
          </a:p>
        </p:txBody>
      </p:sp>
      <p:sp>
        <p:nvSpPr>
          <p:cNvPr id="87" name="Text 84"/>
          <p:cNvSpPr/>
          <p:nvPr/>
        </p:nvSpPr>
        <p:spPr>
          <a:xfrm>
            <a:off x="10988599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564</a:t>
            </a:r>
            <a:endParaRPr lang="en-US" sz="736" dirty="0"/>
          </a:p>
        </p:txBody>
      </p:sp>
      <p:sp>
        <p:nvSpPr>
          <p:cNvPr id="88" name="Text 85"/>
          <p:cNvSpPr/>
          <p:nvPr/>
        </p:nvSpPr>
        <p:spPr>
          <a:xfrm>
            <a:off x="8091881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736" dirty="0"/>
          </a:p>
        </p:txBody>
      </p:sp>
      <p:sp>
        <p:nvSpPr>
          <p:cNvPr id="89" name="Text 86"/>
          <p:cNvSpPr/>
          <p:nvPr/>
        </p:nvSpPr>
        <p:spPr>
          <a:xfrm>
            <a:off x="10988599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736" dirty="0"/>
          </a:p>
        </p:txBody>
      </p:sp>
      <p:sp>
        <p:nvSpPr>
          <p:cNvPr id="90" name="Text 87"/>
          <p:cNvSpPr/>
          <p:nvPr/>
        </p:nvSpPr>
        <p:spPr>
          <a:xfrm>
            <a:off x="8091881" y="38155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736" dirty="0"/>
          </a:p>
        </p:txBody>
      </p:sp>
      <p:sp>
        <p:nvSpPr>
          <p:cNvPr id="91" name="Text 88"/>
          <p:cNvSpPr/>
          <p:nvPr/>
        </p:nvSpPr>
        <p:spPr>
          <a:xfrm>
            <a:off x="10988599" y="38155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736" dirty="0"/>
          </a:p>
        </p:txBody>
      </p:sp>
      <p:sp>
        <p:nvSpPr>
          <p:cNvPr id="92" name="Text 89"/>
          <p:cNvSpPr/>
          <p:nvPr/>
        </p:nvSpPr>
        <p:spPr>
          <a:xfrm>
            <a:off x="8091881" y="43489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736" dirty="0"/>
          </a:p>
        </p:txBody>
      </p:sp>
      <p:sp>
        <p:nvSpPr>
          <p:cNvPr id="93" name="Text 90"/>
          <p:cNvSpPr/>
          <p:nvPr/>
        </p:nvSpPr>
        <p:spPr>
          <a:xfrm>
            <a:off x="10988599" y="43489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736" dirty="0"/>
          </a:p>
        </p:txBody>
      </p:sp>
      <p:sp>
        <p:nvSpPr>
          <p:cNvPr id="94" name="Text 91"/>
          <p:cNvSpPr/>
          <p:nvPr/>
        </p:nvSpPr>
        <p:spPr>
          <a:xfrm>
            <a:off x="8091881" y="44822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455</a:t>
            </a:r>
            <a:endParaRPr lang="en-US" sz="736" dirty="0"/>
          </a:p>
        </p:txBody>
      </p:sp>
      <p:sp>
        <p:nvSpPr>
          <p:cNvPr id="95" name="Text 92"/>
          <p:cNvSpPr/>
          <p:nvPr/>
        </p:nvSpPr>
        <p:spPr>
          <a:xfrm>
            <a:off x="10988599" y="44822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455</a:t>
            </a:r>
            <a:endParaRPr lang="en-US" sz="736" dirty="0"/>
          </a:p>
        </p:txBody>
      </p:sp>
      <p:sp>
        <p:nvSpPr>
          <p:cNvPr id="96" name="Text 93"/>
          <p:cNvSpPr/>
          <p:nvPr/>
        </p:nvSpPr>
        <p:spPr>
          <a:xfrm>
            <a:off x="2329400" y="3420219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768" dirty="0"/>
          </a:p>
        </p:txBody>
      </p:sp>
      <p:sp>
        <p:nvSpPr>
          <p:cNvPr id="97" name="Text 94"/>
          <p:cNvSpPr/>
          <p:nvPr/>
        </p:nvSpPr>
        <p:spPr>
          <a:xfrm>
            <a:off x="5226118" y="3420219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768" dirty="0"/>
          </a:p>
        </p:txBody>
      </p:sp>
      <p:sp>
        <p:nvSpPr>
          <p:cNvPr id="98" name="Text 95"/>
          <p:cNvSpPr/>
          <p:nvPr/>
        </p:nvSpPr>
        <p:spPr>
          <a:xfrm>
            <a:off x="2329400" y="35488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768" dirty="0"/>
          </a:p>
        </p:txBody>
      </p:sp>
      <p:sp>
        <p:nvSpPr>
          <p:cNvPr id="99" name="Text 96"/>
          <p:cNvSpPr/>
          <p:nvPr/>
        </p:nvSpPr>
        <p:spPr>
          <a:xfrm>
            <a:off x="5226118" y="35488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768" dirty="0"/>
          </a:p>
        </p:txBody>
      </p:sp>
      <p:sp>
        <p:nvSpPr>
          <p:cNvPr id="100" name="Text 97"/>
          <p:cNvSpPr/>
          <p:nvPr/>
        </p:nvSpPr>
        <p:spPr>
          <a:xfrm>
            <a:off x="2329400" y="36821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768" dirty="0"/>
          </a:p>
        </p:txBody>
      </p:sp>
      <p:sp>
        <p:nvSpPr>
          <p:cNvPr id="101" name="Text 98"/>
          <p:cNvSpPr/>
          <p:nvPr/>
        </p:nvSpPr>
        <p:spPr>
          <a:xfrm>
            <a:off x="5226118" y="36821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768" dirty="0"/>
          </a:p>
        </p:txBody>
      </p:sp>
      <p:sp>
        <p:nvSpPr>
          <p:cNvPr id="102" name="Text 99"/>
          <p:cNvSpPr/>
          <p:nvPr/>
        </p:nvSpPr>
        <p:spPr>
          <a:xfrm>
            <a:off x="8091881" y="39488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736" dirty="0"/>
          </a:p>
        </p:txBody>
      </p:sp>
      <p:sp>
        <p:nvSpPr>
          <p:cNvPr id="103" name="Text 100"/>
          <p:cNvSpPr/>
          <p:nvPr/>
        </p:nvSpPr>
        <p:spPr>
          <a:xfrm>
            <a:off x="10988599" y="39488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736" dirty="0"/>
          </a:p>
        </p:txBody>
      </p:sp>
      <p:sp>
        <p:nvSpPr>
          <p:cNvPr id="104" name="Text 101"/>
          <p:cNvSpPr/>
          <p:nvPr/>
        </p:nvSpPr>
        <p:spPr>
          <a:xfrm>
            <a:off x="8091881" y="408220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736" dirty="0"/>
          </a:p>
        </p:txBody>
      </p:sp>
      <p:sp>
        <p:nvSpPr>
          <p:cNvPr id="105" name="Text 102"/>
          <p:cNvSpPr/>
          <p:nvPr/>
        </p:nvSpPr>
        <p:spPr>
          <a:xfrm>
            <a:off x="10988599" y="408220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736" dirty="0"/>
          </a:p>
        </p:txBody>
      </p:sp>
      <p:sp>
        <p:nvSpPr>
          <p:cNvPr id="106" name="Text 103"/>
          <p:cNvSpPr/>
          <p:nvPr/>
        </p:nvSpPr>
        <p:spPr>
          <a:xfrm>
            <a:off x="8091881" y="4215557"/>
            <a:ext cx="50692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736" dirty="0"/>
          </a:p>
        </p:txBody>
      </p:sp>
      <p:sp>
        <p:nvSpPr>
          <p:cNvPr id="107" name="Text 104"/>
          <p:cNvSpPr/>
          <p:nvPr/>
        </p:nvSpPr>
        <p:spPr>
          <a:xfrm>
            <a:off x="10988599" y="4215557"/>
            <a:ext cx="73319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736" dirty="0"/>
          </a:p>
        </p:txBody>
      </p:sp>
      <p:sp>
        <p:nvSpPr>
          <p:cNvPr id="108" name="Text 105"/>
          <p:cNvSpPr/>
          <p:nvPr/>
        </p:nvSpPr>
        <p:spPr>
          <a:xfrm>
            <a:off x="8091881" y="4615607"/>
            <a:ext cx="506926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</a:t>
            </a:r>
            <a:endParaRPr lang="en-US" sz="736" dirty="0"/>
          </a:p>
        </p:txBody>
      </p:sp>
      <p:sp>
        <p:nvSpPr>
          <p:cNvPr id="109" name="Text 106"/>
          <p:cNvSpPr/>
          <p:nvPr/>
        </p:nvSpPr>
        <p:spPr>
          <a:xfrm>
            <a:off x="10988599" y="4615607"/>
            <a:ext cx="733198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</a:t>
            </a:r>
            <a:endParaRPr lang="en-US" sz="73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9334" y="4898827"/>
            <a:ext cx="3880388" cy="536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896" dirty="0"/>
          </a:p>
        </p:txBody>
      </p:sp>
      <p:sp>
        <p:nvSpPr>
          <p:cNvPr id="4" name="Text 1"/>
          <p:cNvSpPr/>
          <p:nvPr/>
        </p:nvSpPr>
        <p:spPr>
          <a:xfrm>
            <a:off x="8650716" y="2270671"/>
            <a:ext cx="2937950" cy="305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Ganadoras: 1.292/950 ventas (136 %) · Bono $100K/semana × trío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8650716" y="2561183"/>
            <a:ext cx="2937950" cy="370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Jugada: 4.798/4.200 ventas (114 %) · $7.000.000 al equipo</a:t>
            </a:r>
            <a:endParaRPr lang="en-US" sz="960" dirty="0"/>
          </a:p>
        </p:txBody>
      </p:sp>
      <p:sp>
        <p:nvSpPr>
          <p:cNvPr id="6" name="Text 3"/>
          <p:cNvSpPr/>
          <p:nvPr/>
        </p:nvSpPr>
        <p:spPr>
          <a:xfrm>
            <a:off x="8650716" y="2913608"/>
            <a:ext cx="2937950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Mayo: 560/650 ventas (86 %) · Bono $300.000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8650716" y="3132683"/>
            <a:ext cx="293795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 eventos de incentivo Vanti en el semestre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3276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680" dirty="0"/>
          </a:p>
        </p:txBody>
      </p:sp>
      <p:sp>
        <p:nvSpPr>
          <p:cNvPr id="9" name="Text 6"/>
          <p:cNvSpPr/>
          <p:nvPr/>
        </p:nvSpPr>
        <p:spPr>
          <a:xfrm>
            <a:off x="1015429" y="28146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Julithza Milagros Padilla MejíA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1015429" y="4633913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Karina Yisell Marquez Hernandez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015429" y="1909762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Dayana D. Guerrero HernáNdez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1015429" y="2062162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Anderson Monterrosa Castilla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7867453" y="1419225"/>
            <a:ext cx="2975297" cy="191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1015429" y="1604963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Melissa Paola Orozco Jinete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1015429" y="5091113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Michelle Paola Robles Becerra</a:t>
            </a:r>
            <a:endParaRPr lang="en-US" sz="880" dirty="0"/>
          </a:p>
        </p:txBody>
      </p:sp>
      <p:sp>
        <p:nvSpPr>
          <p:cNvPr id="16" name="Text 13"/>
          <p:cNvSpPr/>
          <p:nvPr/>
        </p:nvSpPr>
        <p:spPr>
          <a:xfrm>
            <a:off x="1015429" y="3119437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Isabella SofíA Rueda Caserta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015429" y="1457325"/>
            <a:ext cx="2341484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JesúS David CortéS Ortega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1015429" y="2662237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Santiago Elí CháVez Carmona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1015429" y="29670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Nohelia H. Salas Monterrosa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1015429" y="25098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Alan José HernáNdez Loaiza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1015429" y="3576637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Rhoymar HernáNdez AlbarráN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1015429" y="32718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Laura L. Herrera Palomino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15429" y="1757363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Luisa L. Percy Jaraba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1015429" y="4938712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Rosalinda Rivera Senior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1015429" y="4033837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Josué Zabaleta Bethel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1015429" y="4481512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Nayerlis Polo Marrugo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1015429" y="37290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CéSar Barrera PáJaro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1015429" y="41862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Yannecce MejíA GóMez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015429" y="2214563"/>
            <a:ext cx="234148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B.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1015429" y="4786313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Ruddy Olmos Simanca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10196555" y="209550"/>
            <a:ext cx="1494837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1120" dirty="0"/>
          </a:p>
        </p:txBody>
      </p:sp>
      <p:sp>
        <p:nvSpPr>
          <p:cNvPr id="32" name="Text 29"/>
          <p:cNvSpPr/>
          <p:nvPr/>
        </p:nvSpPr>
        <p:spPr>
          <a:xfrm>
            <a:off x="1015429" y="34242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Valentina Orozco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1015429" y="23574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Yulieth Pacheco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1015429" y="3881437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Jean J. GuzmáN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1015429" y="4338637"/>
            <a:ext cx="234148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Silvana Otero</a:t>
            </a:r>
            <a:endParaRPr lang="en-US" sz="880" dirty="0"/>
          </a:p>
        </p:txBody>
      </p:sp>
      <p:sp>
        <p:nvSpPr>
          <p:cNvPr id="36" name="Text 33"/>
          <p:cNvSpPr/>
          <p:nvPr/>
        </p:nvSpPr>
        <p:spPr>
          <a:xfrm>
            <a:off x="1687222" y="5429250"/>
            <a:ext cx="4728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864" dirty="0"/>
          </a:p>
        </p:txBody>
      </p:sp>
      <p:sp>
        <p:nvSpPr>
          <p:cNvPr id="37" name="Text 34"/>
          <p:cNvSpPr/>
          <p:nvPr/>
        </p:nvSpPr>
        <p:spPr>
          <a:xfrm>
            <a:off x="1149073" y="5429250"/>
            <a:ext cx="445044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864" dirty="0"/>
          </a:p>
        </p:txBody>
      </p:sp>
      <p:sp>
        <p:nvSpPr>
          <p:cNvPr id="38" name="Text 35"/>
          <p:cNvSpPr/>
          <p:nvPr/>
        </p:nvSpPr>
        <p:spPr>
          <a:xfrm>
            <a:off x="7953771" y="2042071"/>
            <a:ext cx="73179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Eventos</a:t>
            </a:r>
            <a:endParaRPr lang="en-US" sz="1184" dirty="0"/>
          </a:p>
        </p:txBody>
      </p:sp>
      <p:sp>
        <p:nvSpPr>
          <p:cNvPr id="39" name="Text 36"/>
          <p:cNvSpPr/>
          <p:nvPr/>
        </p:nvSpPr>
        <p:spPr>
          <a:xfrm>
            <a:off x="8650716" y="2042071"/>
            <a:ext cx="293795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</a:t>
            </a:r>
            <a:endParaRPr lang="en-US" sz="1184" dirty="0"/>
          </a:p>
        </p:txBody>
      </p:sp>
      <p:sp>
        <p:nvSpPr>
          <p:cNvPr id="40" name="Text 37"/>
          <p:cNvSpPr/>
          <p:nvPr/>
        </p:nvSpPr>
        <p:spPr>
          <a:xfrm>
            <a:off x="1015429" y="1266825"/>
            <a:ext cx="23414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1184" dirty="0"/>
          </a:p>
        </p:txBody>
      </p:sp>
      <p:sp>
        <p:nvSpPr>
          <p:cNvPr id="41" name="Text 38"/>
          <p:cNvSpPr/>
          <p:nvPr/>
        </p:nvSpPr>
        <p:spPr>
          <a:xfrm>
            <a:off x="6328907" y="5243513"/>
            <a:ext cx="655378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28" dirty="0"/>
          </a:p>
        </p:txBody>
      </p:sp>
      <p:sp>
        <p:nvSpPr>
          <p:cNvPr id="42" name="Text 39"/>
          <p:cNvSpPr/>
          <p:nvPr/>
        </p:nvSpPr>
        <p:spPr>
          <a:xfrm>
            <a:off x="7562661" y="2604046"/>
            <a:ext cx="228600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MarAbr</a:t>
            </a:r>
            <a:endParaRPr lang="en-US" sz="1184" dirty="0"/>
          </a:p>
        </p:txBody>
      </p:sp>
      <p:sp>
        <p:nvSpPr>
          <p:cNvPr id="43" name="Text 40"/>
          <p:cNvSpPr/>
          <p:nvPr/>
        </p:nvSpPr>
        <p:spPr>
          <a:xfrm>
            <a:off x="6328907" y="1266825"/>
            <a:ext cx="6553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44" name="Text 41"/>
          <p:cNvSpPr/>
          <p:nvPr/>
        </p:nvSpPr>
        <p:spPr>
          <a:xfrm>
            <a:off x="6690401" y="14811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1.276</a:t>
            </a:r>
            <a:endParaRPr lang="en-US" sz="880" dirty="0"/>
          </a:p>
        </p:txBody>
      </p:sp>
      <p:sp>
        <p:nvSpPr>
          <p:cNvPr id="45" name="Text 42"/>
          <p:cNvSpPr/>
          <p:nvPr/>
        </p:nvSpPr>
        <p:spPr>
          <a:xfrm>
            <a:off x="6695461" y="163353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880" dirty="0"/>
          </a:p>
        </p:txBody>
      </p:sp>
      <p:sp>
        <p:nvSpPr>
          <p:cNvPr id="46" name="Text 43"/>
          <p:cNvSpPr/>
          <p:nvPr/>
        </p:nvSpPr>
        <p:spPr>
          <a:xfrm>
            <a:off x="1015429" y="5243513"/>
            <a:ext cx="2341484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928" dirty="0"/>
          </a:p>
        </p:txBody>
      </p:sp>
      <p:sp>
        <p:nvSpPr>
          <p:cNvPr id="47" name="Text 44"/>
          <p:cNvSpPr/>
          <p:nvPr/>
        </p:nvSpPr>
        <p:spPr>
          <a:xfrm>
            <a:off x="3245414" y="5243513"/>
            <a:ext cx="537397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928" dirty="0"/>
          </a:p>
        </p:txBody>
      </p:sp>
      <p:sp>
        <p:nvSpPr>
          <p:cNvPr id="48" name="Text 45"/>
          <p:cNvSpPr/>
          <p:nvPr/>
        </p:nvSpPr>
        <p:spPr>
          <a:xfrm>
            <a:off x="3757221" y="5243513"/>
            <a:ext cx="533491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928" dirty="0"/>
          </a:p>
        </p:txBody>
      </p:sp>
      <p:sp>
        <p:nvSpPr>
          <p:cNvPr id="49" name="Text 46"/>
          <p:cNvSpPr/>
          <p:nvPr/>
        </p:nvSpPr>
        <p:spPr>
          <a:xfrm>
            <a:off x="4265307" y="5243513"/>
            <a:ext cx="534272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928" dirty="0"/>
          </a:p>
        </p:txBody>
      </p:sp>
      <p:sp>
        <p:nvSpPr>
          <p:cNvPr id="50" name="Text 47"/>
          <p:cNvSpPr/>
          <p:nvPr/>
        </p:nvSpPr>
        <p:spPr>
          <a:xfrm>
            <a:off x="4774138" y="5243513"/>
            <a:ext cx="542554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928" dirty="0"/>
          </a:p>
        </p:txBody>
      </p:sp>
      <p:sp>
        <p:nvSpPr>
          <p:cNvPr id="51" name="Text 48"/>
          <p:cNvSpPr/>
          <p:nvPr/>
        </p:nvSpPr>
        <p:spPr>
          <a:xfrm>
            <a:off x="5290856" y="5243513"/>
            <a:ext cx="559743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928" dirty="0"/>
          </a:p>
        </p:txBody>
      </p:sp>
      <p:sp>
        <p:nvSpPr>
          <p:cNvPr id="52" name="Text 49"/>
          <p:cNvSpPr/>
          <p:nvPr/>
        </p:nvSpPr>
        <p:spPr>
          <a:xfrm>
            <a:off x="5823945" y="5243513"/>
            <a:ext cx="530209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928" dirty="0"/>
          </a:p>
        </p:txBody>
      </p:sp>
      <p:sp>
        <p:nvSpPr>
          <p:cNvPr id="53" name="Text 50"/>
          <p:cNvSpPr/>
          <p:nvPr/>
        </p:nvSpPr>
        <p:spPr>
          <a:xfrm>
            <a:off x="10517867" y="1066800"/>
            <a:ext cx="453639" cy="21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960" dirty="0"/>
          </a:p>
        </p:txBody>
      </p:sp>
      <p:sp>
        <p:nvSpPr>
          <p:cNvPr id="54" name="Text 51"/>
          <p:cNvSpPr/>
          <p:nvPr/>
        </p:nvSpPr>
        <p:spPr>
          <a:xfrm>
            <a:off x="7448364" y="3132683"/>
            <a:ext cx="53067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55" name="Text 52"/>
          <p:cNvSpPr/>
          <p:nvPr/>
        </p:nvSpPr>
        <p:spPr>
          <a:xfrm>
            <a:off x="10988003" y="1066800"/>
            <a:ext cx="483798" cy="21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960" dirty="0"/>
          </a:p>
        </p:txBody>
      </p:sp>
      <p:sp>
        <p:nvSpPr>
          <p:cNvPr id="56" name="Text 53"/>
          <p:cNvSpPr/>
          <p:nvPr/>
        </p:nvSpPr>
        <p:spPr>
          <a:xfrm>
            <a:off x="3245414" y="1266825"/>
            <a:ext cx="537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57" name="Text 54"/>
          <p:cNvSpPr/>
          <p:nvPr/>
        </p:nvSpPr>
        <p:spPr>
          <a:xfrm>
            <a:off x="3757221" y="1266825"/>
            <a:ext cx="5334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58" name="Text 55"/>
          <p:cNvSpPr/>
          <p:nvPr/>
        </p:nvSpPr>
        <p:spPr>
          <a:xfrm>
            <a:off x="4265307" y="1266825"/>
            <a:ext cx="5342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59" name="Text 56"/>
          <p:cNvSpPr/>
          <p:nvPr/>
        </p:nvSpPr>
        <p:spPr>
          <a:xfrm>
            <a:off x="4774138" y="1266825"/>
            <a:ext cx="5425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60" name="Text 57"/>
          <p:cNvSpPr/>
          <p:nvPr/>
        </p:nvSpPr>
        <p:spPr>
          <a:xfrm>
            <a:off x="5290856" y="1266825"/>
            <a:ext cx="559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61" name="Text 58"/>
          <p:cNvSpPr/>
          <p:nvPr/>
        </p:nvSpPr>
        <p:spPr>
          <a:xfrm>
            <a:off x="5823945" y="1266825"/>
            <a:ext cx="530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62" name="Text 59"/>
          <p:cNvSpPr/>
          <p:nvPr/>
        </p:nvSpPr>
        <p:spPr>
          <a:xfrm>
            <a:off x="3245414" y="1457325"/>
            <a:ext cx="537397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880" dirty="0"/>
          </a:p>
        </p:txBody>
      </p:sp>
      <p:sp>
        <p:nvSpPr>
          <p:cNvPr id="63" name="Text 60"/>
          <p:cNvSpPr/>
          <p:nvPr/>
        </p:nvSpPr>
        <p:spPr>
          <a:xfrm>
            <a:off x="3757221" y="1457325"/>
            <a:ext cx="533491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234</a:t>
            </a:r>
            <a:endParaRPr lang="en-US" sz="880" dirty="0"/>
          </a:p>
        </p:txBody>
      </p:sp>
      <p:sp>
        <p:nvSpPr>
          <p:cNvPr id="64" name="Text 61"/>
          <p:cNvSpPr/>
          <p:nvPr/>
        </p:nvSpPr>
        <p:spPr>
          <a:xfrm>
            <a:off x="4265307" y="1457325"/>
            <a:ext cx="534272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880" dirty="0"/>
          </a:p>
        </p:txBody>
      </p:sp>
      <p:sp>
        <p:nvSpPr>
          <p:cNvPr id="65" name="Text 62"/>
          <p:cNvSpPr/>
          <p:nvPr/>
        </p:nvSpPr>
        <p:spPr>
          <a:xfrm>
            <a:off x="4774138" y="1457325"/>
            <a:ext cx="542554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880" dirty="0"/>
          </a:p>
        </p:txBody>
      </p:sp>
      <p:sp>
        <p:nvSpPr>
          <p:cNvPr id="66" name="Text 63"/>
          <p:cNvSpPr/>
          <p:nvPr/>
        </p:nvSpPr>
        <p:spPr>
          <a:xfrm>
            <a:off x="5290856" y="1457325"/>
            <a:ext cx="559743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880" dirty="0"/>
          </a:p>
        </p:txBody>
      </p:sp>
      <p:sp>
        <p:nvSpPr>
          <p:cNvPr id="67" name="Text 64"/>
          <p:cNvSpPr/>
          <p:nvPr/>
        </p:nvSpPr>
        <p:spPr>
          <a:xfrm>
            <a:off x="5823945" y="1457325"/>
            <a:ext cx="530209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880" dirty="0"/>
          </a:p>
        </p:txBody>
      </p:sp>
      <p:sp>
        <p:nvSpPr>
          <p:cNvPr id="68" name="Text 65"/>
          <p:cNvSpPr/>
          <p:nvPr/>
        </p:nvSpPr>
        <p:spPr>
          <a:xfrm>
            <a:off x="3245414" y="1604963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880" dirty="0"/>
          </a:p>
        </p:txBody>
      </p:sp>
      <p:sp>
        <p:nvSpPr>
          <p:cNvPr id="69" name="Text 66"/>
          <p:cNvSpPr/>
          <p:nvPr/>
        </p:nvSpPr>
        <p:spPr>
          <a:xfrm>
            <a:off x="3757221" y="1604963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195</a:t>
            </a:r>
            <a:endParaRPr lang="en-US" sz="880" dirty="0"/>
          </a:p>
        </p:txBody>
      </p:sp>
      <p:sp>
        <p:nvSpPr>
          <p:cNvPr id="70" name="Text 67"/>
          <p:cNvSpPr/>
          <p:nvPr/>
        </p:nvSpPr>
        <p:spPr>
          <a:xfrm>
            <a:off x="4265307" y="1604963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189</a:t>
            </a:r>
            <a:endParaRPr lang="en-US" sz="880" dirty="0"/>
          </a:p>
        </p:txBody>
      </p:sp>
      <p:sp>
        <p:nvSpPr>
          <p:cNvPr id="71" name="Text 68"/>
          <p:cNvSpPr/>
          <p:nvPr/>
        </p:nvSpPr>
        <p:spPr>
          <a:xfrm>
            <a:off x="4774138" y="1604963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880" dirty="0"/>
          </a:p>
        </p:txBody>
      </p:sp>
      <p:sp>
        <p:nvSpPr>
          <p:cNvPr id="72" name="Text 69"/>
          <p:cNvSpPr/>
          <p:nvPr/>
        </p:nvSpPr>
        <p:spPr>
          <a:xfrm>
            <a:off x="5290856" y="1604963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880" dirty="0"/>
          </a:p>
        </p:txBody>
      </p:sp>
      <p:sp>
        <p:nvSpPr>
          <p:cNvPr id="73" name="Text 70"/>
          <p:cNvSpPr/>
          <p:nvPr/>
        </p:nvSpPr>
        <p:spPr>
          <a:xfrm>
            <a:off x="5823945" y="1604963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880" dirty="0"/>
          </a:p>
        </p:txBody>
      </p:sp>
      <p:sp>
        <p:nvSpPr>
          <p:cNvPr id="74" name="Text 71"/>
          <p:cNvSpPr/>
          <p:nvPr/>
        </p:nvSpPr>
        <p:spPr>
          <a:xfrm>
            <a:off x="3245414" y="1757363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</a:t>
            </a:r>
            <a:endParaRPr lang="en-US" sz="880" dirty="0"/>
          </a:p>
        </p:txBody>
      </p:sp>
      <p:sp>
        <p:nvSpPr>
          <p:cNvPr id="75" name="Text 72"/>
          <p:cNvSpPr/>
          <p:nvPr/>
        </p:nvSpPr>
        <p:spPr>
          <a:xfrm>
            <a:off x="3757221" y="1757363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880" dirty="0"/>
          </a:p>
        </p:txBody>
      </p:sp>
      <p:sp>
        <p:nvSpPr>
          <p:cNvPr id="76" name="Text 73"/>
          <p:cNvSpPr/>
          <p:nvPr/>
        </p:nvSpPr>
        <p:spPr>
          <a:xfrm>
            <a:off x="4265307" y="1757363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178</a:t>
            </a:r>
            <a:endParaRPr lang="en-US" sz="880" dirty="0"/>
          </a:p>
        </p:txBody>
      </p:sp>
      <p:sp>
        <p:nvSpPr>
          <p:cNvPr id="77" name="Text 74"/>
          <p:cNvSpPr/>
          <p:nvPr/>
        </p:nvSpPr>
        <p:spPr>
          <a:xfrm>
            <a:off x="4774138" y="1757363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0" dirty="0"/>
          </a:p>
        </p:txBody>
      </p:sp>
      <p:sp>
        <p:nvSpPr>
          <p:cNvPr id="78" name="Text 75"/>
          <p:cNvSpPr/>
          <p:nvPr/>
        </p:nvSpPr>
        <p:spPr>
          <a:xfrm>
            <a:off x="5290856" y="1757363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880" dirty="0"/>
          </a:p>
        </p:txBody>
      </p:sp>
      <p:sp>
        <p:nvSpPr>
          <p:cNvPr id="79" name="Text 76"/>
          <p:cNvSpPr/>
          <p:nvPr/>
        </p:nvSpPr>
        <p:spPr>
          <a:xfrm>
            <a:off x="5823945" y="1757363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880" dirty="0"/>
          </a:p>
        </p:txBody>
      </p:sp>
      <p:sp>
        <p:nvSpPr>
          <p:cNvPr id="80" name="Text 77"/>
          <p:cNvSpPr/>
          <p:nvPr/>
        </p:nvSpPr>
        <p:spPr>
          <a:xfrm>
            <a:off x="6752759" y="178593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952</a:t>
            </a:r>
            <a:endParaRPr lang="en-US" sz="880" dirty="0"/>
          </a:p>
        </p:txBody>
      </p:sp>
      <p:sp>
        <p:nvSpPr>
          <p:cNvPr id="81" name="Text 78"/>
          <p:cNvSpPr/>
          <p:nvPr/>
        </p:nvSpPr>
        <p:spPr>
          <a:xfrm>
            <a:off x="3245414" y="1909762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</a:t>
            </a:r>
            <a:endParaRPr lang="en-US" sz="880" dirty="0"/>
          </a:p>
        </p:txBody>
      </p:sp>
      <p:sp>
        <p:nvSpPr>
          <p:cNvPr id="82" name="Text 79"/>
          <p:cNvSpPr/>
          <p:nvPr/>
        </p:nvSpPr>
        <p:spPr>
          <a:xfrm>
            <a:off x="3757221" y="1909762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880" dirty="0"/>
          </a:p>
        </p:txBody>
      </p:sp>
      <p:sp>
        <p:nvSpPr>
          <p:cNvPr id="83" name="Text 80"/>
          <p:cNvSpPr/>
          <p:nvPr/>
        </p:nvSpPr>
        <p:spPr>
          <a:xfrm>
            <a:off x="4265307" y="1909762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880" dirty="0"/>
          </a:p>
        </p:txBody>
      </p:sp>
      <p:sp>
        <p:nvSpPr>
          <p:cNvPr id="84" name="Text 81"/>
          <p:cNvSpPr/>
          <p:nvPr/>
        </p:nvSpPr>
        <p:spPr>
          <a:xfrm>
            <a:off x="4774138" y="1909762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80" dirty="0"/>
          </a:p>
        </p:txBody>
      </p:sp>
      <p:sp>
        <p:nvSpPr>
          <p:cNvPr id="85" name="Text 82"/>
          <p:cNvSpPr/>
          <p:nvPr/>
        </p:nvSpPr>
        <p:spPr>
          <a:xfrm>
            <a:off x="5290856" y="1909762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880" dirty="0"/>
          </a:p>
        </p:txBody>
      </p:sp>
      <p:sp>
        <p:nvSpPr>
          <p:cNvPr id="86" name="Text 83"/>
          <p:cNvSpPr/>
          <p:nvPr/>
        </p:nvSpPr>
        <p:spPr>
          <a:xfrm>
            <a:off x="5823945" y="1909762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0" dirty="0"/>
          </a:p>
        </p:txBody>
      </p:sp>
      <p:sp>
        <p:nvSpPr>
          <p:cNvPr id="87" name="Text 84"/>
          <p:cNvSpPr/>
          <p:nvPr/>
        </p:nvSpPr>
        <p:spPr>
          <a:xfrm>
            <a:off x="6753205" y="19383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935</a:t>
            </a:r>
            <a:endParaRPr lang="en-US" sz="880" dirty="0"/>
          </a:p>
        </p:txBody>
      </p:sp>
      <p:sp>
        <p:nvSpPr>
          <p:cNvPr id="88" name="Text 85"/>
          <p:cNvSpPr/>
          <p:nvPr/>
        </p:nvSpPr>
        <p:spPr>
          <a:xfrm>
            <a:off x="3245414" y="2062162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880" dirty="0"/>
          </a:p>
        </p:txBody>
      </p:sp>
      <p:sp>
        <p:nvSpPr>
          <p:cNvPr id="89" name="Text 86"/>
          <p:cNvSpPr/>
          <p:nvPr/>
        </p:nvSpPr>
        <p:spPr>
          <a:xfrm>
            <a:off x="3757221" y="2062162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880" dirty="0"/>
          </a:p>
        </p:txBody>
      </p:sp>
      <p:sp>
        <p:nvSpPr>
          <p:cNvPr id="90" name="Text 87"/>
          <p:cNvSpPr/>
          <p:nvPr/>
        </p:nvSpPr>
        <p:spPr>
          <a:xfrm>
            <a:off x="4265307" y="2062162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880" dirty="0"/>
          </a:p>
        </p:txBody>
      </p:sp>
      <p:sp>
        <p:nvSpPr>
          <p:cNvPr id="91" name="Text 88"/>
          <p:cNvSpPr/>
          <p:nvPr/>
        </p:nvSpPr>
        <p:spPr>
          <a:xfrm>
            <a:off x="4774138" y="2062162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80" dirty="0"/>
          </a:p>
        </p:txBody>
      </p:sp>
      <p:sp>
        <p:nvSpPr>
          <p:cNvPr id="92" name="Text 89"/>
          <p:cNvSpPr/>
          <p:nvPr/>
        </p:nvSpPr>
        <p:spPr>
          <a:xfrm>
            <a:off x="5290856" y="2062162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880" dirty="0"/>
          </a:p>
        </p:txBody>
      </p:sp>
      <p:sp>
        <p:nvSpPr>
          <p:cNvPr id="93" name="Text 90"/>
          <p:cNvSpPr/>
          <p:nvPr/>
        </p:nvSpPr>
        <p:spPr>
          <a:xfrm>
            <a:off x="5823945" y="2062162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880" dirty="0"/>
          </a:p>
        </p:txBody>
      </p:sp>
      <p:sp>
        <p:nvSpPr>
          <p:cNvPr id="94" name="Text 91"/>
          <p:cNvSpPr/>
          <p:nvPr/>
        </p:nvSpPr>
        <p:spPr>
          <a:xfrm>
            <a:off x="6752759" y="20907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925</a:t>
            </a:r>
            <a:endParaRPr lang="en-US" sz="880" dirty="0"/>
          </a:p>
        </p:txBody>
      </p:sp>
      <p:sp>
        <p:nvSpPr>
          <p:cNvPr id="95" name="Text 92"/>
          <p:cNvSpPr/>
          <p:nvPr/>
        </p:nvSpPr>
        <p:spPr>
          <a:xfrm>
            <a:off x="3245414" y="2214563"/>
            <a:ext cx="53739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</a:t>
            </a:r>
            <a:endParaRPr lang="en-US" sz="880" dirty="0"/>
          </a:p>
        </p:txBody>
      </p:sp>
      <p:sp>
        <p:nvSpPr>
          <p:cNvPr id="96" name="Text 93"/>
          <p:cNvSpPr/>
          <p:nvPr/>
        </p:nvSpPr>
        <p:spPr>
          <a:xfrm>
            <a:off x="3757221" y="2214563"/>
            <a:ext cx="53349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</a:t>
            </a:r>
            <a:endParaRPr lang="en-US" sz="880" dirty="0"/>
          </a:p>
        </p:txBody>
      </p:sp>
      <p:sp>
        <p:nvSpPr>
          <p:cNvPr id="97" name="Text 94"/>
          <p:cNvSpPr/>
          <p:nvPr/>
        </p:nvSpPr>
        <p:spPr>
          <a:xfrm>
            <a:off x="4265307" y="2214563"/>
            <a:ext cx="53427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168</a:t>
            </a:r>
            <a:endParaRPr lang="en-US" sz="880" dirty="0"/>
          </a:p>
        </p:txBody>
      </p:sp>
      <p:sp>
        <p:nvSpPr>
          <p:cNvPr id="98" name="Text 95"/>
          <p:cNvSpPr/>
          <p:nvPr/>
        </p:nvSpPr>
        <p:spPr>
          <a:xfrm>
            <a:off x="4774138" y="2214563"/>
            <a:ext cx="54255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880" dirty="0"/>
          </a:p>
        </p:txBody>
      </p:sp>
      <p:sp>
        <p:nvSpPr>
          <p:cNvPr id="99" name="Text 96"/>
          <p:cNvSpPr/>
          <p:nvPr/>
        </p:nvSpPr>
        <p:spPr>
          <a:xfrm>
            <a:off x="5823945" y="2214563"/>
            <a:ext cx="53020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880" dirty="0"/>
          </a:p>
        </p:txBody>
      </p:sp>
      <p:sp>
        <p:nvSpPr>
          <p:cNvPr id="100" name="Text 97"/>
          <p:cNvSpPr/>
          <p:nvPr/>
        </p:nvSpPr>
        <p:spPr>
          <a:xfrm>
            <a:off x="6743680" y="223837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886</a:t>
            </a:r>
            <a:endParaRPr lang="en-US" sz="880" dirty="0"/>
          </a:p>
        </p:txBody>
      </p:sp>
      <p:sp>
        <p:nvSpPr>
          <p:cNvPr id="101" name="Text 98"/>
          <p:cNvSpPr/>
          <p:nvPr/>
        </p:nvSpPr>
        <p:spPr>
          <a:xfrm>
            <a:off x="3245414" y="23574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880" dirty="0"/>
          </a:p>
        </p:txBody>
      </p:sp>
      <p:sp>
        <p:nvSpPr>
          <p:cNvPr id="102" name="Text 99"/>
          <p:cNvSpPr/>
          <p:nvPr/>
        </p:nvSpPr>
        <p:spPr>
          <a:xfrm>
            <a:off x="3757221" y="23574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176</a:t>
            </a:r>
            <a:endParaRPr lang="en-US" sz="880" dirty="0"/>
          </a:p>
        </p:txBody>
      </p:sp>
      <p:sp>
        <p:nvSpPr>
          <p:cNvPr id="103" name="Text 100"/>
          <p:cNvSpPr/>
          <p:nvPr/>
        </p:nvSpPr>
        <p:spPr>
          <a:xfrm>
            <a:off x="4265307" y="23574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880" dirty="0"/>
          </a:p>
        </p:txBody>
      </p:sp>
      <p:sp>
        <p:nvSpPr>
          <p:cNvPr id="104" name="Text 101"/>
          <p:cNvSpPr/>
          <p:nvPr/>
        </p:nvSpPr>
        <p:spPr>
          <a:xfrm>
            <a:off x="4774138" y="23574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880" dirty="0"/>
          </a:p>
        </p:txBody>
      </p:sp>
      <p:sp>
        <p:nvSpPr>
          <p:cNvPr id="105" name="Text 102"/>
          <p:cNvSpPr/>
          <p:nvPr/>
        </p:nvSpPr>
        <p:spPr>
          <a:xfrm>
            <a:off x="5290856" y="23574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928" dirty="0"/>
          </a:p>
        </p:txBody>
      </p:sp>
      <p:sp>
        <p:nvSpPr>
          <p:cNvPr id="106" name="Text 103"/>
          <p:cNvSpPr/>
          <p:nvPr/>
        </p:nvSpPr>
        <p:spPr>
          <a:xfrm>
            <a:off x="5823945" y="23574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928" dirty="0"/>
          </a:p>
        </p:txBody>
      </p:sp>
      <p:sp>
        <p:nvSpPr>
          <p:cNvPr id="107" name="Text 104"/>
          <p:cNvSpPr/>
          <p:nvPr/>
        </p:nvSpPr>
        <p:spPr>
          <a:xfrm>
            <a:off x="6748145" y="23860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885</a:t>
            </a:r>
            <a:endParaRPr lang="en-US" sz="880" dirty="0"/>
          </a:p>
        </p:txBody>
      </p:sp>
      <p:sp>
        <p:nvSpPr>
          <p:cNvPr id="108" name="Text 105"/>
          <p:cNvSpPr/>
          <p:nvPr/>
        </p:nvSpPr>
        <p:spPr>
          <a:xfrm>
            <a:off x="3245414" y="25098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880" dirty="0"/>
          </a:p>
        </p:txBody>
      </p:sp>
      <p:sp>
        <p:nvSpPr>
          <p:cNvPr id="109" name="Text 106"/>
          <p:cNvSpPr/>
          <p:nvPr/>
        </p:nvSpPr>
        <p:spPr>
          <a:xfrm>
            <a:off x="3757221" y="25098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880" dirty="0"/>
          </a:p>
        </p:txBody>
      </p:sp>
      <p:sp>
        <p:nvSpPr>
          <p:cNvPr id="110" name="Text 107"/>
          <p:cNvSpPr/>
          <p:nvPr/>
        </p:nvSpPr>
        <p:spPr>
          <a:xfrm>
            <a:off x="4265307" y="25098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880" dirty="0"/>
          </a:p>
        </p:txBody>
      </p:sp>
      <p:sp>
        <p:nvSpPr>
          <p:cNvPr id="111" name="Text 108"/>
          <p:cNvSpPr/>
          <p:nvPr/>
        </p:nvSpPr>
        <p:spPr>
          <a:xfrm>
            <a:off x="4774138" y="25098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880" dirty="0"/>
          </a:p>
        </p:txBody>
      </p:sp>
      <p:sp>
        <p:nvSpPr>
          <p:cNvPr id="112" name="Text 109"/>
          <p:cNvSpPr/>
          <p:nvPr/>
        </p:nvSpPr>
        <p:spPr>
          <a:xfrm>
            <a:off x="5290856" y="25098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13" name="Text 110"/>
          <p:cNvSpPr/>
          <p:nvPr/>
        </p:nvSpPr>
        <p:spPr>
          <a:xfrm>
            <a:off x="5823945" y="25098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</a:t>
            </a:r>
            <a:endParaRPr lang="en-US" sz="928" dirty="0"/>
          </a:p>
        </p:txBody>
      </p:sp>
      <p:sp>
        <p:nvSpPr>
          <p:cNvPr id="114" name="Text 111"/>
          <p:cNvSpPr/>
          <p:nvPr/>
        </p:nvSpPr>
        <p:spPr>
          <a:xfrm>
            <a:off x="6747847" y="25384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865</a:t>
            </a:r>
            <a:endParaRPr lang="en-US" sz="880" dirty="0"/>
          </a:p>
        </p:txBody>
      </p:sp>
      <p:sp>
        <p:nvSpPr>
          <p:cNvPr id="115" name="Text 112"/>
          <p:cNvSpPr/>
          <p:nvPr/>
        </p:nvSpPr>
        <p:spPr>
          <a:xfrm>
            <a:off x="3245414" y="2662237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880" dirty="0"/>
          </a:p>
        </p:txBody>
      </p:sp>
      <p:sp>
        <p:nvSpPr>
          <p:cNvPr id="116" name="Text 113"/>
          <p:cNvSpPr/>
          <p:nvPr/>
        </p:nvSpPr>
        <p:spPr>
          <a:xfrm>
            <a:off x="3757221" y="2662237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880" dirty="0"/>
          </a:p>
        </p:txBody>
      </p:sp>
      <p:sp>
        <p:nvSpPr>
          <p:cNvPr id="117" name="Text 114"/>
          <p:cNvSpPr/>
          <p:nvPr/>
        </p:nvSpPr>
        <p:spPr>
          <a:xfrm>
            <a:off x="4265307" y="2662237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880" dirty="0"/>
          </a:p>
        </p:txBody>
      </p:sp>
      <p:sp>
        <p:nvSpPr>
          <p:cNvPr id="118" name="Text 115"/>
          <p:cNvSpPr/>
          <p:nvPr/>
        </p:nvSpPr>
        <p:spPr>
          <a:xfrm>
            <a:off x="4774138" y="2662237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928" dirty="0"/>
          </a:p>
        </p:txBody>
      </p:sp>
      <p:sp>
        <p:nvSpPr>
          <p:cNvPr id="119" name="Text 116"/>
          <p:cNvSpPr/>
          <p:nvPr/>
        </p:nvSpPr>
        <p:spPr>
          <a:xfrm>
            <a:off x="5290856" y="2662237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20" name="Text 117"/>
          <p:cNvSpPr/>
          <p:nvPr/>
        </p:nvSpPr>
        <p:spPr>
          <a:xfrm>
            <a:off x="5823945" y="2662237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928" dirty="0"/>
          </a:p>
        </p:txBody>
      </p:sp>
      <p:sp>
        <p:nvSpPr>
          <p:cNvPr id="121" name="Text 118"/>
          <p:cNvSpPr/>
          <p:nvPr/>
        </p:nvSpPr>
        <p:spPr>
          <a:xfrm>
            <a:off x="6748591" y="26908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829</a:t>
            </a:r>
            <a:endParaRPr lang="en-US" sz="880" dirty="0"/>
          </a:p>
        </p:txBody>
      </p:sp>
      <p:sp>
        <p:nvSpPr>
          <p:cNvPr id="122" name="Text 119"/>
          <p:cNvSpPr/>
          <p:nvPr/>
        </p:nvSpPr>
        <p:spPr>
          <a:xfrm>
            <a:off x="3245414" y="28146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880" dirty="0"/>
          </a:p>
        </p:txBody>
      </p:sp>
      <p:sp>
        <p:nvSpPr>
          <p:cNvPr id="123" name="Text 120"/>
          <p:cNvSpPr/>
          <p:nvPr/>
        </p:nvSpPr>
        <p:spPr>
          <a:xfrm>
            <a:off x="3757221" y="28146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24" name="Text 121"/>
          <p:cNvSpPr/>
          <p:nvPr/>
        </p:nvSpPr>
        <p:spPr>
          <a:xfrm>
            <a:off x="4265307" y="28146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80" dirty="0"/>
          </a:p>
        </p:txBody>
      </p:sp>
      <p:sp>
        <p:nvSpPr>
          <p:cNvPr id="125" name="Text 122"/>
          <p:cNvSpPr/>
          <p:nvPr/>
        </p:nvSpPr>
        <p:spPr>
          <a:xfrm>
            <a:off x="4774138" y="28146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880" dirty="0"/>
          </a:p>
        </p:txBody>
      </p:sp>
      <p:sp>
        <p:nvSpPr>
          <p:cNvPr id="126" name="Text 123"/>
          <p:cNvSpPr/>
          <p:nvPr/>
        </p:nvSpPr>
        <p:spPr>
          <a:xfrm>
            <a:off x="5290856" y="28146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928" dirty="0"/>
          </a:p>
        </p:txBody>
      </p:sp>
      <p:sp>
        <p:nvSpPr>
          <p:cNvPr id="127" name="Text 124"/>
          <p:cNvSpPr/>
          <p:nvPr/>
        </p:nvSpPr>
        <p:spPr>
          <a:xfrm>
            <a:off x="6748591" y="28432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769</a:t>
            </a:r>
            <a:endParaRPr lang="en-US" sz="880" dirty="0"/>
          </a:p>
        </p:txBody>
      </p:sp>
      <p:sp>
        <p:nvSpPr>
          <p:cNvPr id="128" name="Text 125"/>
          <p:cNvSpPr/>
          <p:nvPr/>
        </p:nvSpPr>
        <p:spPr>
          <a:xfrm>
            <a:off x="3245414" y="29670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131</a:t>
            </a:r>
            <a:endParaRPr lang="en-US" sz="928" dirty="0"/>
          </a:p>
        </p:txBody>
      </p:sp>
      <p:sp>
        <p:nvSpPr>
          <p:cNvPr id="129" name="Text 126"/>
          <p:cNvSpPr/>
          <p:nvPr/>
        </p:nvSpPr>
        <p:spPr>
          <a:xfrm>
            <a:off x="3757221" y="29670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880" dirty="0"/>
          </a:p>
        </p:txBody>
      </p:sp>
      <p:sp>
        <p:nvSpPr>
          <p:cNvPr id="130" name="Text 127"/>
          <p:cNvSpPr/>
          <p:nvPr/>
        </p:nvSpPr>
        <p:spPr>
          <a:xfrm>
            <a:off x="4265307" y="29670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880" dirty="0"/>
          </a:p>
        </p:txBody>
      </p:sp>
      <p:sp>
        <p:nvSpPr>
          <p:cNvPr id="131" name="Text 128"/>
          <p:cNvSpPr/>
          <p:nvPr/>
        </p:nvSpPr>
        <p:spPr>
          <a:xfrm>
            <a:off x="4774138" y="29670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880" dirty="0"/>
          </a:p>
        </p:txBody>
      </p:sp>
      <p:sp>
        <p:nvSpPr>
          <p:cNvPr id="132" name="Text 129"/>
          <p:cNvSpPr/>
          <p:nvPr/>
        </p:nvSpPr>
        <p:spPr>
          <a:xfrm>
            <a:off x="5290856" y="29670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928" dirty="0"/>
          </a:p>
        </p:txBody>
      </p:sp>
      <p:sp>
        <p:nvSpPr>
          <p:cNvPr id="133" name="Text 130"/>
          <p:cNvSpPr/>
          <p:nvPr/>
        </p:nvSpPr>
        <p:spPr>
          <a:xfrm>
            <a:off x="6754842" y="29956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732</a:t>
            </a:r>
            <a:endParaRPr lang="en-US" sz="880" dirty="0"/>
          </a:p>
        </p:txBody>
      </p:sp>
      <p:sp>
        <p:nvSpPr>
          <p:cNvPr id="134" name="Text 131"/>
          <p:cNvSpPr/>
          <p:nvPr/>
        </p:nvSpPr>
        <p:spPr>
          <a:xfrm>
            <a:off x="3245414" y="3119437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0" dirty="0"/>
          </a:p>
        </p:txBody>
      </p:sp>
      <p:sp>
        <p:nvSpPr>
          <p:cNvPr id="135" name="Text 132"/>
          <p:cNvSpPr/>
          <p:nvPr/>
        </p:nvSpPr>
        <p:spPr>
          <a:xfrm>
            <a:off x="3757221" y="3119437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928" dirty="0"/>
          </a:p>
        </p:txBody>
      </p:sp>
      <p:sp>
        <p:nvSpPr>
          <p:cNvPr id="136" name="Text 133"/>
          <p:cNvSpPr/>
          <p:nvPr/>
        </p:nvSpPr>
        <p:spPr>
          <a:xfrm>
            <a:off x="4774138" y="3119437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928" dirty="0"/>
          </a:p>
        </p:txBody>
      </p:sp>
      <p:sp>
        <p:nvSpPr>
          <p:cNvPr id="137" name="Text 134"/>
          <p:cNvSpPr/>
          <p:nvPr/>
        </p:nvSpPr>
        <p:spPr>
          <a:xfrm>
            <a:off x="5823945" y="3119437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928" dirty="0"/>
          </a:p>
        </p:txBody>
      </p:sp>
      <p:sp>
        <p:nvSpPr>
          <p:cNvPr id="138" name="Text 135"/>
          <p:cNvSpPr/>
          <p:nvPr/>
        </p:nvSpPr>
        <p:spPr>
          <a:xfrm>
            <a:off x="6750080" y="31480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647</a:t>
            </a:r>
            <a:endParaRPr lang="en-US" sz="880" dirty="0"/>
          </a:p>
        </p:txBody>
      </p:sp>
      <p:sp>
        <p:nvSpPr>
          <p:cNvPr id="139" name="Text 136"/>
          <p:cNvSpPr/>
          <p:nvPr/>
        </p:nvSpPr>
        <p:spPr>
          <a:xfrm>
            <a:off x="3245414" y="32718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40" name="Text 137"/>
          <p:cNvSpPr/>
          <p:nvPr/>
        </p:nvSpPr>
        <p:spPr>
          <a:xfrm>
            <a:off x="3757221" y="32718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880" dirty="0"/>
          </a:p>
        </p:txBody>
      </p:sp>
      <p:sp>
        <p:nvSpPr>
          <p:cNvPr id="141" name="Text 138"/>
          <p:cNvSpPr/>
          <p:nvPr/>
        </p:nvSpPr>
        <p:spPr>
          <a:xfrm>
            <a:off x="4265307" y="32718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0" dirty="0"/>
          </a:p>
        </p:txBody>
      </p:sp>
      <p:sp>
        <p:nvSpPr>
          <p:cNvPr id="142" name="Text 139"/>
          <p:cNvSpPr/>
          <p:nvPr/>
        </p:nvSpPr>
        <p:spPr>
          <a:xfrm>
            <a:off x="6751866" y="33004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633</a:t>
            </a:r>
            <a:endParaRPr lang="en-US" sz="880" dirty="0"/>
          </a:p>
        </p:txBody>
      </p:sp>
      <p:sp>
        <p:nvSpPr>
          <p:cNvPr id="143" name="Text 140"/>
          <p:cNvSpPr/>
          <p:nvPr/>
        </p:nvSpPr>
        <p:spPr>
          <a:xfrm>
            <a:off x="3245414" y="34242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928" dirty="0"/>
          </a:p>
        </p:txBody>
      </p:sp>
      <p:sp>
        <p:nvSpPr>
          <p:cNvPr id="144" name="Text 141"/>
          <p:cNvSpPr/>
          <p:nvPr/>
        </p:nvSpPr>
        <p:spPr>
          <a:xfrm>
            <a:off x="3757221" y="34242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880" dirty="0"/>
          </a:p>
        </p:txBody>
      </p:sp>
      <p:sp>
        <p:nvSpPr>
          <p:cNvPr id="145" name="Text 142"/>
          <p:cNvSpPr/>
          <p:nvPr/>
        </p:nvSpPr>
        <p:spPr>
          <a:xfrm>
            <a:off x="4774138" y="34242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928" dirty="0"/>
          </a:p>
        </p:txBody>
      </p:sp>
      <p:sp>
        <p:nvSpPr>
          <p:cNvPr id="146" name="Text 143"/>
          <p:cNvSpPr/>
          <p:nvPr/>
        </p:nvSpPr>
        <p:spPr>
          <a:xfrm>
            <a:off x="6750377" y="34528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622</a:t>
            </a:r>
            <a:endParaRPr lang="en-US" sz="880" dirty="0"/>
          </a:p>
        </p:txBody>
      </p:sp>
      <p:sp>
        <p:nvSpPr>
          <p:cNvPr id="147" name="Text 144"/>
          <p:cNvSpPr/>
          <p:nvPr/>
        </p:nvSpPr>
        <p:spPr>
          <a:xfrm>
            <a:off x="4265307" y="3576637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880" dirty="0"/>
          </a:p>
        </p:txBody>
      </p:sp>
      <p:sp>
        <p:nvSpPr>
          <p:cNvPr id="148" name="Text 145"/>
          <p:cNvSpPr/>
          <p:nvPr/>
        </p:nvSpPr>
        <p:spPr>
          <a:xfrm>
            <a:off x="4774138" y="3576637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49" name="Text 146"/>
          <p:cNvSpPr/>
          <p:nvPr/>
        </p:nvSpPr>
        <p:spPr>
          <a:xfrm>
            <a:off x="5290856" y="3576637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928" dirty="0"/>
          </a:p>
        </p:txBody>
      </p:sp>
      <p:sp>
        <p:nvSpPr>
          <p:cNvPr id="150" name="Text 147"/>
          <p:cNvSpPr/>
          <p:nvPr/>
        </p:nvSpPr>
        <p:spPr>
          <a:xfrm>
            <a:off x="5823945" y="3576637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928" dirty="0"/>
          </a:p>
        </p:txBody>
      </p:sp>
      <p:sp>
        <p:nvSpPr>
          <p:cNvPr id="151" name="Text 148"/>
          <p:cNvSpPr/>
          <p:nvPr/>
        </p:nvSpPr>
        <p:spPr>
          <a:xfrm>
            <a:off x="6746210" y="36052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602</a:t>
            </a:r>
            <a:endParaRPr lang="en-US" sz="880" dirty="0"/>
          </a:p>
        </p:txBody>
      </p:sp>
      <p:sp>
        <p:nvSpPr>
          <p:cNvPr id="152" name="Text 149"/>
          <p:cNvSpPr/>
          <p:nvPr/>
        </p:nvSpPr>
        <p:spPr>
          <a:xfrm>
            <a:off x="4265307" y="37290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</a:t>
            </a:r>
            <a:endParaRPr lang="en-US" sz="928" dirty="0"/>
          </a:p>
        </p:txBody>
      </p:sp>
      <p:sp>
        <p:nvSpPr>
          <p:cNvPr id="153" name="Text 150"/>
          <p:cNvSpPr/>
          <p:nvPr/>
        </p:nvSpPr>
        <p:spPr>
          <a:xfrm>
            <a:off x="5290856" y="37290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104</a:t>
            </a:r>
            <a:endParaRPr lang="en-US" sz="928" dirty="0"/>
          </a:p>
        </p:txBody>
      </p:sp>
      <p:sp>
        <p:nvSpPr>
          <p:cNvPr id="154" name="Text 151"/>
          <p:cNvSpPr/>
          <p:nvPr/>
        </p:nvSpPr>
        <p:spPr>
          <a:xfrm>
            <a:off x="5823945" y="37290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928" dirty="0"/>
          </a:p>
        </p:txBody>
      </p:sp>
      <p:sp>
        <p:nvSpPr>
          <p:cNvPr id="155" name="Text 152"/>
          <p:cNvSpPr/>
          <p:nvPr/>
        </p:nvSpPr>
        <p:spPr>
          <a:xfrm>
            <a:off x="6760200" y="37576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451</a:t>
            </a:r>
            <a:endParaRPr lang="en-US" sz="880" dirty="0"/>
          </a:p>
        </p:txBody>
      </p:sp>
      <p:sp>
        <p:nvSpPr>
          <p:cNvPr id="156" name="Text 153"/>
          <p:cNvSpPr/>
          <p:nvPr/>
        </p:nvSpPr>
        <p:spPr>
          <a:xfrm>
            <a:off x="5290856" y="3881437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928" dirty="0"/>
          </a:p>
        </p:txBody>
      </p:sp>
      <p:sp>
        <p:nvSpPr>
          <p:cNvPr id="157" name="Text 154"/>
          <p:cNvSpPr/>
          <p:nvPr/>
        </p:nvSpPr>
        <p:spPr>
          <a:xfrm>
            <a:off x="5823945" y="3881437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928" dirty="0"/>
          </a:p>
        </p:txBody>
      </p:sp>
      <p:sp>
        <p:nvSpPr>
          <p:cNvPr id="158" name="Text 155"/>
          <p:cNvSpPr/>
          <p:nvPr/>
        </p:nvSpPr>
        <p:spPr>
          <a:xfrm>
            <a:off x="6749782" y="39100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220</a:t>
            </a:r>
            <a:endParaRPr lang="en-US" sz="880" dirty="0"/>
          </a:p>
        </p:txBody>
      </p:sp>
      <p:sp>
        <p:nvSpPr>
          <p:cNvPr id="159" name="Text 156"/>
          <p:cNvSpPr/>
          <p:nvPr/>
        </p:nvSpPr>
        <p:spPr>
          <a:xfrm>
            <a:off x="4265307" y="4033837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</a:t>
            </a:r>
            <a:endParaRPr lang="en-US" sz="928" dirty="0"/>
          </a:p>
        </p:txBody>
      </p:sp>
      <p:sp>
        <p:nvSpPr>
          <p:cNvPr id="160" name="Text 157"/>
          <p:cNvSpPr/>
          <p:nvPr/>
        </p:nvSpPr>
        <p:spPr>
          <a:xfrm>
            <a:off x="6754396" y="40624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880" dirty="0"/>
          </a:p>
        </p:txBody>
      </p:sp>
      <p:sp>
        <p:nvSpPr>
          <p:cNvPr id="161" name="Text 158"/>
          <p:cNvSpPr/>
          <p:nvPr/>
        </p:nvSpPr>
        <p:spPr>
          <a:xfrm>
            <a:off x="6755140" y="42148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62" name="Text 159"/>
          <p:cNvSpPr/>
          <p:nvPr/>
        </p:nvSpPr>
        <p:spPr>
          <a:xfrm>
            <a:off x="3245414" y="4338637"/>
            <a:ext cx="53739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880" dirty="0"/>
          </a:p>
        </p:txBody>
      </p:sp>
      <p:sp>
        <p:nvSpPr>
          <p:cNvPr id="163" name="Text 160"/>
          <p:cNvSpPr/>
          <p:nvPr/>
        </p:nvSpPr>
        <p:spPr>
          <a:xfrm>
            <a:off x="6756777" y="436245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880" dirty="0"/>
          </a:p>
        </p:txBody>
      </p:sp>
      <p:sp>
        <p:nvSpPr>
          <p:cNvPr id="164" name="Text 161"/>
          <p:cNvSpPr/>
          <p:nvPr/>
        </p:nvSpPr>
        <p:spPr>
          <a:xfrm>
            <a:off x="7448364" y="2042071"/>
            <a:ext cx="53067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165" name="Text 162"/>
          <p:cNvSpPr/>
          <p:nvPr/>
        </p:nvSpPr>
        <p:spPr>
          <a:xfrm>
            <a:off x="7562661" y="2346871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166" name="Text 163"/>
          <p:cNvSpPr/>
          <p:nvPr/>
        </p:nvSpPr>
        <p:spPr>
          <a:xfrm>
            <a:off x="7562661" y="2956471"/>
            <a:ext cx="23252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167" name="Text 164"/>
          <p:cNvSpPr/>
          <p:nvPr/>
        </p:nvSpPr>
        <p:spPr>
          <a:xfrm>
            <a:off x="5290856" y="2214563"/>
            <a:ext cx="55974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880" dirty="0"/>
          </a:p>
        </p:txBody>
      </p:sp>
      <p:sp>
        <p:nvSpPr>
          <p:cNvPr id="168" name="Text 165"/>
          <p:cNvSpPr/>
          <p:nvPr/>
        </p:nvSpPr>
        <p:spPr>
          <a:xfrm>
            <a:off x="704832" y="28146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832" dirty="0"/>
          </a:p>
        </p:txBody>
      </p:sp>
      <p:sp>
        <p:nvSpPr>
          <p:cNvPr id="169" name="Text 166"/>
          <p:cNvSpPr/>
          <p:nvPr/>
        </p:nvSpPr>
        <p:spPr>
          <a:xfrm>
            <a:off x="5823945" y="28146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928" dirty="0"/>
          </a:p>
        </p:txBody>
      </p:sp>
      <p:sp>
        <p:nvSpPr>
          <p:cNvPr id="170" name="Text 167"/>
          <p:cNvSpPr/>
          <p:nvPr/>
        </p:nvSpPr>
        <p:spPr>
          <a:xfrm>
            <a:off x="704832" y="29670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832" dirty="0"/>
          </a:p>
        </p:txBody>
      </p:sp>
      <p:sp>
        <p:nvSpPr>
          <p:cNvPr id="171" name="Text 168"/>
          <p:cNvSpPr/>
          <p:nvPr/>
        </p:nvSpPr>
        <p:spPr>
          <a:xfrm>
            <a:off x="5823945" y="29670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80" dirty="0"/>
          </a:p>
        </p:txBody>
      </p:sp>
      <p:sp>
        <p:nvSpPr>
          <p:cNvPr id="172" name="Text 169"/>
          <p:cNvSpPr/>
          <p:nvPr/>
        </p:nvSpPr>
        <p:spPr>
          <a:xfrm>
            <a:off x="704832" y="3119437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832" dirty="0"/>
          </a:p>
        </p:txBody>
      </p:sp>
      <p:sp>
        <p:nvSpPr>
          <p:cNvPr id="173" name="Text 170"/>
          <p:cNvSpPr/>
          <p:nvPr/>
        </p:nvSpPr>
        <p:spPr>
          <a:xfrm>
            <a:off x="4265307" y="3119437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928" dirty="0"/>
          </a:p>
        </p:txBody>
      </p:sp>
      <p:sp>
        <p:nvSpPr>
          <p:cNvPr id="174" name="Text 171"/>
          <p:cNvSpPr/>
          <p:nvPr/>
        </p:nvSpPr>
        <p:spPr>
          <a:xfrm>
            <a:off x="5290856" y="3119437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928" dirty="0"/>
          </a:p>
        </p:txBody>
      </p:sp>
      <p:sp>
        <p:nvSpPr>
          <p:cNvPr id="175" name="Text 172"/>
          <p:cNvSpPr/>
          <p:nvPr/>
        </p:nvSpPr>
        <p:spPr>
          <a:xfrm>
            <a:off x="704832" y="32718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832" dirty="0"/>
          </a:p>
        </p:txBody>
      </p:sp>
      <p:sp>
        <p:nvSpPr>
          <p:cNvPr id="176" name="Text 173"/>
          <p:cNvSpPr/>
          <p:nvPr/>
        </p:nvSpPr>
        <p:spPr>
          <a:xfrm>
            <a:off x="4774138" y="32718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928" dirty="0"/>
          </a:p>
        </p:txBody>
      </p:sp>
      <p:sp>
        <p:nvSpPr>
          <p:cNvPr id="177" name="Text 174"/>
          <p:cNvSpPr/>
          <p:nvPr/>
        </p:nvSpPr>
        <p:spPr>
          <a:xfrm>
            <a:off x="5290856" y="32718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928" dirty="0"/>
          </a:p>
        </p:txBody>
      </p:sp>
      <p:sp>
        <p:nvSpPr>
          <p:cNvPr id="178" name="Text 175"/>
          <p:cNvSpPr/>
          <p:nvPr/>
        </p:nvSpPr>
        <p:spPr>
          <a:xfrm>
            <a:off x="5823945" y="32718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928" dirty="0"/>
          </a:p>
        </p:txBody>
      </p:sp>
      <p:sp>
        <p:nvSpPr>
          <p:cNvPr id="179" name="Text 176"/>
          <p:cNvSpPr/>
          <p:nvPr/>
        </p:nvSpPr>
        <p:spPr>
          <a:xfrm>
            <a:off x="704832" y="34242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832" dirty="0"/>
          </a:p>
        </p:txBody>
      </p:sp>
      <p:sp>
        <p:nvSpPr>
          <p:cNvPr id="180" name="Text 177"/>
          <p:cNvSpPr/>
          <p:nvPr/>
        </p:nvSpPr>
        <p:spPr>
          <a:xfrm>
            <a:off x="4265307" y="34242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928" dirty="0"/>
          </a:p>
        </p:txBody>
      </p:sp>
      <p:sp>
        <p:nvSpPr>
          <p:cNvPr id="181" name="Text 178"/>
          <p:cNvSpPr/>
          <p:nvPr/>
        </p:nvSpPr>
        <p:spPr>
          <a:xfrm>
            <a:off x="5290856" y="34242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928" dirty="0"/>
          </a:p>
        </p:txBody>
      </p:sp>
      <p:sp>
        <p:nvSpPr>
          <p:cNvPr id="182" name="Text 179"/>
          <p:cNvSpPr/>
          <p:nvPr/>
        </p:nvSpPr>
        <p:spPr>
          <a:xfrm>
            <a:off x="5823945" y="34242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928" dirty="0"/>
          </a:p>
        </p:txBody>
      </p:sp>
      <p:sp>
        <p:nvSpPr>
          <p:cNvPr id="183" name="Text 180"/>
          <p:cNvSpPr/>
          <p:nvPr/>
        </p:nvSpPr>
        <p:spPr>
          <a:xfrm>
            <a:off x="704832" y="3576637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32" dirty="0"/>
          </a:p>
        </p:txBody>
      </p:sp>
      <p:sp>
        <p:nvSpPr>
          <p:cNvPr id="184" name="Text 181"/>
          <p:cNvSpPr/>
          <p:nvPr/>
        </p:nvSpPr>
        <p:spPr>
          <a:xfrm>
            <a:off x="3757221" y="3576637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928" dirty="0"/>
          </a:p>
        </p:txBody>
      </p:sp>
      <p:sp>
        <p:nvSpPr>
          <p:cNvPr id="185" name="Text 182"/>
          <p:cNvSpPr/>
          <p:nvPr/>
        </p:nvSpPr>
        <p:spPr>
          <a:xfrm>
            <a:off x="704832" y="37290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832" dirty="0"/>
          </a:p>
        </p:txBody>
      </p:sp>
      <p:sp>
        <p:nvSpPr>
          <p:cNvPr id="186" name="Text 183"/>
          <p:cNvSpPr/>
          <p:nvPr/>
        </p:nvSpPr>
        <p:spPr>
          <a:xfrm>
            <a:off x="3757221" y="37290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928" dirty="0"/>
          </a:p>
        </p:txBody>
      </p:sp>
      <p:sp>
        <p:nvSpPr>
          <p:cNvPr id="187" name="Text 184"/>
          <p:cNvSpPr/>
          <p:nvPr/>
        </p:nvSpPr>
        <p:spPr>
          <a:xfrm>
            <a:off x="4774138" y="37290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928" dirty="0"/>
          </a:p>
        </p:txBody>
      </p:sp>
      <p:sp>
        <p:nvSpPr>
          <p:cNvPr id="188" name="Text 185"/>
          <p:cNvSpPr/>
          <p:nvPr/>
        </p:nvSpPr>
        <p:spPr>
          <a:xfrm>
            <a:off x="704832" y="3881437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32" dirty="0"/>
          </a:p>
        </p:txBody>
      </p:sp>
      <p:sp>
        <p:nvSpPr>
          <p:cNvPr id="189" name="Text 186"/>
          <p:cNvSpPr/>
          <p:nvPr/>
        </p:nvSpPr>
        <p:spPr>
          <a:xfrm>
            <a:off x="704832" y="4033837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32" dirty="0"/>
          </a:p>
        </p:txBody>
      </p:sp>
      <p:sp>
        <p:nvSpPr>
          <p:cNvPr id="190" name="Text 187"/>
          <p:cNvSpPr/>
          <p:nvPr/>
        </p:nvSpPr>
        <p:spPr>
          <a:xfrm>
            <a:off x="3757221" y="4033837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928" dirty="0"/>
          </a:p>
        </p:txBody>
      </p:sp>
      <p:sp>
        <p:nvSpPr>
          <p:cNvPr id="191" name="Text 188"/>
          <p:cNvSpPr/>
          <p:nvPr/>
        </p:nvSpPr>
        <p:spPr>
          <a:xfrm>
            <a:off x="4774138" y="4033837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</a:t>
            </a:r>
            <a:endParaRPr lang="en-US" sz="928" dirty="0"/>
          </a:p>
        </p:txBody>
      </p:sp>
      <p:sp>
        <p:nvSpPr>
          <p:cNvPr id="192" name="Text 189"/>
          <p:cNvSpPr/>
          <p:nvPr/>
        </p:nvSpPr>
        <p:spPr>
          <a:xfrm>
            <a:off x="704832" y="41862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32" dirty="0"/>
          </a:p>
        </p:txBody>
      </p:sp>
      <p:sp>
        <p:nvSpPr>
          <p:cNvPr id="193" name="Text 190"/>
          <p:cNvSpPr/>
          <p:nvPr/>
        </p:nvSpPr>
        <p:spPr>
          <a:xfrm>
            <a:off x="4774138" y="41862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928" dirty="0"/>
          </a:p>
        </p:txBody>
      </p:sp>
      <p:sp>
        <p:nvSpPr>
          <p:cNvPr id="194" name="Text 191"/>
          <p:cNvSpPr/>
          <p:nvPr/>
        </p:nvSpPr>
        <p:spPr>
          <a:xfrm>
            <a:off x="5290856" y="41862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928" dirty="0"/>
          </a:p>
        </p:txBody>
      </p:sp>
      <p:sp>
        <p:nvSpPr>
          <p:cNvPr id="195" name="Text 192"/>
          <p:cNvSpPr/>
          <p:nvPr/>
        </p:nvSpPr>
        <p:spPr>
          <a:xfrm>
            <a:off x="5823945" y="41862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928" dirty="0"/>
          </a:p>
        </p:txBody>
      </p:sp>
      <p:sp>
        <p:nvSpPr>
          <p:cNvPr id="196" name="Text 193"/>
          <p:cNvSpPr/>
          <p:nvPr/>
        </p:nvSpPr>
        <p:spPr>
          <a:xfrm>
            <a:off x="704832" y="4338637"/>
            <a:ext cx="32612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32" dirty="0"/>
          </a:p>
        </p:txBody>
      </p:sp>
      <p:sp>
        <p:nvSpPr>
          <p:cNvPr id="197" name="Text 194"/>
          <p:cNvSpPr/>
          <p:nvPr/>
        </p:nvSpPr>
        <p:spPr>
          <a:xfrm>
            <a:off x="704832" y="4481512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32" dirty="0"/>
          </a:p>
        </p:txBody>
      </p:sp>
      <p:sp>
        <p:nvSpPr>
          <p:cNvPr id="198" name="Text 195"/>
          <p:cNvSpPr/>
          <p:nvPr/>
        </p:nvSpPr>
        <p:spPr>
          <a:xfrm>
            <a:off x="4774138" y="4481512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928" dirty="0"/>
          </a:p>
        </p:txBody>
      </p:sp>
      <p:sp>
        <p:nvSpPr>
          <p:cNvPr id="199" name="Text 196"/>
          <p:cNvSpPr/>
          <p:nvPr/>
        </p:nvSpPr>
        <p:spPr>
          <a:xfrm>
            <a:off x="6798001" y="451008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880" dirty="0"/>
          </a:p>
        </p:txBody>
      </p:sp>
      <p:sp>
        <p:nvSpPr>
          <p:cNvPr id="200" name="Text 197"/>
          <p:cNvSpPr/>
          <p:nvPr/>
        </p:nvSpPr>
        <p:spPr>
          <a:xfrm>
            <a:off x="704832" y="4633913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832" dirty="0"/>
          </a:p>
        </p:txBody>
      </p:sp>
      <p:sp>
        <p:nvSpPr>
          <p:cNvPr id="201" name="Text 198"/>
          <p:cNvSpPr/>
          <p:nvPr/>
        </p:nvSpPr>
        <p:spPr>
          <a:xfrm>
            <a:off x="5823945" y="4633913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928" dirty="0"/>
          </a:p>
        </p:txBody>
      </p:sp>
      <p:sp>
        <p:nvSpPr>
          <p:cNvPr id="202" name="Text 199"/>
          <p:cNvSpPr/>
          <p:nvPr/>
        </p:nvSpPr>
        <p:spPr>
          <a:xfrm>
            <a:off x="6801573" y="46624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880" dirty="0"/>
          </a:p>
        </p:txBody>
      </p:sp>
      <p:sp>
        <p:nvSpPr>
          <p:cNvPr id="203" name="Text 200"/>
          <p:cNvSpPr/>
          <p:nvPr/>
        </p:nvSpPr>
        <p:spPr>
          <a:xfrm>
            <a:off x="704832" y="4786313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832" dirty="0"/>
          </a:p>
        </p:txBody>
      </p:sp>
      <p:sp>
        <p:nvSpPr>
          <p:cNvPr id="204" name="Text 201"/>
          <p:cNvSpPr/>
          <p:nvPr/>
        </p:nvSpPr>
        <p:spPr>
          <a:xfrm>
            <a:off x="5290856" y="4786313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928" dirty="0"/>
          </a:p>
        </p:txBody>
      </p:sp>
      <p:sp>
        <p:nvSpPr>
          <p:cNvPr id="205" name="Text 202"/>
          <p:cNvSpPr/>
          <p:nvPr/>
        </p:nvSpPr>
        <p:spPr>
          <a:xfrm>
            <a:off x="5823945" y="4786313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928" dirty="0"/>
          </a:p>
        </p:txBody>
      </p:sp>
      <p:sp>
        <p:nvSpPr>
          <p:cNvPr id="206" name="Text 203"/>
          <p:cNvSpPr/>
          <p:nvPr/>
        </p:nvSpPr>
        <p:spPr>
          <a:xfrm>
            <a:off x="6801275" y="48148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80" dirty="0"/>
          </a:p>
        </p:txBody>
      </p:sp>
      <p:sp>
        <p:nvSpPr>
          <p:cNvPr id="207" name="Text 204"/>
          <p:cNvSpPr/>
          <p:nvPr/>
        </p:nvSpPr>
        <p:spPr>
          <a:xfrm>
            <a:off x="704832" y="4938712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832" dirty="0"/>
          </a:p>
        </p:txBody>
      </p:sp>
      <p:sp>
        <p:nvSpPr>
          <p:cNvPr id="208" name="Text 205"/>
          <p:cNvSpPr/>
          <p:nvPr/>
        </p:nvSpPr>
        <p:spPr>
          <a:xfrm>
            <a:off x="5823945" y="4938712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928" dirty="0"/>
          </a:p>
        </p:txBody>
      </p:sp>
      <p:sp>
        <p:nvSpPr>
          <p:cNvPr id="209" name="Text 206"/>
          <p:cNvSpPr/>
          <p:nvPr/>
        </p:nvSpPr>
        <p:spPr>
          <a:xfrm>
            <a:off x="6807228" y="496728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80" dirty="0"/>
          </a:p>
        </p:txBody>
      </p:sp>
      <p:sp>
        <p:nvSpPr>
          <p:cNvPr id="210" name="Text 207"/>
          <p:cNvSpPr/>
          <p:nvPr/>
        </p:nvSpPr>
        <p:spPr>
          <a:xfrm>
            <a:off x="704832" y="5091113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83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9334" y="4898827"/>
            <a:ext cx="3880388" cy="536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896" dirty="0"/>
          </a:p>
        </p:txBody>
      </p:sp>
      <p:sp>
        <p:nvSpPr>
          <p:cNvPr id="4" name="Text 1"/>
          <p:cNvSpPr/>
          <p:nvPr/>
        </p:nvSpPr>
        <p:spPr>
          <a:xfrm>
            <a:off x="8673337" y="2940762"/>
            <a:ext cx="291419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 destacado en torneo + varios incentivos menores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8673337" y="3155075"/>
            <a:ext cx="2914198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Incentivos de rendimiento destacado + varios menores</a:t>
            </a:r>
            <a:endParaRPr lang="en-US" sz="960" dirty="0"/>
          </a:p>
        </p:txBody>
      </p:sp>
      <p:sp>
        <p:nvSpPr>
          <p:cNvPr id="6" name="Text 3"/>
          <p:cNvSpPr/>
          <p:nvPr/>
        </p:nvSpPr>
        <p:spPr>
          <a:xfrm>
            <a:off x="8673337" y="4031375"/>
            <a:ext cx="2914198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Incentivos de rendimiento por cumplimiento de metas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8673337" y="4250450"/>
            <a:ext cx="291419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 eventos de incentivo en el semestre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3276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680" dirty="0"/>
          </a:p>
        </p:txBody>
      </p:sp>
      <p:sp>
        <p:nvSpPr>
          <p:cNvPr id="9" name="Text 6"/>
          <p:cNvSpPr/>
          <p:nvPr/>
        </p:nvSpPr>
        <p:spPr>
          <a:xfrm>
            <a:off x="8673337" y="3812300"/>
            <a:ext cx="2914198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 destacado + Meta Volante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1015429" y="28146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Julithza Milagros Padilla MejíA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1015429" y="4633913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Karina Yisell Marquez Hernandez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673337" y="3374150"/>
            <a:ext cx="2914198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Incentivos de rendimiento medio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1015429" y="1909762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Dayana D. Guerrero HernáNdez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1015429" y="2062162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Anderson Monterrosa Castilla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7867453" y="2085975"/>
            <a:ext cx="2975297" cy="191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1280" dirty="0"/>
          </a:p>
        </p:txBody>
      </p:sp>
      <p:sp>
        <p:nvSpPr>
          <p:cNvPr id="16" name="Text 13"/>
          <p:cNvSpPr/>
          <p:nvPr/>
        </p:nvSpPr>
        <p:spPr>
          <a:xfrm>
            <a:off x="1015429" y="1604963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Melissa Paola Orozco Jinete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015429" y="5091113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Michelle Paola Robles Becerra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1015429" y="3119437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Isabella SofíA Rueda Caserta</a:t>
            </a:r>
            <a:endParaRPr lang="en-US" sz="880" dirty="0"/>
          </a:p>
        </p:txBody>
      </p:sp>
      <p:sp>
        <p:nvSpPr>
          <p:cNvPr id="19" name="Text 16"/>
          <p:cNvSpPr/>
          <p:nvPr/>
        </p:nvSpPr>
        <p:spPr>
          <a:xfrm>
            <a:off x="1015429" y="1457325"/>
            <a:ext cx="2341484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JesúS David CortéS Ortega</a:t>
            </a:r>
            <a:endParaRPr lang="en-US" sz="880" dirty="0"/>
          </a:p>
        </p:txBody>
      </p:sp>
      <p:sp>
        <p:nvSpPr>
          <p:cNvPr id="20" name="Text 17"/>
          <p:cNvSpPr/>
          <p:nvPr/>
        </p:nvSpPr>
        <p:spPr>
          <a:xfrm>
            <a:off x="1015429" y="2662237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Santiago Elí CháVez Carmona</a:t>
            </a:r>
            <a:endParaRPr lang="en-US" sz="880" dirty="0"/>
          </a:p>
        </p:txBody>
      </p:sp>
      <p:sp>
        <p:nvSpPr>
          <p:cNvPr id="21" name="Text 18"/>
          <p:cNvSpPr/>
          <p:nvPr/>
        </p:nvSpPr>
        <p:spPr>
          <a:xfrm>
            <a:off x="1015429" y="29670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Nohelia H. Salas Monterrosa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1015429" y="25098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Alan José HernáNdez Loaiza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1015429" y="3576637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Rhoymar HernáNdez AlbarráN</a:t>
            </a:r>
            <a:endParaRPr lang="en-US" sz="880" dirty="0"/>
          </a:p>
        </p:txBody>
      </p:sp>
      <p:sp>
        <p:nvSpPr>
          <p:cNvPr id="24" name="Text 21"/>
          <p:cNvSpPr/>
          <p:nvPr/>
        </p:nvSpPr>
        <p:spPr>
          <a:xfrm>
            <a:off x="1015429" y="32718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Laura L. Herrera Palomino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1015429" y="1757363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Luisa L. Percy Jaraba</a:t>
            </a:r>
            <a:endParaRPr lang="en-US" sz="880" dirty="0"/>
          </a:p>
        </p:txBody>
      </p:sp>
      <p:sp>
        <p:nvSpPr>
          <p:cNvPr id="26" name="Text 23"/>
          <p:cNvSpPr/>
          <p:nvPr/>
        </p:nvSpPr>
        <p:spPr>
          <a:xfrm>
            <a:off x="1015429" y="4938712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Rosalinda Rivera Senior</a:t>
            </a:r>
            <a:endParaRPr lang="en-US" sz="880" dirty="0"/>
          </a:p>
        </p:txBody>
      </p:sp>
      <p:sp>
        <p:nvSpPr>
          <p:cNvPr id="27" name="Text 24"/>
          <p:cNvSpPr/>
          <p:nvPr/>
        </p:nvSpPr>
        <p:spPr>
          <a:xfrm>
            <a:off x="8673337" y="3593225"/>
            <a:ext cx="2914198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Patrón similar a marzo</a:t>
            </a:r>
            <a:endParaRPr lang="en-US" sz="960" dirty="0"/>
          </a:p>
        </p:txBody>
      </p:sp>
      <p:sp>
        <p:nvSpPr>
          <p:cNvPr id="28" name="Text 25"/>
          <p:cNvSpPr/>
          <p:nvPr/>
        </p:nvSpPr>
        <p:spPr>
          <a:xfrm>
            <a:off x="1015429" y="4033837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Josué Zabaleta Bethel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015429" y="4481512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Nayerlis Polo Marrugo</a:t>
            </a:r>
            <a:endParaRPr lang="en-US" sz="880" dirty="0"/>
          </a:p>
        </p:txBody>
      </p:sp>
      <p:sp>
        <p:nvSpPr>
          <p:cNvPr id="30" name="Text 27"/>
          <p:cNvSpPr/>
          <p:nvPr/>
        </p:nvSpPr>
        <p:spPr>
          <a:xfrm>
            <a:off x="1015429" y="37290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CéSar Barrera PáJaro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1015429" y="41862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Yannecce MejíA GóMez</a:t>
            </a:r>
            <a:endParaRPr lang="en-US" sz="880" dirty="0"/>
          </a:p>
        </p:txBody>
      </p:sp>
      <p:sp>
        <p:nvSpPr>
          <p:cNvPr id="32" name="Text 29"/>
          <p:cNvSpPr/>
          <p:nvPr/>
        </p:nvSpPr>
        <p:spPr>
          <a:xfrm>
            <a:off x="1015429" y="2214563"/>
            <a:ext cx="234148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B.</a:t>
            </a:r>
            <a:endParaRPr lang="en-US" sz="880" dirty="0"/>
          </a:p>
        </p:txBody>
      </p:sp>
      <p:sp>
        <p:nvSpPr>
          <p:cNvPr id="33" name="Text 30"/>
          <p:cNvSpPr/>
          <p:nvPr/>
        </p:nvSpPr>
        <p:spPr>
          <a:xfrm>
            <a:off x="1015429" y="4786313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Ruddy Olmos Simanca</a:t>
            </a:r>
            <a:endParaRPr lang="en-US" sz="880" dirty="0"/>
          </a:p>
        </p:txBody>
      </p:sp>
      <p:sp>
        <p:nvSpPr>
          <p:cNvPr id="34" name="Text 31"/>
          <p:cNvSpPr/>
          <p:nvPr/>
        </p:nvSpPr>
        <p:spPr>
          <a:xfrm>
            <a:off x="10196555" y="209550"/>
            <a:ext cx="1494837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1120" dirty="0"/>
          </a:p>
        </p:txBody>
      </p:sp>
      <p:sp>
        <p:nvSpPr>
          <p:cNvPr id="35" name="Text 32"/>
          <p:cNvSpPr/>
          <p:nvPr/>
        </p:nvSpPr>
        <p:spPr>
          <a:xfrm>
            <a:off x="1015429" y="34242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Valentina Orozco</a:t>
            </a:r>
            <a:endParaRPr lang="en-US" sz="880" dirty="0"/>
          </a:p>
        </p:txBody>
      </p:sp>
      <p:sp>
        <p:nvSpPr>
          <p:cNvPr id="36" name="Text 33"/>
          <p:cNvSpPr/>
          <p:nvPr/>
        </p:nvSpPr>
        <p:spPr>
          <a:xfrm>
            <a:off x="1015429" y="2357438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Yulieth Pacheco</a:t>
            </a:r>
            <a:endParaRPr lang="en-US" sz="880" dirty="0"/>
          </a:p>
        </p:txBody>
      </p:sp>
      <p:sp>
        <p:nvSpPr>
          <p:cNvPr id="37" name="Text 34"/>
          <p:cNvSpPr/>
          <p:nvPr/>
        </p:nvSpPr>
        <p:spPr>
          <a:xfrm>
            <a:off x="1015429" y="3881437"/>
            <a:ext cx="234148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Jean J. GuzmáN</a:t>
            </a:r>
            <a:endParaRPr lang="en-US" sz="880" dirty="0"/>
          </a:p>
        </p:txBody>
      </p:sp>
      <p:sp>
        <p:nvSpPr>
          <p:cNvPr id="38" name="Text 35"/>
          <p:cNvSpPr/>
          <p:nvPr/>
        </p:nvSpPr>
        <p:spPr>
          <a:xfrm>
            <a:off x="1015429" y="4338637"/>
            <a:ext cx="234148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Silvana Otero</a:t>
            </a:r>
            <a:endParaRPr lang="en-US" sz="880" dirty="0"/>
          </a:p>
        </p:txBody>
      </p:sp>
      <p:sp>
        <p:nvSpPr>
          <p:cNvPr id="39" name="Text 36"/>
          <p:cNvSpPr/>
          <p:nvPr/>
        </p:nvSpPr>
        <p:spPr>
          <a:xfrm>
            <a:off x="1687222" y="5429250"/>
            <a:ext cx="4728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1149073" y="5429250"/>
            <a:ext cx="445044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864" dirty="0"/>
          </a:p>
        </p:txBody>
      </p:sp>
      <p:sp>
        <p:nvSpPr>
          <p:cNvPr id="41" name="Text 38"/>
          <p:cNvSpPr/>
          <p:nvPr/>
        </p:nvSpPr>
        <p:spPr>
          <a:xfrm>
            <a:off x="7963296" y="2712162"/>
            <a:ext cx="74554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Eventos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8673337" y="2712162"/>
            <a:ext cx="291419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</a:t>
            </a:r>
            <a:endParaRPr lang="en-US" sz="1184" dirty="0"/>
          </a:p>
        </p:txBody>
      </p:sp>
      <p:sp>
        <p:nvSpPr>
          <p:cNvPr id="43" name="Text 40"/>
          <p:cNvSpPr/>
          <p:nvPr/>
        </p:nvSpPr>
        <p:spPr>
          <a:xfrm>
            <a:off x="1015429" y="1266825"/>
            <a:ext cx="23414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1184" dirty="0"/>
          </a:p>
        </p:txBody>
      </p:sp>
      <p:sp>
        <p:nvSpPr>
          <p:cNvPr id="44" name="Text 41"/>
          <p:cNvSpPr/>
          <p:nvPr/>
        </p:nvSpPr>
        <p:spPr>
          <a:xfrm>
            <a:off x="6328907" y="5243513"/>
            <a:ext cx="655378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28" dirty="0"/>
          </a:p>
        </p:txBody>
      </p:sp>
      <p:sp>
        <p:nvSpPr>
          <p:cNvPr id="45" name="Text 42"/>
          <p:cNvSpPr/>
          <p:nvPr/>
        </p:nvSpPr>
        <p:spPr>
          <a:xfrm>
            <a:off x="6328907" y="1266825"/>
            <a:ext cx="6553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46" name="Text 43"/>
          <p:cNvSpPr/>
          <p:nvPr/>
        </p:nvSpPr>
        <p:spPr>
          <a:xfrm>
            <a:off x="6690401" y="14811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1.276</a:t>
            </a:r>
            <a:endParaRPr lang="en-US" sz="880" dirty="0"/>
          </a:p>
        </p:txBody>
      </p:sp>
      <p:sp>
        <p:nvSpPr>
          <p:cNvPr id="47" name="Text 44"/>
          <p:cNvSpPr/>
          <p:nvPr/>
        </p:nvSpPr>
        <p:spPr>
          <a:xfrm>
            <a:off x="6695461" y="163353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880" dirty="0"/>
          </a:p>
        </p:txBody>
      </p:sp>
      <p:sp>
        <p:nvSpPr>
          <p:cNvPr id="48" name="Text 45"/>
          <p:cNvSpPr/>
          <p:nvPr/>
        </p:nvSpPr>
        <p:spPr>
          <a:xfrm>
            <a:off x="1015429" y="5243513"/>
            <a:ext cx="2341484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928" dirty="0"/>
          </a:p>
        </p:txBody>
      </p:sp>
      <p:sp>
        <p:nvSpPr>
          <p:cNvPr id="49" name="Text 46"/>
          <p:cNvSpPr/>
          <p:nvPr/>
        </p:nvSpPr>
        <p:spPr>
          <a:xfrm>
            <a:off x="3245414" y="5243513"/>
            <a:ext cx="537397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928" dirty="0"/>
          </a:p>
        </p:txBody>
      </p:sp>
      <p:sp>
        <p:nvSpPr>
          <p:cNvPr id="50" name="Text 47"/>
          <p:cNvSpPr/>
          <p:nvPr/>
        </p:nvSpPr>
        <p:spPr>
          <a:xfrm>
            <a:off x="3757221" y="5243513"/>
            <a:ext cx="533491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928" dirty="0"/>
          </a:p>
        </p:txBody>
      </p:sp>
      <p:sp>
        <p:nvSpPr>
          <p:cNvPr id="51" name="Text 48"/>
          <p:cNvSpPr/>
          <p:nvPr/>
        </p:nvSpPr>
        <p:spPr>
          <a:xfrm>
            <a:off x="4265307" y="5243513"/>
            <a:ext cx="534272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928" dirty="0"/>
          </a:p>
        </p:txBody>
      </p:sp>
      <p:sp>
        <p:nvSpPr>
          <p:cNvPr id="52" name="Text 49"/>
          <p:cNvSpPr/>
          <p:nvPr/>
        </p:nvSpPr>
        <p:spPr>
          <a:xfrm>
            <a:off x="4774138" y="5243513"/>
            <a:ext cx="542554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928" dirty="0"/>
          </a:p>
        </p:txBody>
      </p:sp>
      <p:sp>
        <p:nvSpPr>
          <p:cNvPr id="53" name="Text 50"/>
          <p:cNvSpPr/>
          <p:nvPr/>
        </p:nvSpPr>
        <p:spPr>
          <a:xfrm>
            <a:off x="5290856" y="5243513"/>
            <a:ext cx="559743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928" dirty="0"/>
          </a:p>
        </p:txBody>
      </p:sp>
      <p:sp>
        <p:nvSpPr>
          <p:cNvPr id="54" name="Text 51"/>
          <p:cNvSpPr/>
          <p:nvPr/>
        </p:nvSpPr>
        <p:spPr>
          <a:xfrm>
            <a:off x="5823945" y="5243513"/>
            <a:ext cx="530209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928" dirty="0"/>
          </a:p>
        </p:txBody>
      </p:sp>
      <p:sp>
        <p:nvSpPr>
          <p:cNvPr id="55" name="Text 52"/>
          <p:cNvSpPr/>
          <p:nvPr/>
        </p:nvSpPr>
        <p:spPr>
          <a:xfrm>
            <a:off x="10517867" y="1066800"/>
            <a:ext cx="453639" cy="21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960" dirty="0"/>
          </a:p>
        </p:txBody>
      </p:sp>
      <p:sp>
        <p:nvSpPr>
          <p:cNvPr id="56" name="Text 53"/>
          <p:cNvSpPr/>
          <p:nvPr/>
        </p:nvSpPr>
        <p:spPr>
          <a:xfrm>
            <a:off x="7448364" y="4250450"/>
            <a:ext cx="54067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1184" dirty="0"/>
          </a:p>
        </p:txBody>
      </p:sp>
      <p:sp>
        <p:nvSpPr>
          <p:cNvPr id="57" name="Text 54"/>
          <p:cNvSpPr/>
          <p:nvPr/>
        </p:nvSpPr>
        <p:spPr>
          <a:xfrm>
            <a:off x="10988003" y="1066800"/>
            <a:ext cx="483798" cy="21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960" dirty="0"/>
          </a:p>
        </p:txBody>
      </p:sp>
      <p:sp>
        <p:nvSpPr>
          <p:cNvPr id="58" name="Text 55"/>
          <p:cNvSpPr/>
          <p:nvPr/>
        </p:nvSpPr>
        <p:spPr>
          <a:xfrm>
            <a:off x="3245414" y="1266825"/>
            <a:ext cx="537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59" name="Text 56"/>
          <p:cNvSpPr/>
          <p:nvPr/>
        </p:nvSpPr>
        <p:spPr>
          <a:xfrm>
            <a:off x="3757221" y="1266825"/>
            <a:ext cx="5334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60" name="Text 57"/>
          <p:cNvSpPr/>
          <p:nvPr/>
        </p:nvSpPr>
        <p:spPr>
          <a:xfrm>
            <a:off x="4265307" y="1266825"/>
            <a:ext cx="5342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61" name="Text 58"/>
          <p:cNvSpPr/>
          <p:nvPr/>
        </p:nvSpPr>
        <p:spPr>
          <a:xfrm>
            <a:off x="4774138" y="1266825"/>
            <a:ext cx="5425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62" name="Text 59"/>
          <p:cNvSpPr/>
          <p:nvPr/>
        </p:nvSpPr>
        <p:spPr>
          <a:xfrm>
            <a:off x="5290856" y="1266825"/>
            <a:ext cx="559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63" name="Text 60"/>
          <p:cNvSpPr/>
          <p:nvPr/>
        </p:nvSpPr>
        <p:spPr>
          <a:xfrm>
            <a:off x="5823945" y="1266825"/>
            <a:ext cx="5302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64" name="Text 61"/>
          <p:cNvSpPr/>
          <p:nvPr/>
        </p:nvSpPr>
        <p:spPr>
          <a:xfrm>
            <a:off x="3245414" y="1457325"/>
            <a:ext cx="537397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880" dirty="0"/>
          </a:p>
        </p:txBody>
      </p:sp>
      <p:sp>
        <p:nvSpPr>
          <p:cNvPr id="65" name="Text 62"/>
          <p:cNvSpPr/>
          <p:nvPr/>
        </p:nvSpPr>
        <p:spPr>
          <a:xfrm>
            <a:off x="3757221" y="1457325"/>
            <a:ext cx="533491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234</a:t>
            </a:r>
            <a:endParaRPr lang="en-US" sz="880" dirty="0"/>
          </a:p>
        </p:txBody>
      </p:sp>
      <p:sp>
        <p:nvSpPr>
          <p:cNvPr id="66" name="Text 63"/>
          <p:cNvSpPr/>
          <p:nvPr/>
        </p:nvSpPr>
        <p:spPr>
          <a:xfrm>
            <a:off x="4265307" y="1457325"/>
            <a:ext cx="534272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880" dirty="0"/>
          </a:p>
        </p:txBody>
      </p:sp>
      <p:sp>
        <p:nvSpPr>
          <p:cNvPr id="67" name="Text 64"/>
          <p:cNvSpPr/>
          <p:nvPr/>
        </p:nvSpPr>
        <p:spPr>
          <a:xfrm>
            <a:off x="4774138" y="1457325"/>
            <a:ext cx="542554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880" dirty="0"/>
          </a:p>
        </p:txBody>
      </p:sp>
      <p:sp>
        <p:nvSpPr>
          <p:cNvPr id="68" name="Text 65"/>
          <p:cNvSpPr/>
          <p:nvPr/>
        </p:nvSpPr>
        <p:spPr>
          <a:xfrm>
            <a:off x="5290856" y="1457325"/>
            <a:ext cx="559743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880" dirty="0"/>
          </a:p>
        </p:txBody>
      </p:sp>
      <p:sp>
        <p:nvSpPr>
          <p:cNvPr id="69" name="Text 66"/>
          <p:cNvSpPr/>
          <p:nvPr/>
        </p:nvSpPr>
        <p:spPr>
          <a:xfrm>
            <a:off x="5823945" y="1457325"/>
            <a:ext cx="530209" cy="155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880" dirty="0"/>
          </a:p>
        </p:txBody>
      </p:sp>
      <p:sp>
        <p:nvSpPr>
          <p:cNvPr id="70" name="Text 67"/>
          <p:cNvSpPr/>
          <p:nvPr/>
        </p:nvSpPr>
        <p:spPr>
          <a:xfrm>
            <a:off x="3245414" y="1604963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880" dirty="0"/>
          </a:p>
        </p:txBody>
      </p:sp>
      <p:sp>
        <p:nvSpPr>
          <p:cNvPr id="71" name="Text 68"/>
          <p:cNvSpPr/>
          <p:nvPr/>
        </p:nvSpPr>
        <p:spPr>
          <a:xfrm>
            <a:off x="3757221" y="1604963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195</a:t>
            </a:r>
            <a:endParaRPr lang="en-US" sz="880" dirty="0"/>
          </a:p>
        </p:txBody>
      </p:sp>
      <p:sp>
        <p:nvSpPr>
          <p:cNvPr id="72" name="Text 69"/>
          <p:cNvSpPr/>
          <p:nvPr/>
        </p:nvSpPr>
        <p:spPr>
          <a:xfrm>
            <a:off x="4265307" y="1604963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189</a:t>
            </a:r>
            <a:endParaRPr lang="en-US" sz="880" dirty="0"/>
          </a:p>
        </p:txBody>
      </p:sp>
      <p:sp>
        <p:nvSpPr>
          <p:cNvPr id="73" name="Text 70"/>
          <p:cNvSpPr/>
          <p:nvPr/>
        </p:nvSpPr>
        <p:spPr>
          <a:xfrm>
            <a:off x="4774138" y="1604963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880" dirty="0"/>
          </a:p>
        </p:txBody>
      </p:sp>
      <p:sp>
        <p:nvSpPr>
          <p:cNvPr id="74" name="Text 71"/>
          <p:cNvSpPr/>
          <p:nvPr/>
        </p:nvSpPr>
        <p:spPr>
          <a:xfrm>
            <a:off x="5290856" y="1604963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880" dirty="0"/>
          </a:p>
        </p:txBody>
      </p:sp>
      <p:sp>
        <p:nvSpPr>
          <p:cNvPr id="75" name="Text 72"/>
          <p:cNvSpPr/>
          <p:nvPr/>
        </p:nvSpPr>
        <p:spPr>
          <a:xfrm>
            <a:off x="5823945" y="1604963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880" dirty="0"/>
          </a:p>
        </p:txBody>
      </p:sp>
      <p:sp>
        <p:nvSpPr>
          <p:cNvPr id="76" name="Text 73"/>
          <p:cNvSpPr/>
          <p:nvPr/>
        </p:nvSpPr>
        <p:spPr>
          <a:xfrm>
            <a:off x="3245414" y="1757363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</a:t>
            </a:r>
            <a:endParaRPr lang="en-US" sz="880" dirty="0"/>
          </a:p>
        </p:txBody>
      </p:sp>
      <p:sp>
        <p:nvSpPr>
          <p:cNvPr id="77" name="Text 74"/>
          <p:cNvSpPr/>
          <p:nvPr/>
        </p:nvSpPr>
        <p:spPr>
          <a:xfrm>
            <a:off x="3757221" y="1757363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880" dirty="0"/>
          </a:p>
        </p:txBody>
      </p:sp>
      <p:sp>
        <p:nvSpPr>
          <p:cNvPr id="78" name="Text 75"/>
          <p:cNvSpPr/>
          <p:nvPr/>
        </p:nvSpPr>
        <p:spPr>
          <a:xfrm>
            <a:off x="4265307" y="1757363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178</a:t>
            </a:r>
            <a:endParaRPr lang="en-US" sz="880" dirty="0"/>
          </a:p>
        </p:txBody>
      </p:sp>
      <p:sp>
        <p:nvSpPr>
          <p:cNvPr id="79" name="Text 76"/>
          <p:cNvSpPr/>
          <p:nvPr/>
        </p:nvSpPr>
        <p:spPr>
          <a:xfrm>
            <a:off x="4774138" y="1757363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0" dirty="0"/>
          </a:p>
        </p:txBody>
      </p:sp>
      <p:sp>
        <p:nvSpPr>
          <p:cNvPr id="80" name="Text 77"/>
          <p:cNvSpPr/>
          <p:nvPr/>
        </p:nvSpPr>
        <p:spPr>
          <a:xfrm>
            <a:off x="5290856" y="1757363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880" dirty="0"/>
          </a:p>
        </p:txBody>
      </p:sp>
      <p:sp>
        <p:nvSpPr>
          <p:cNvPr id="81" name="Text 78"/>
          <p:cNvSpPr/>
          <p:nvPr/>
        </p:nvSpPr>
        <p:spPr>
          <a:xfrm>
            <a:off x="5823945" y="1757363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880" dirty="0"/>
          </a:p>
        </p:txBody>
      </p:sp>
      <p:sp>
        <p:nvSpPr>
          <p:cNvPr id="82" name="Text 79"/>
          <p:cNvSpPr/>
          <p:nvPr/>
        </p:nvSpPr>
        <p:spPr>
          <a:xfrm>
            <a:off x="6752759" y="178593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952</a:t>
            </a:r>
            <a:endParaRPr lang="en-US" sz="880" dirty="0"/>
          </a:p>
        </p:txBody>
      </p:sp>
      <p:sp>
        <p:nvSpPr>
          <p:cNvPr id="83" name="Text 80"/>
          <p:cNvSpPr/>
          <p:nvPr/>
        </p:nvSpPr>
        <p:spPr>
          <a:xfrm>
            <a:off x="3245414" y="1909762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</a:t>
            </a:r>
            <a:endParaRPr lang="en-US" sz="880" dirty="0"/>
          </a:p>
        </p:txBody>
      </p:sp>
      <p:sp>
        <p:nvSpPr>
          <p:cNvPr id="84" name="Text 81"/>
          <p:cNvSpPr/>
          <p:nvPr/>
        </p:nvSpPr>
        <p:spPr>
          <a:xfrm>
            <a:off x="3757221" y="1909762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880" dirty="0"/>
          </a:p>
        </p:txBody>
      </p:sp>
      <p:sp>
        <p:nvSpPr>
          <p:cNvPr id="85" name="Text 82"/>
          <p:cNvSpPr/>
          <p:nvPr/>
        </p:nvSpPr>
        <p:spPr>
          <a:xfrm>
            <a:off x="4265307" y="1909762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880" dirty="0"/>
          </a:p>
        </p:txBody>
      </p:sp>
      <p:sp>
        <p:nvSpPr>
          <p:cNvPr id="86" name="Text 83"/>
          <p:cNvSpPr/>
          <p:nvPr/>
        </p:nvSpPr>
        <p:spPr>
          <a:xfrm>
            <a:off x="4774138" y="1909762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80" dirty="0"/>
          </a:p>
        </p:txBody>
      </p:sp>
      <p:sp>
        <p:nvSpPr>
          <p:cNvPr id="87" name="Text 84"/>
          <p:cNvSpPr/>
          <p:nvPr/>
        </p:nvSpPr>
        <p:spPr>
          <a:xfrm>
            <a:off x="5290856" y="1909762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880" dirty="0"/>
          </a:p>
        </p:txBody>
      </p:sp>
      <p:sp>
        <p:nvSpPr>
          <p:cNvPr id="88" name="Text 85"/>
          <p:cNvSpPr/>
          <p:nvPr/>
        </p:nvSpPr>
        <p:spPr>
          <a:xfrm>
            <a:off x="5823945" y="1909762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0" dirty="0"/>
          </a:p>
        </p:txBody>
      </p:sp>
      <p:sp>
        <p:nvSpPr>
          <p:cNvPr id="89" name="Text 86"/>
          <p:cNvSpPr/>
          <p:nvPr/>
        </p:nvSpPr>
        <p:spPr>
          <a:xfrm>
            <a:off x="6753205" y="19383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935</a:t>
            </a:r>
            <a:endParaRPr lang="en-US" sz="880" dirty="0"/>
          </a:p>
        </p:txBody>
      </p:sp>
      <p:sp>
        <p:nvSpPr>
          <p:cNvPr id="90" name="Text 87"/>
          <p:cNvSpPr/>
          <p:nvPr/>
        </p:nvSpPr>
        <p:spPr>
          <a:xfrm>
            <a:off x="3245414" y="2062162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880" dirty="0"/>
          </a:p>
        </p:txBody>
      </p:sp>
      <p:sp>
        <p:nvSpPr>
          <p:cNvPr id="91" name="Text 88"/>
          <p:cNvSpPr/>
          <p:nvPr/>
        </p:nvSpPr>
        <p:spPr>
          <a:xfrm>
            <a:off x="3757221" y="2062162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880" dirty="0"/>
          </a:p>
        </p:txBody>
      </p:sp>
      <p:sp>
        <p:nvSpPr>
          <p:cNvPr id="92" name="Text 89"/>
          <p:cNvSpPr/>
          <p:nvPr/>
        </p:nvSpPr>
        <p:spPr>
          <a:xfrm>
            <a:off x="4265307" y="2062162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880" dirty="0"/>
          </a:p>
        </p:txBody>
      </p:sp>
      <p:sp>
        <p:nvSpPr>
          <p:cNvPr id="93" name="Text 90"/>
          <p:cNvSpPr/>
          <p:nvPr/>
        </p:nvSpPr>
        <p:spPr>
          <a:xfrm>
            <a:off x="4774138" y="2062162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80" dirty="0"/>
          </a:p>
        </p:txBody>
      </p:sp>
      <p:sp>
        <p:nvSpPr>
          <p:cNvPr id="94" name="Text 91"/>
          <p:cNvSpPr/>
          <p:nvPr/>
        </p:nvSpPr>
        <p:spPr>
          <a:xfrm>
            <a:off x="5290856" y="2062162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880" dirty="0"/>
          </a:p>
        </p:txBody>
      </p:sp>
      <p:sp>
        <p:nvSpPr>
          <p:cNvPr id="95" name="Text 92"/>
          <p:cNvSpPr/>
          <p:nvPr/>
        </p:nvSpPr>
        <p:spPr>
          <a:xfrm>
            <a:off x="5823945" y="2062162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880" dirty="0"/>
          </a:p>
        </p:txBody>
      </p:sp>
      <p:sp>
        <p:nvSpPr>
          <p:cNvPr id="96" name="Text 93"/>
          <p:cNvSpPr/>
          <p:nvPr/>
        </p:nvSpPr>
        <p:spPr>
          <a:xfrm>
            <a:off x="6752759" y="20907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925</a:t>
            </a:r>
            <a:endParaRPr lang="en-US" sz="880" dirty="0"/>
          </a:p>
        </p:txBody>
      </p:sp>
      <p:sp>
        <p:nvSpPr>
          <p:cNvPr id="97" name="Text 94"/>
          <p:cNvSpPr/>
          <p:nvPr/>
        </p:nvSpPr>
        <p:spPr>
          <a:xfrm>
            <a:off x="3245414" y="2214563"/>
            <a:ext cx="53739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</a:t>
            </a:r>
            <a:endParaRPr lang="en-US" sz="880" dirty="0"/>
          </a:p>
        </p:txBody>
      </p:sp>
      <p:sp>
        <p:nvSpPr>
          <p:cNvPr id="98" name="Text 95"/>
          <p:cNvSpPr/>
          <p:nvPr/>
        </p:nvSpPr>
        <p:spPr>
          <a:xfrm>
            <a:off x="3757221" y="2214563"/>
            <a:ext cx="53349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</a:t>
            </a:r>
            <a:endParaRPr lang="en-US" sz="880" dirty="0"/>
          </a:p>
        </p:txBody>
      </p:sp>
      <p:sp>
        <p:nvSpPr>
          <p:cNvPr id="99" name="Text 96"/>
          <p:cNvSpPr/>
          <p:nvPr/>
        </p:nvSpPr>
        <p:spPr>
          <a:xfrm>
            <a:off x="4265307" y="2214563"/>
            <a:ext cx="53427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168</a:t>
            </a:r>
            <a:endParaRPr lang="en-US" sz="880" dirty="0"/>
          </a:p>
        </p:txBody>
      </p:sp>
      <p:sp>
        <p:nvSpPr>
          <p:cNvPr id="100" name="Text 97"/>
          <p:cNvSpPr/>
          <p:nvPr/>
        </p:nvSpPr>
        <p:spPr>
          <a:xfrm>
            <a:off x="4774138" y="2214563"/>
            <a:ext cx="54255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880" dirty="0"/>
          </a:p>
        </p:txBody>
      </p:sp>
      <p:sp>
        <p:nvSpPr>
          <p:cNvPr id="101" name="Text 98"/>
          <p:cNvSpPr/>
          <p:nvPr/>
        </p:nvSpPr>
        <p:spPr>
          <a:xfrm>
            <a:off x="5823945" y="2214563"/>
            <a:ext cx="53020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880" dirty="0"/>
          </a:p>
        </p:txBody>
      </p:sp>
      <p:sp>
        <p:nvSpPr>
          <p:cNvPr id="102" name="Text 99"/>
          <p:cNvSpPr/>
          <p:nvPr/>
        </p:nvSpPr>
        <p:spPr>
          <a:xfrm>
            <a:off x="6743680" y="223837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886</a:t>
            </a:r>
            <a:endParaRPr lang="en-US" sz="880" dirty="0"/>
          </a:p>
        </p:txBody>
      </p:sp>
      <p:sp>
        <p:nvSpPr>
          <p:cNvPr id="103" name="Text 100"/>
          <p:cNvSpPr/>
          <p:nvPr/>
        </p:nvSpPr>
        <p:spPr>
          <a:xfrm>
            <a:off x="3245414" y="23574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880" dirty="0"/>
          </a:p>
        </p:txBody>
      </p:sp>
      <p:sp>
        <p:nvSpPr>
          <p:cNvPr id="104" name="Text 101"/>
          <p:cNvSpPr/>
          <p:nvPr/>
        </p:nvSpPr>
        <p:spPr>
          <a:xfrm>
            <a:off x="3757221" y="23574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176</a:t>
            </a:r>
            <a:endParaRPr lang="en-US" sz="880" dirty="0"/>
          </a:p>
        </p:txBody>
      </p:sp>
      <p:sp>
        <p:nvSpPr>
          <p:cNvPr id="105" name="Text 102"/>
          <p:cNvSpPr/>
          <p:nvPr/>
        </p:nvSpPr>
        <p:spPr>
          <a:xfrm>
            <a:off x="4265307" y="23574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880" dirty="0"/>
          </a:p>
        </p:txBody>
      </p:sp>
      <p:sp>
        <p:nvSpPr>
          <p:cNvPr id="106" name="Text 103"/>
          <p:cNvSpPr/>
          <p:nvPr/>
        </p:nvSpPr>
        <p:spPr>
          <a:xfrm>
            <a:off x="4774138" y="23574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880" dirty="0"/>
          </a:p>
        </p:txBody>
      </p:sp>
      <p:sp>
        <p:nvSpPr>
          <p:cNvPr id="107" name="Text 104"/>
          <p:cNvSpPr/>
          <p:nvPr/>
        </p:nvSpPr>
        <p:spPr>
          <a:xfrm>
            <a:off x="5290856" y="23574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928" dirty="0"/>
          </a:p>
        </p:txBody>
      </p:sp>
      <p:sp>
        <p:nvSpPr>
          <p:cNvPr id="108" name="Text 105"/>
          <p:cNvSpPr/>
          <p:nvPr/>
        </p:nvSpPr>
        <p:spPr>
          <a:xfrm>
            <a:off x="5823945" y="23574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928" dirty="0"/>
          </a:p>
        </p:txBody>
      </p:sp>
      <p:sp>
        <p:nvSpPr>
          <p:cNvPr id="109" name="Text 106"/>
          <p:cNvSpPr/>
          <p:nvPr/>
        </p:nvSpPr>
        <p:spPr>
          <a:xfrm>
            <a:off x="6748145" y="23860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885</a:t>
            </a:r>
            <a:endParaRPr lang="en-US" sz="880" dirty="0"/>
          </a:p>
        </p:txBody>
      </p:sp>
      <p:sp>
        <p:nvSpPr>
          <p:cNvPr id="110" name="Text 107"/>
          <p:cNvSpPr/>
          <p:nvPr/>
        </p:nvSpPr>
        <p:spPr>
          <a:xfrm>
            <a:off x="3245414" y="25098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880" dirty="0"/>
          </a:p>
        </p:txBody>
      </p:sp>
      <p:sp>
        <p:nvSpPr>
          <p:cNvPr id="111" name="Text 108"/>
          <p:cNvSpPr/>
          <p:nvPr/>
        </p:nvSpPr>
        <p:spPr>
          <a:xfrm>
            <a:off x="3757221" y="25098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880" dirty="0"/>
          </a:p>
        </p:txBody>
      </p:sp>
      <p:sp>
        <p:nvSpPr>
          <p:cNvPr id="112" name="Text 109"/>
          <p:cNvSpPr/>
          <p:nvPr/>
        </p:nvSpPr>
        <p:spPr>
          <a:xfrm>
            <a:off x="4265307" y="25098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880" dirty="0"/>
          </a:p>
        </p:txBody>
      </p:sp>
      <p:sp>
        <p:nvSpPr>
          <p:cNvPr id="113" name="Text 110"/>
          <p:cNvSpPr/>
          <p:nvPr/>
        </p:nvSpPr>
        <p:spPr>
          <a:xfrm>
            <a:off x="4774138" y="25098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880" dirty="0"/>
          </a:p>
        </p:txBody>
      </p:sp>
      <p:sp>
        <p:nvSpPr>
          <p:cNvPr id="114" name="Text 111"/>
          <p:cNvSpPr/>
          <p:nvPr/>
        </p:nvSpPr>
        <p:spPr>
          <a:xfrm>
            <a:off x="5290856" y="25098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15" name="Text 112"/>
          <p:cNvSpPr/>
          <p:nvPr/>
        </p:nvSpPr>
        <p:spPr>
          <a:xfrm>
            <a:off x="5823945" y="25098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</a:t>
            </a:r>
            <a:endParaRPr lang="en-US" sz="928" dirty="0"/>
          </a:p>
        </p:txBody>
      </p:sp>
      <p:sp>
        <p:nvSpPr>
          <p:cNvPr id="116" name="Text 113"/>
          <p:cNvSpPr/>
          <p:nvPr/>
        </p:nvSpPr>
        <p:spPr>
          <a:xfrm>
            <a:off x="6747847" y="25384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865</a:t>
            </a:r>
            <a:endParaRPr lang="en-US" sz="880" dirty="0"/>
          </a:p>
        </p:txBody>
      </p:sp>
      <p:sp>
        <p:nvSpPr>
          <p:cNvPr id="117" name="Text 114"/>
          <p:cNvSpPr/>
          <p:nvPr/>
        </p:nvSpPr>
        <p:spPr>
          <a:xfrm>
            <a:off x="3245414" y="2662237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880" dirty="0"/>
          </a:p>
        </p:txBody>
      </p:sp>
      <p:sp>
        <p:nvSpPr>
          <p:cNvPr id="118" name="Text 115"/>
          <p:cNvSpPr/>
          <p:nvPr/>
        </p:nvSpPr>
        <p:spPr>
          <a:xfrm>
            <a:off x="3757221" y="2662237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880" dirty="0"/>
          </a:p>
        </p:txBody>
      </p:sp>
      <p:sp>
        <p:nvSpPr>
          <p:cNvPr id="119" name="Text 116"/>
          <p:cNvSpPr/>
          <p:nvPr/>
        </p:nvSpPr>
        <p:spPr>
          <a:xfrm>
            <a:off x="4265307" y="2662237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880" dirty="0"/>
          </a:p>
        </p:txBody>
      </p:sp>
      <p:sp>
        <p:nvSpPr>
          <p:cNvPr id="120" name="Text 117"/>
          <p:cNvSpPr/>
          <p:nvPr/>
        </p:nvSpPr>
        <p:spPr>
          <a:xfrm>
            <a:off x="4774138" y="2662237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928" dirty="0"/>
          </a:p>
        </p:txBody>
      </p:sp>
      <p:sp>
        <p:nvSpPr>
          <p:cNvPr id="121" name="Text 118"/>
          <p:cNvSpPr/>
          <p:nvPr/>
        </p:nvSpPr>
        <p:spPr>
          <a:xfrm>
            <a:off x="5290856" y="2662237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22" name="Text 119"/>
          <p:cNvSpPr/>
          <p:nvPr/>
        </p:nvSpPr>
        <p:spPr>
          <a:xfrm>
            <a:off x="5823945" y="2662237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928" dirty="0"/>
          </a:p>
        </p:txBody>
      </p:sp>
      <p:sp>
        <p:nvSpPr>
          <p:cNvPr id="123" name="Text 120"/>
          <p:cNvSpPr/>
          <p:nvPr/>
        </p:nvSpPr>
        <p:spPr>
          <a:xfrm>
            <a:off x="6748591" y="26908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829</a:t>
            </a:r>
            <a:endParaRPr lang="en-US" sz="880" dirty="0"/>
          </a:p>
        </p:txBody>
      </p:sp>
      <p:sp>
        <p:nvSpPr>
          <p:cNvPr id="124" name="Text 121"/>
          <p:cNvSpPr/>
          <p:nvPr/>
        </p:nvSpPr>
        <p:spPr>
          <a:xfrm>
            <a:off x="3245414" y="28146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880" dirty="0"/>
          </a:p>
        </p:txBody>
      </p:sp>
      <p:sp>
        <p:nvSpPr>
          <p:cNvPr id="125" name="Text 122"/>
          <p:cNvSpPr/>
          <p:nvPr/>
        </p:nvSpPr>
        <p:spPr>
          <a:xfrm>
            <a:off x="3757221" y="28146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26" name="Text 123"/>
          <p:cNvSpPr/>
          <p:nvPr/>
        </p:nvSpPr>
        <p:spPr>
          <a:xfrm>
            <a:off x="4265307" y="28146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80" dirty="0"/>
          </a:p>
        </p:txBody>
      </p:sp>
      <p:sp>
        <p:nvSpPr>
          <p:cNvPr id="127" name="Text 124"/>
          <p:cNvSpPr/>
          <p:nvPr/>
        </p:nvSpPr>
        <p:spPr>
          <a:xfrm>
            <a:off x="4774138" y="28146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880" dirty="0"/>
          </a:p>
        </p:txBody>
      </p:sp>
      <p:sp>
        <p:nvSpPr>
          <p:cNvPr id="128" name="Text 125"/>
          <p:cNvSpPr/>
          <p:nvPr/>
        </p:nvSpPr>
        <p:spPr>
          <a:xfrm>
            <a:off x="5290856" y="28146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928" dirty="0"/>
          </a:p>
        </p:txBody>
      </p:sp>
      <p:sp>
        <p:nvSpPr>
          <p:cNvPr id="129" name="Text 126"/>
          <p:cNvSpPr/>
          <p:nvPr/>
        </p:nvSpPr>
        <p:spPr>
          <a:xfrm>
            <a:off x="6748591" y="28432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769</a:t>
            </a:r>
            <a:endParaRPr lang="en-US" sz="880" dirty="0"/>
          </a:p>
        </p:txBody>
      </p:sp>
      <p:sp>
        <p:nvSpPr>
          <p:cNvPr id="130" name="Text 127"/>
          <p:cNvSpPr/>
          <p:nvPr/>
        </p:nvSpPr>
        <p:spPr>
          <a:xfrm>
            <a:off x="3245414" y="29670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131</a:t>
            </a:r>
            <a:endParaRPr lang="en-US" sz="928" dirty="0"/>
          </a:p>
        </p:txBody>
      </p:sp>
      <p:sp>
        <p:nvSpPr>
          <p:cNvPr id="131" name="Text 128"/>
          <p:cNvSpPr/>
          <p:nvPr/>
        </p:nvSpPr>
        <p:spPr>
          <a:xfrm>
            <a:off x="3757221" y="29670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880" dirty="0"/>
          </a:p>
        </p:txBody>
      </p:sp>
      <p:sp>
        <p:nvSpPr>
          <p:cNvPr id="132" name="Text 129"/>
          <p:cNvSpPr/>
          <p:nvPr/>
        </p:nvSpPr>
        <p:spPr>
          <a:xfrm>
            <a:off x="4265307" y="29670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880" dirty="0"/>
          </a:p>
        </p:txBody>
      </p:sp>
      <p:sp>
        <p:nvSpPr>
          <p:cNvPr id="133" name="Text 130"/>
          <p:cNvSpPr/>
          <p:nvPr/>
        </p:nvSpPr>
        <p:spPr>
          <a:xfrm>
            <a:off x="4774138" y="29670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880" dirty="0"/>
          </a:p>
        </p:txBody>
      </p:sp>
      <p:sp>
        <p:nvSpPr>
          <p:cNvPr id="134" name="Text 131"/>
          <p:cNvSpPr/>
          <p:nvPr/>
        </p:nvSpPr>
        <p:spPr>
          <a:xfrm>
            <a:off x="5290856" y="29670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928" dirty="0"/>
          </a:p>
        </p:txBody>
      </p:sp>
      <p:sp>
        <p:nvSpPr>
          <p:cNvPr id="135" name="Text 132"/>
          <p:cNvSpPr/>
          <p:nvPr/>
        </p:nvSpPr>
        <p:spPr>
          <a:xfrm>
            <a:off x="6754842" y="29956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732</a:t>
            </a:r>
            <a:endParaRPr lang="en-US" sz="880" dirty="0"/>
          </a:p>
        </p:txBody>
      </p:sp>
      <p:sp>
        <p:nvSpPr>
          <p:cNvPr id="136" name="Text 133"/>
          <p:cNvSpPr/>
          <p:nvPr/>
        </p:nvSpPr>
        <p:spPr>
          <a:xfrm>
            <a:off x="3245414" y="3119437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0" dirty="0"/>
          </a:p>
        </p:txBody>
      </p:sp>
      <p:sp>
        <p:nvSpPr>
          <p:cNvPr id="137" name="Text 134"/>
          <p:cNvSpPr/>
          <p:nvPr/>
        </p:nvSpPr>
        <p:spPr>
          <a:xfrm>
            <a:off x="3757221" y="3119437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928" dirty="0"/>
          </a:p>
        </p:txBody>
      </p:sp>
      <p:sp>
        <p:nvSpPr>
          <p:cNvPr id="138" name="Text 135"/>
          <p:cNvSpPr/>
          <p:nvPr/>
        </p:nvSpPr>
        <p:spPr>
          <a:xfrm>
            <a:off x="4774138" y="3119437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928" dirty="0"/>
          </a:p>
        </p:txBody>
      </p:sp>
      <p:sp>
        <p:nvSpPr>
          <p:cNvPr id="139" name="Text 136"/>
          <p:cNvSpPr/>
          <p:nvPr/>
        </p:nvSpPr>
        <p:spPr>
          <a:xfrm>
            <a:off x="5823945" y="3119437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928" dirty="0"/>
          </a:p>
        </p:txBody>
      </p:sp>
      <p:sp>
        <p:nvSpPr>
          <p:cNvPr id="140" name="Text 137"/>
          <p:cNvSpPr/>
          <p:nvPr/>
        </p:nvSpPr>
        <p:spPr>
          <a:xfrm>
            <a:off x="6750080" y="31480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647</a:t>
            </a:r>
            <a:endParaRPr lang="en-US" sz="880" dirty="0"/>
          </a:p>
        </p:txBody>
      </p:sp>
      <p:sp>
        <p:nvSpPr>
          <p:cNvPr id="141" name="Text 138"/>
          <p:cNvSpPr/>
          <p:nvPr/>
        </p:nvSpPr>
        <p:spPr>
          <a:xfrm>
            <a:off x="3245414" y="32718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42" name="Text 139"/>
          <p:cNvSpPr/>
          <p:nvPr/>
        </p:nvSpPr>
        <p:spPr>
          <a:xfrm>
            <a:off x="3757221" y="32718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880" dirty="0"/>
          </a:p>
        </p:txBody>
      </p:sp>
      <p:sp>
        <p:nvSpPr>
          <p:cNvPr id="143" name="Text 140"/>
          <p:cNvSpPr/>
          <p:nvPr/>
        </p:nvSpPr>
        <p:spPr>
          <a:xfrm>
            <a:off x="4265307" y="32718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0" dirty="0"/>
          </a:p>
        </p:txBody>
      </p:sp>
      <p:sp>
        <p:nvSpPr>
          <p:cNvPr id="144" name="Text 141"/>
          <p:cNvSpPr/>
          <p:nvPr/>
        </p:nvSpPr>
        <p:spPr>
          <a:xfrm>
            <a:off x="6751866" y="33004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633</a:t>
            </a:r>
            <a:endParaRPr lang="en-US" sz="880" dirty="0"/>
          </a:p>
        </p:txBody>
      </p:sp>
      <p:sp>
        <p:nvSpPr>
          <p:cNvPr id="145" name="Text 142"/>
          <p:cNvSpPr/>
          <p:nvPr/>
        </p:nvSpPr>
        <p:spPr>
          <a:xfrm>
            <a:off x="3245414" y="3424238"/>
            <a:ext cx="53739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928" dirty="0"/>
          </a:p>
        </p:txBody>
      </p:sp>
      <p:sp>
        <p:nvSpPr>
          <p:cNvPr id="146" name="Text 143"/>
          <p:cNvSpPr/>
          <p:nvPr/>
        </p:nvSpPr>
        <p:spPr>
          <a:xfrm>
            <a:off x="3757221" y="34242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880" dirty="0"/>
          </a:p>
        </p:txBody>
      </p:sp>
      <p:sp>
        <p:nvSpPr>
          <p:cNvPr id="147" name="Text 144"/>
          <p:cNvSpPr/>
          <p:nvPr/>
        </p:nvSpPr>
        <p:spPr>
          <a:xfrm>
            <a:off x="4774138" y="34242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928" dirty="0"/>
          </a:p>
        </p:txBody>
      </p:sp>
      <p:sp>
        <p:nvSpPr>
          <p:cNvPr id="148" name="Text 145"/>
          <p:cNvSpPr/>
          <p:nvPr/>
        </p:nvSpPr>
        <p:spPr>
          <a:xfrm>
            <a:off x="6750377" y="34528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622</a:t>
            </a:r>
            <a:endParaRPr lang="en-US" sz="880" dirty="0"/>
          </a:p>
        </p:txBody>
      </p:sp>
      <p:sp>
        <p:nvSpPr>
          <p:cNvPr id="149" name="Text 146"/>
          <p:cNvSpPr/>
          <p:nvPr/>
        </p:nvSpPr>
        <p:spPr>
          <a:xfrm>
            <a:off x="4265307" y="3576637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880" dirty="0"/>
          </a:p>
        </p:txBody>
      </p:sp>
      <p:sp>
        <p:nvSpPr>
          <p:cNvPr id="150" name="Text 147"/>
          <p:cNvSpPr/>
          <p:nvPr/>
        </p:nvSpPr>
        <p:spPr>
          <a:xfrm>
            <a:off x="4774138" y="3576637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51" name="Text 148"/>
          <p:cNvSpPr/>
          <p:nvPr/>
        </p:nvSpPr>
        <p:spPr>
          <a:xfrm>
            <a:off x="5290856" y="3576637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928" dirty="0"/>
          </a:p>
        </p:txBody>
      </p:sp>
      <p:sp>
        <p:nvSpPr>
          <p:cNvPr id="152" name="Text 149"/>
          <p:cNvSpPr/>
          <p:nvPr/>
        </p:nvSpPr>
        <p:spPr>
          <a:xfrm>
            <a:off x="5823945" y="3576637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928" dirty="0"/>
          </a:p>
        </p:txBody>
      </p:sp>
      <p:sp>
        <p:nvSpPr>
          <p:cNvPr id="153" name="Text 150"/>
          <p:cNvSpPr/>
          <p:nvPr/>
        </p:nvSpPr>
        <p:spPr>
          <a:xfrm>
            <a:off x="6746210" y="36052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602</a:t>
            </a:r>
            <a:endParaRPr lang="en-US" sz="880" dirty="0"/>
          </a:p>
        </p:txBody>
      </p:sp>
      <p:sp>
        <p:nvSpPr>
          <p:cNvPr id="154" name="Text 151"/>
          <p:cNvSpPr/>
          <p:nvPr/>
        </p:nvSpPr>
        <p:spPr>
          <a:xfrm>
            <a:off x="4265307" y="37290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</a:t>
            </a:r>
            <a:endParaRPr lang="en-US" sz="928" dirty="0"/>
          </a:p>
        </p:txBody>
      </p:sp>
      <p:sp>
        <p:nvSpPr>
          <p:cNvPr id="155" name="Text 152"/>
          <p:cNvSpPr/>
          <p:nvPr/>
        </p:nvSpPr>
        <p:spPr>
          <a:xfrm>
            <a:off x="5290856" y="37290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104</a:t>
            </a:r>
            <a:endParaRPr lang="en-US" sz="928" dirty="0"/>
          </a:p>
        </p:txBody>
      </p:sp>
      <p:sp>
        <p:nvSpPr>
          <p:cNvPr id="156" name="Text 153"/>
          <p:cNvSpPr/>
          <p:nvPr/>
        </p:nvSpPr>
        <p:spPr>
          <a:xfrm>
            <a:off x="5823945" y="37290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928" dirty="0"/>
          </a:p>
        </p:txBody>
      </p:sp>
      <p:sp>
        <p:nvSpPr>
          <p:cNvPr id="157" name="Text 154"/>
          <p:cNvSpPr/>
          <p:nvPr/>
        </p:nvSpPr>
        <p:spPr>
          <a:xfrm>
            <a:off x="6760200" y="37576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451</a:t>
            </a:r>
            <a:endParaRPr lang="en-US" sz="880" dirty="0"/>
          </a:p>
        </p:txBody>
      </p:sp>
      <p:sp>
        <p:nvSpPr>
          <p:cNvPr id="158" name="Text 155"/>
          <p:cNvSpPr/>
          <p:nvPr/>
        </p:nvSpPr>
        <p:spPr>
          <a:xfrm>
            <a:off x="5290856" y="3881437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928" dirty="0"/>
          </a:p>
        </p:txBody>
      </p:sp>
      <p:sp>
        <p:nvSpPr>
          <p:cNvPr id="159" name="Text 156"/>
          <p:cNvSpPr/>
          <p:nvPr/>
        </p:nvSpPr>
        <p:spPr>
          <a:xfrm>
            <a:off x="5823945" y="3881437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928" dirty="0"/>
          </a:p>
        </p:txBody>
      </p:sp>
      <p:sp>
        <p:nvSpPr>
          <p:cNvPr id="160" name="Text 157"/>
          <p:cNvSpPr/>
          <p:nvPr/>
        </p:nvSpPr>
        <p:spPr>
          <a:xfrm>
            <a:off x="6749782" y="39100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220</a:t>
            </a:r>
            <a:endParaRPr lang="en-US" sz="880" dirty="0"/>
          </a:p>
        </p:txBody>
      </p:sp>
      <p:sp>
        <p:nvSpPr>
          <p:cNvPr id="161" name="Text 158"/>
          <p:cNvSpPr/>
          <p:nvPr/>
        </p:nvSpPr>
        <p:spPr>
          <a:xfrm>
            <a:off x="4265307" y="4033837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</a:t>
            </a:r>
            <a:endParaRPr lang="en-US" sz="928" dirty="0"/>
          </a:p>
        </p:txBody>
      </p:sp>
      <p:sp>
        <p:nvSpPr>
          <p:cNvPr id="162" name="Text 159"/>
          <p:cNvSpPr/>
          <p:nvPr/>
        </p:nvSpPr>
        <p:spPr>
          <a:xfrm>
            <a:off x="6754396" y="40624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880" dirty="0"/>
          </a:p>
        </p:txBody>
      </p:sp>
      <p:sp>
        <p:nvSpPr>
          <p:cNvPr id="163" name="Text 160"/>
          <p:cNvSpPr/>
          <p:nvPr/>
        </p:nvSpPr>
        <p:spPr>
          <a:xfrm>
            <a:off x="6755140" y="42148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880" dirty="0"/>
          </a:p>
        </p:txBody>
      </p:sp>
      <p:sp>
        <p:nvSpPr>
          <p:cNvPr id="164" name="Text 161"/>
          <p:cNvSpPr/>
          <p:nvPr/>
        </p:nvSpPr>
        <p:spPr>
          <a:xfrm>
            <a:off x="3245414" y="4338637"/>
            <a:ext cx="53739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880" dirty="0"/>
          </a:p>
        </p:txBody>
      </p:sp>
      <p:sp>
        <p:nvSpPr>
          <p:cNvPr id="165" name="Text 162"/>
          <p:cNvSpPr/>
          <p:nvPr/>
        </p:nvSpPr>
        <p:spPr>
          <a:xfrm>
            <a:off x="6756777" y="436245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880" dirty="0"/>
          </a:p>
        </p:txBody>
      </p:sp>
      <p:sp>
        <p:nvSpPr>
          <p:cNvPr id="166" name="Text 163"/>
          <p:cNvSpPr/>
          <p:nvPr/>
        </p:nvSpPr>
        <p:spPr>
          <a:xfrm>
            <a:off x="7448364" y="1813092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928" dirty="0"/>
          </a:p>
        </p:txBody>
      </p:sp>
      <p:sp>
        <p:nvSpPr>
          <p:cNvPr id="167" name="Text 164"/>
          <p:cNvSpPr/>
          <p:nvPr/>
        </p:nvSpPr>
        <p:spPr>
          <a:xfrm>
            <a:off x="7791255" y="1813092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928" dirty="0"/>
          </a:p>
        </p:txBody>
      </p:sp>
      <p:sp>
        <p:nvSpPr>
          <p:cNvPr id="168" name="Text 165"/>
          <p:cNvSpPr/>
          <p:nvPr/>
        </p:nvSpPr>
        <p:spPr>
          <a:xfrm>
            <a:off x="8134147" y="1813092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928" dirty="0"/>
          </a:p>
        </p:txBody>
      </p:sp>
      <p:sp>
        <p:nvSpPr>
          <p:cNvPr id="169" name="Text 166"/>
          <p:cNvSpPr/>
          <p:nvPr/>
        </p:nvSpPr>
        <p:spPr>
          <a:xfrm>
            <a:off x="8477038" y="1813092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928" dirty="0"/>
          </a:p>
        </p:txBody>
      </p:sp>
      <p:sp>
        <p:nvSpPr>
          <p:cNvPr id="170" name="Text 167"/>
          <p:cNvSpPr/>
          <p:nvPr/>
        </p:nvSpPr>
        <p:spPr>
          <a:xfrm>
            <a:off x="8819929" y="1813092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928" dirty="0"/>
          </a:p>
        </p:txBody>
      </p:sp>
      <p:sp>
        <p:nvSpPr>
          <p:cNvPr id="171" name="Text 168"/>
          <p:cNvSpPr/>
          <p:nvPr/>
        </p:nvSpPr>
        <p:spPr>
          <a:xfrm>
            <a:off x="9162821" y="1813092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928" dirty="0"/>
          </a:p>
        </p:txBody>
      </p:sp>
      <p:sp>
        <p:nvSpPr>
          <p:cNvPr id="172" name="Text 169"/>
          <p:cNvSpPr/>
          <p:nvPr/>
        </p:nvSpPr>
        <p:spPr>
          <a:xfrm>
            <a:off x="7448364" y="2712162"/>
            <a:ext cx="54067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173" name="Text 170"/>
          <p:cNvSpPr/>
          <p:nvPr/>
        </p:nvSpPr>
        <p:spPr>
          <a:xfrm>
            <a:off x="7562661" y="297886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174" name="Text 171"/>
          <p:cNvSpPr/>
          <p:nvPr/>
        </p:nvSpPr>
        <p:spPr>
          <a:xfrm>
            <a:off x="7562661" y="3197937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175" name="Text 172"/>
          <p:cNvSpPr/>
          <p:nvPr/>
        </p:nvSpPr>
        <p:spPr>
          <a:xfrm>
            <a:off x="7562661" y="341701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176" name="Text 173"/>
          <p:cNvSpPr/>
          <p:nvPr/>
        </p:nvSpPr>
        <p:spPr>
          <a:xfrm>
            <a:off x="7562661" y="3636087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177" name="Text 174"/>
          <p:cNvSpPr/>
          <p:nvPr/>
        </p:nvSpPr>
        <p:spPr>
          <a:xfrm>
            <a:off x="7562661" y="3855162"/>
            <a:ext cx="23252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178" name="Text 175"/>
          <p:cNvSpPr/>
          <p:nvPr/>
        </p:nvSpPr>
        <p:spPr>
          <a:xfrm>
            <a:off x="7562661" y="4074237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  <p:sp>
        <p:nvSpPr>
          <p:cNvPr id="179" name="Text 176"/>
          <p:cNvSpPr/>
          <p:nvPr/>
        </p:nvSpPr>
        <p:spPr>
          <a:xfrm>
            <a:off x="5290856" y="2214563"/>
            <a:ext cx="55974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880" dirty="0"/>
          </a:p>
        </p:txBody>
      </p:sp>
      <p:sp>
        <p:nvSpPr>
          <p:cNvPr id="180" name="Text 177"/>
          <p:cNvSpPr/>
          <p:nvPr/>
        </p:nvSpPr>
        <p:spPr>
          <a:xfrm>
            <a:off x="704832" y="28146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832" dirty="0"/>
          </a:p>
        </p:txBody>
      </p:sp>
      <p:sp>
        <p:nvSpPr>
          <p:cNvPr id="181" name="Text 178"/>
          <p:cNvSpPr/>
          <p:nvPr/>
        </p:nvSpPr>
        <p:spPr>
          <a:xfrm>
            <a:off x="5823945" y="28146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928" dirty="0"/>
          </a:p>
        </p:txBody>
      </p:sp>
      <p:sp>
        <p:nvSpPr>
          <p:cNvPr id="182" name="Text 179"/>
          <p:cNvSpPr/>
          <p:nvPr/>
        </p:nvSpPr>
        <p:spPr>
          <a:xfrm>
            <a:off x="704832" y="29670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832" dirty="0"/>
          </a:p>
        </p:txBody>
      </p:sp>
      <p:sp>
        <p:nvSpPr>
          <p:cNvPr id="183" name="Text 180"/>
          <p:cNvSpPr/>
          <p:nvPr/>
        </p:nvSpPr>
        <p:spPr>
          <a:xfrm>
            <a:off x="5823945" y="29670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880" dirty="0"/>
          </a:p>
        </p:txBody>
      </p:sp>
      <p:sp>
        <p:nvSpPr>
          <p:cNvPr id="184" name="Text 181"/>
          <p:cNvSpPr/>
          <p:nvPr/>
        </p:nvSpPr>
        <p:spPr>
          <a:xfrm>
            <a:off x="704832" y="3119437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832" dirty="0"/>
          </a:p>
        </p:txBody>
      </p:sp>
      <p:sp>
        <p:nvSpPr>
          <p:cNvPr id="185" name="Text 182"/>
          <p:cNvSpPr/>
          <p:nvPr/>
        </p:nvSpPr>
        <p:spPr>
          <a:xfrm>
            <a:off x="4265307" y="3119437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928" dirty="0"/>
          </a:p>
        </p:txBody>
      </p:sp>
      <p:sp>
        <p:nvSpPr>
          <p:cNvPr id="186" name="Text 183"/>
          <p:cNvSpPr/>
          <p:nvPr/>
        </p:nvSpPr>
        <p:spPr>
          <a:xfrm>
            <a:off x="5290856" y="3119437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928" dirty="0"/>
          </a:p>
        </p:txBody>
      </p:sp>
      <p:sp>
        <p:nvSpPr>
          <p:cNvPr id="187" name="Text 184"/>
          <p:cNvSpPr/>
          <p:nvPr/>
        </p:nvSpPr>
        <p:spPr>
          <a:xfrm>
            <a:off x="704832" y="32718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832" dirty="0"/>
          </a:p>
        </p:txBody>
      </p:sp>
      <p:sp>
        <p:nvSpPr>
          <p:cNvPr id="188" name="Text 185"/>
          <p:cNvSpPr/>
          <p:nvPr/>
        </p:nvSpPr>
        <p:spPr>
          <a:xfrm>
            <a:off x="4774138" y="32718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928" dirty="0"/>
          </a:p>
        </p:txBody>
      </p:sp>
      <p:sp>
        <p:nvSpPr>
          <p:cNvPr id="189" name="Text 186"/>
          <p:cNvSpPr/>
          <p:nvPr/>
        </p:nvSpPr>
        <p:spPr>
          <a:xfrm>
            <a:off x="5290856" y="32718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928" dirty="0"/>
          </a:p>
        </p:txBody>
      </p:sp>
      <p:sp>
        <p:nvSpPr>
          <p:cNvPr id="190" name="Text 187"/>
          <p:cNvSpPr/>
          <p:nvPr/>
        </p:nvSpPr>
        <p:spPr>
          <a:xfrm>
            <a:off x="5823945" y="32718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928" dirty="0"/>
          </a:p>
        </p:txBody>
      </p:sp>
      <p:sp>
        <p:nvSpPr>
          <p:cNvPr id="191" name="Text 188"/>
          <p:cNvSpPr/>
          <p:nvPr/>
        </p:nvSpPr>
        <p:spPr>
          <a:xfrm>
            <a:off x="704832" y="34242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832" dirty="0"/>
          </a:p>
        </p:txBody>
      </p:sp>
      <p:sp>
        <p:nvSpPr>
          <p:cNvPr id="192" name="Text 189"/>
          <p:cNvSpPr/>
          <p:nvPr/>
        </p:nvSpPr>
        <p:spPr>
          <a:xfrm>
            <a:off x="4265307" y="3424238"/>
            <a:ext cx="53427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928" dirty="0"/>
          </a:p>
        </p:txBody>
      </p:sp>
      <p:sp>
        <p:nvSpPr>
          <p:cNvPr id="193" name="Text 190"/>
          <p:cNvSpPr/>
          <p:nvPr/>
        </p:nvSpPr>
        <p:spPr>
          <a:xfrm>
            <a:off x="5290856" y="34242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928" dirty="0"/>
          </a:p>
        </p:txBody>
      </p:sp>
      <p:sp>
        <p:nvSpPr>
          <p:cNvPr id="194" name="Text 191"/>
          <p:cNvSpPr/>
          <p:nvPr/>
        </p:nvSpPr>
        <p:spPr>
          <a:xfrm>
            <a:off x="5823945" y="34242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928" dirty="0"/>
          </a:p>
        </p:txBody>
      </p:sp>
      <p:sp>
        <p:nvSpPr>
          <p:cNvPr id="195" name="Text 192"/>
          <p:cNvSpPr/>
          <p:nvPr/>
        </p:nvSpPr>
        <p:spPr>
          <a:xfrm>
            <a:off x="704832" y="3576637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32" dirty="0"/>
          </a:p>
        </p:txBody>
      </p:sp>
      <p:sp>
        <p:nvSpPr>
          <p:cNvPr id="196" name="Text 193"/>
          <p:cNvSpPr/>
          <p:nvPr/>
        </p:nvSpPr>
        <p:spPr>
          <a:xfrm>
            <a:off x="3757221" y="3576637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928" dirty="0"/>
          </a:p>
        </p:txBody>
      </p:sp>
      <p:sp>
        <p:nvSpPr>
          <p:cNvPr id="197" name="Text 194"/>
          <p:cNvSpPr/>
          <p:nvPr/>
        </p:nvSpPr>
        <p:spPr>
          <a:xfrm>
            <a:off x="704832" y="37290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832" dirty="0"/>
          </a:p>
        </p:txBody>
      </p:sp>
      <p:sp>
        <p:nvSpPr>
          <p:cNvPr id="198" name="Text 195"/>
          <p:cNvSpPr/>
          <p:nvPr/>
        </p:nvSpPr>
        <p:spPr>
          <a:xfrm>
            <a:off x="3757221" y="3729038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928" dirty="0"/>
          </a:p>
        </p:txBody>
      </p:sp>
      <p:sp>
        <p:nvSpPr>
          <p:cNvPr id="199" name="Text 196"/>
          <p:cNvSpPr/>
          <p:nvPr/>
        </p:nvSpPr>
        <p:spPr>
          <a:xfrm>
            <a:off x="4774138" y="37290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928" dirty="0"/>
          </a:p>
        </p:txBody>
      </p:sp>
      <p:sp>
        <p:nvSpPr>
          <p:cNvPr id="200" name="Text 197"/>
          <p:cNvSpPr/>
          <p:nvPr/>
        </p:nvSpPr>
        <p:spPr>
          <a:xfrm>
            <a:off x="704832" y="3881437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32" dirty="0"/>
          </a:p>
        </p:txBody>
      </p:sp>
      <p:sp>
        <p:nvSpPr>
          <p:cNvPr id="201" name="Text 198"/>
          <p:cNvSpPr/>
          <p:nvPr/>
        </p:nvSpPr>
        <p:spPr>
          <a:xfrm>
            <a:off x="704832" y="4033837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32" dirty="0"/>
          </a:p>
        </p:txBody>
      </p:sp>
      <p:sp>
        <p:nvSpPr>
          <p:cNvPr id="202" name="Text 199"/>
          <p:cNvSpPr/>
          <p:nvPr/>
        </p:nvSpPr>
        <p:spPr>
          <a:xfrm>
            <a:off x="3757221" y="4033837"/>
            <a:ext cx="53349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928" dirty="0"/>
          </a:p>
        </p:txBody>
      </p:sp>
      <p:sp>
        <p:nvSpPr>
          <p:cNvPr id="203" name="Text 200"/>
          <p:cNvSpPr/>
          <p:nvPr/>
        </p:nvSpPr>
        <p:spPr>
          <a:xfrm>
            <a:off x="4774138" y="4033837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</a:t>
            </a:r>
            <a:endParaRPr lang="en-US" sz="928" dirty="0"/>
          </a:p>
        </p:txBody>
      </p:sp>
      <p:sp>
        <p:nvSpPr>
          <p:cNvPr id="204" name="Text 201"/>
          <p:cNvSpPr/>
          <p:nvPr/>
        </p:nvSpPr>
        <p:spPr>
          <a:xfrm>
            <a:off x="704832" y="4186238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32" dirty="0"/>
          </a:p>
        </p:txBody>
      </p:sp>
      <p:sp>
        <p:nvSpPr>
          <p:cNvPr id="205" name="Text 202"/>
          <p:cNvSpPr/>
          <p:nvPr/>
        </p:nvSpPr>
        <p:spPr>
          <a:xfrm>
            <a:off x="4774138" y="4186238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928" dirty="0"/>
          </a:p>
        </p:txBody>
      </p:sp>
      <p:sp>
        <p:nvSpPr>
          <p:cNvPr id="206" name="Text 203"/>
          <p:cNvSpPr/>
          <p:nvPr/>
        </p:nvSpPr>
        <p:spPr>
          <a:xfrm>
            <a:off x="5290856" y="4186238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928" dirty="0"/>
          </a:p>
        </p:txBody>
      </p:sp>
      <p:sp>
        <p:nvSpPr>
          <p:cNvPr id="207" name="Text 204"/>
          <p:cNvSpPr/>
          <p:nvPr/>
        </p:nvSpPr>
        <p:spPr>
          <a:xfrm>
            <a:off x="5823945" y="4186238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928" dirty="0"/>
          </a:p>
        </p:txBody>
      </p:sp>
      <p:sp>
        <p:nvSpPr>
          <p:cNvPr id="208" name="Text 205"/>
          <p:cNvSpPr/>
          <p:nvPr/>
        </p:nvSpPr>
        <p:spPr>
          <a:xfrm>
            <a:off x="704832" y="4338637"/>
            <a:ext cx="32612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32" dirty="0"/>
          </a:p>
        </p:txBody>
      </p:sp>
      <p:sp>
        <p:nvSpPr>
          <p:cNvPr id="209" name="Text 206"/>
          <p:cNvSpPr/>
          <p:nvPr/>
        </p:nvSpPr>
        <p:spPr>
          <a:xfrm>
            <a:off x="704832" y="4481512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32" dirty="0"/>
          </a:p>
        </p:txBody>
      </p:sp>
      <p:sp>
        <p:nvSpPr>
          <p:cNvPr id="210" name="Text 207"/>
          <p:cNvSpPr/>
          <p:nvPr/>
        </p:nvSpPr>
        <p:spPr>
          <a:xfrm>
            <a:off x="4774138" y="4481512"/>
            <a:ext cx="54255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928" dirty="0"/>
          </a:p>
        </p:txBody>
      </p:sp>
      <p:sp>
        <p:nvSpPr>
          <p:cNvPr id="211" name="Text 208"/>
          <p:cNvSpPr/>
          <p:nvPr/>
        </p:nvSpPr>
        <p:spPr>
          <a:xfrm>
            <a:off x="6798001" y="451008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880" dirty="0"/>
          </a:p>
        </p:txBody>
      </p:sp>
      <p:sp>
        <p:nvSpPr>
          <p:cNvPr id="212" name="Text 209"/>
          <p:cNvSpPr/>
          <p:nvPr/>
        </p:nvSpPr>
        <p:spPr>
          <a:xfrm>
            <a:off x="704832" y="4633913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832" dirty="0"/>
          </a:p>
        </p:txBody>
      </p:sp>
      <p:sp>
        <p:nvSpPr>
          <p:cNvPr id="213" name="Text 210"/>
          <p:cNvSpPr/>
          <p:nvPr/>
        </p:nvSpPr>
        <p:spPr>
          <a:xfrm>
            <a:off x="5823945" y="4633913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928" dirty="0"/>
          </a:p>
        </p:txBody>
      </p:sp>
      <p:sp>
        <p:nvSpPr>
          <p:cNvPr id="214" name="Text 211"/>
          <p:cNvSpPr/>
          <p:nvPr/>
        </p:nvSpPr>
        <p:spPr>
          <a:xfrm>
            <a:off x="6801573" y="46624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880" dirty="0"/>
          </a:p>
        </p:txBody>
      </p:sp>
      <p:sp>
        <p:nvSpPr>
          <p:cNvPr id="215" name="Text 212"/>
          <p:cNvSpPr/>
          <p:nvPr/>
        </p:nvSpPr>
        <p:spPr>
          <a:xfrm>
            <a:off x="704832" y="4786313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832" dirty="0"/>
          </a:p>
        </p:txBody>
      </p:sp>
      <p:sp>
        <p:nvSpPr>
          <p:cNvPr id="216" name="Text 213"/>
          <p:cNvSpPr/>
          <p:nvPr/>
        </p:nvSpPr>
        <p:spPr>
          <a:xfrm>
            <a:off x="5290856" y="4786313"/>
            <a:ext cx="55974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928" dirty="0"/>
          </a:p>
        </p:txBody>
      </p:sp>
      <p:sp>
        <p:nvSpPr>
          <p:cNvPr id="217" name="Text 214"/>
          <p:cNvSpPr/>
          <p:nvPr/>
        </p:nvSpPr>
        <p:spPr>
          <a:xfrm>
            <a:off x="5823945" y="4786313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928" dirty="0"/>
          </a:p>
        </p:txBody>
      </p:sp>
      <p:sp>
        <p:nvSpPr>
          <p:cNvPr id="218" name="Text 215"/>
          <p:cNvSpPr/>
          <p:nvPr/>
        </p:nvSpPr>
        <p:spPr>
          <a:xfrm>
            <a:off x="6801275" y="48148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80" dirty="0"/>
          </a:p>
        </p:txBody>
      </p:sp>
      <p:sp>
        <p:nvSpPr>
          <p:cNvPr id="219" name="Text 216"/>
          <p:cNvSpPr/>
          <p:nvPr/>
        </p:nvSpPr>
        <p:spPr>
          <a:xfrm>
            <a:off x="704832" y="4938712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832" dirty="0"/>
          </a:p>
        </p:txBody>
      </p:sp>
      <p:sp>
        <p:nvSpPr>
          <p:cNvPr id="220" name="Text 217"/>
          <p:cNvSpPr/>
          <p:nvPr/>
        </p:nvSpPr>
        <p:spPr>
          <a:xfrm>
            <a:off x="5823945" y="4938712"/>
            <a:ext cx="5302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928" dirty="0"/>
          </a:p>
        </p:txBody>
      </p:sp>
      <p:sp>
        <p:nvSpPr>
          <p:cNvPr id="221" name="Text 218"/>
          <p:cNvSpPr/>
          <p:nvPr/>
        </p:nvSpPr>
        <p:spPr>
          <a:xfrm>
            <a:off x="6807228" y="496728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80" dirty="0"/>
          </a:p>
        </p:txBody>
      </p:sp>
      <p:sp>
        <p:nvSpPr>
          <p:cNvPr id="222" name="Text 219"/>
          <p:cNvSpPr/>
          <p:nvPr/>
        </p:nvSpPr>
        <p:spPr>
          <a:xfrm>
            <a:off x="704832" y="5091113"/>
            <a:ext cx="32612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3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832" dirty="0"/>
          </a:p>
        </p:txBody>
      </p:sp>
      <p:sp>
        <p:nvSpPr>
          <p:cNvPr id="223" name="Text 220"/>
          <p:cNvSpPr/>
          <p:nvPr/>
        </p:nvSpPr>
        <p:spPr>
          <a:xfrm>
            <a:off x="7448364" y="1527342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1184" dirty="0"/>
          </a:p>
        </p:txBody>
      </p:sp>
      <p:sp>
        <p:nvSpPr>
          <p:cNvPr id="224" name="Text 221"/>
          <p:cNvSpPr/>
          <p:nvPr/>
        </p:nvSpPr>
        <p:spPr>
          <a:xfrm>
            <a:off x="7791255" y="1527342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1184" dirty="0"/>
          </a:p>
        </p:txBody>
      </p:sp>
      <p:sp>
        <p:nvSpPr>
          <p:cNvPr id="225" name="Text 222"/>
          <p:cNvSpPr/>
          <p:nvPr/>
        </p:nvSpPr>
        <p:spPr>
          <a:xfrm>
            <a:off x="8134147" y="1527342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1184" dirty="0"/>
          </a:p>
        </p:txBody>
      </p:sp>
      <p:sp>
        <p:nvSpPr>
          <p:cNvPr id="226" name="Text 223"/>
          <p:cNvSpPr/>
          <p:nvPr/>
        </p:nvSpPr>
        <p:spPr>
          <a:xfrm>
            <a:off x="8477038" y="1527342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1184" dirty="0"/>
          </a:p>
        </p:txBody>
      </p:sp>
      <p:sp>
        <p:nvSpPr>
          <p:cNvPr id="227" name="Text 224"/>
          <p:cNvSpPr/>
          <p:nvPr/>
        </p:nvSpPr>
        <p:spPr>
          <a:xfrm>
            <a:off x="8819929" y="1527342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1184" dirty="0"/>
          </a:p>
        </p:txBody>
      </p:sp>
      <p:sp>
        <p:nvSpPr>
          <p:cNvPr id="228" name="Text 225"/>
          <p:cNvSpPr/>
          <p:nvPr/>
        </p:nvSpPr>
        <p:spPr>
          <a:xfrm>
            <a:off x="9162821" y="1527342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1184" dirty="0"/>
          </a:p>
        </p:txBody>
      </p:sp>
      <p:sp>
        <p:nvSpPr>
          <p:cNvPr id="229" name="Text 226"/>
          <p:cNvSpPr/>
          <p:nvPr/>
        </p:nvSpPr>
        <p:spPr>
          <a:xfrm>
            <a:off x="7963296" y="4250450"/>
            <a:ext cx="74554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</a:t>
            </a:r>
            <a:endParaRPr lang="en-US" sz="118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16595" y="2156520"/>
            <a:ext cx="313375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×2 · Feria Vanti ×2 · Mundialista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1028674" y="2156520"/>
            <a:ext cx="313359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 iniciativas comerciales ejecutadas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4622635" y="2156520"/>
            <a:ext cx="313359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La Gran Jugada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1213514" y="219075"/>
            <a:ext cx="28112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680" dirty="0"/>
          </a:p>
        </p:txBody>
      </p:sp>
      <p:sp>
        <p:nvSpPr>
          <p:cNvPr id="7" name="Text 4"/>
          <p:cNvSpPr/>
          <p:nvPr/>
        </p:nvSpPr>
        <p:spPr>
          <a:xfrm>
            <a:off x="1028674" y="1657350"/>
            <a:ext cx="313359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en campañas del 1S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10082705" y="209550"/>
            <a:ext cx="1614380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Iniciativas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4622635" y="1657350"/>
            <a:ext cx="313359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Vanti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8216595" y="1657350"/>
            <a:ext cx="313375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Xuma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895328" y="2880420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1216" dirty="0"/>
          </a:p>
        </p:txBody>
      </p:sp>
      <p:sp>
        <p:nvSpPr>
          <p:cNvPr id="12" name="Text 9"/>
          <p:cNvSpPr/>
          <p:nvPr/>
        </p:nvSpPr>
        <p:spPr>
          <a:xfrm>
            <a:off x="895328" y="4827091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1216" dirty="0"/>
          </a:p>
        </p:txBody>
      </p:sp>
      <p:sp>
        <p:nvSpPr>
          <p:cNvPr id="13" name="Text 10"/>
          <p:cNvSpPr/>
          <p:nvPr/>
        </p:nvSpPr>
        <p:spPr>
          <a:xfrm>
            <a:off x="4457589" y="4827091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1216" dirty="0"/>
          </a:p>
        </p:txBody>
      </p:sp>
      <p:sp>
        <p:nvSpPr>
          <p:cNvPr id="14" name="Text 11"/>
          <p:cNvSpPr/>
          <p:nvPr/>
        </p:nvSpPr>
        <p:spPr>
          <a:xfrm>
            <a:off x="8019849" y="2880420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1216" dirty="0"/>
          </a:p>
        </p:txBody>
      </p:sp>
      <p:sp>
        <p:nvSpPr>
          <p:cNvPr id="15" name="Text 12"/>
          <p:cNvSpPr/>
          <p:nvPr/>
        </p:nvSpPr>
        <p:spPr>
          <a:xfrm>
            <a:off x="895328" y="3282255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4457589" y="2880420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1216" dirty="0"/>
          </a:p>
        </p:txBody>
      </p:sp>
      <p:sp>
        <p:nvSpPr>
          <p:cNvPr id="17" name="Text 14"/>
          <p:cNvSpPr/>
          <p:nvPr/>
        </p:nvSpPr>
        <p:spPr>
          <a:xfrm>
            <a:off x="4457589" y="3282255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8019849" y="3282255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895328" y="3853755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1216" dirty="0"/>
          </a:p>
        </p:txBody>
      </p:sp>
      <p:sp>
        <p:nvSpPr>
          <p:cNvPr id="20" name="Text 17"/>
          <p:cNvSpPr/>
          <p:nvPr/>
        </p:nvSpPr>
        <p:spPr>
          <a:xfrm>
            <a:off x="895328" y="4255591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4457589" y="4255591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8019849" y="4255591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960" dirty="0"/>
          </a:p>
        </p:txBody>
      </p:sp>
      <p:sp>
        <p:nvSpPr>
          <p:cNvPr id="23" name="Text 20"/>
          <p:cNvSpPr/>
          <p:nvPr/>
        </p:nvSpPr>
        <p:spPr>
          <a:xfrm>
            <a:off x="895328" y="5228927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960" dirty="0"/>
          </a:p>
        </p:txBody>
      </p:sp>
      <p:sp>
        <p:nvSpPr>
          <p:cNvPr id="24" name="Text 21"/>
          <p:cNvSpPr/>
          <p:nvPr/>
        </p:nvSpPr>
        <p:spPr>
          <a:xfrm>
            <a:off x="4457589" y="5228927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960" dirty="0"/>
          </a:p>
        </p:txBody>
      </p:sp>
      <p:sp>
        <p:nvSpPr>
          <p:cNvPr id="25" name="Text 22"/>
          <p:cNvSpPr/>
          <p:nvPr/>
        </p:nvSpPr>
        <p:spPr>
          <a:xfrm>
            <a:off x="4457589" y="3853755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1216" dirty="0"/>
          </a:p>
        </p:txBody>
      </p:sp>
      <p:sp>
        <p:nvSpPr>
          <p:cNvPr id="26" name="Text 23"/>
          <p:cNvSpPr/>
          <p:nvPr/>
        </p:nvSpPr>
        <p:spPr>
          <a:xfrm>
            <a:off x="8019849" y="3853755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1216" dirty="0"/>
          </a:p>
        </p:txBody>
      </p:sp>
      <p:sp>
        <p:nvSpPr>
          <p:cNvPr id="27" name="Text 24"/>
          <p:cNvSpPr/>
          <p:nvPr/>
        </p:nvSpPr>
        <p:spPr>
          <a:xfrm>
            <a:off x="7373654" y="2708970"/>
            <a:ext cx="35847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992" dirty="0"/>
          </a:p>
        </p:txBody>
      </p:sp>
      <p:sp>
        <p:nvSpPr>
          <p:cNvPr id="28" name="Text 25"/>
          <p:cNvSpPr/>
          <p:nvPr/>
        </p:nvSpPr>
        <p:spPr>
          <a:xfrm>
            <a:off x="10904811" y="2708970"/>
            <a:ext cx="39113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</a:t>
            </a:r>
            <a:endParaRPr lang="en-US" sz="992" dirty="0"/>
          </a:p>
        </p:txBody>
      </p:sp>
      <p:sp>
        <p:nvSpPr>
          <p:cNvPr id="29" name="Text 26"/>
          <p:cNvSpPr/>
          <p:nvPr/>
        </p:nvSpPr>
        <p:spPr>
          <a:xfrm>
            <a:off x="8377772" y="3082230"/>
            <a:ext cx="42551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4.200</a:t>
            </a:r>
            <a:endParaRPr lang="en-US" sz="1248" dirty="0"/>
          </a:p>
        </p:txBody>
      </p:sp>
      <p:sp>
        <p:nvSpPr>
          <p:cNvPr id="30" name="Text 27"/>
          <p:cNvSpPr/>
          <p:nvPr/>
        </p:nvSpPr>
        <p:spPr>
          <a:xfrm>
            <a:off x="1243874" y="5028902"/>
            <a:ext cx="41207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1.200</a:t>
            </a:r>
            <a:endParaRPr lang="en-US" sz="1248" dirty="0"/>
          </a:p>
        </p:txBody>
      </p:sp>
      <p:sp>
        <p:nvSpPr>
          <p:cNvPr id="31" name="Text 28"/>
          <p:cNvSpPr/>
          <p:nvPr/>
        </p:nvSpPr>
        <p:spPr>
          <a:xfrm>
            <a:off x="1028674" y="1828800"/>
            <a:ext cx="313359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10.509</a:t>
            </a:r>
            <a:endParaRPr lang="en-US" sz="3040" dirty="0"/>
          </a:p>
        </p:txBody>
      </p:sp>
      <p:sp>
        <p:nvSpPr>
          <p:cNvPr id="32" name="Text 29"/>
          <p:cNvSpPr/>
          <p:nvPr/>
        </p:nvSpPr>
        <p:spPr>
          <a:xfrm>
            <a:off x="895328" y="2689920"/>
            <a:ext cx="3936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960" dirty="0"/>
          </a:p>
        </p:txBody>
      </p:sp>
      <p:sp>
        <p:nvSpPr>
          <p:cNvPr id="33" name="Text 30"/>
          <p:cNvSpPr/>
          <p:nvPr/>
        </p:nvSpPr>
        <p:spPr>
          <a:xfrm>
            <a:off x="3897265" y="2708970"/>
            <a:ext cx="26830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992" dirty="0"/>
          </a:p>
        </p:txBody>
      </p:sp>
      <p:sp>
        <p:nvSpPr>
          <p:cNvPr id="34" name="Text 31"/>
          <p:cNvSpPr/>
          <p:nvPr/>
        </p:nvSpPr>
        <p:spPr>
          <a:xfrm>
            <a:off x="895328" y="3082230"/>
            <a:ext cx="30409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</a:t>
            </a:r>
            <a:endParaRPr lang="en-US" sz="1248" dirty="0"/>
          </a:p>
        </p:txBody>
      </p:sp>
      <p:sp>
        <p:nvSpPr>
          <p:cNvPr id="35" name="Text 32"/>
          <p:cNvSpPr/>
          <p:nvPr/>
        </p:nvSpPr>
        <p:spPr>
          <a:xfrm>
            <a:off x="1242088" y="3082230"/>
            <a:ext cx="32925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950</a:t>
            </a:r>
            <a:endParaRPr lang="en-US" sz="1248" dirty="0"/>
          </a:p>
        </p:txBody>
      </p:sp>
      <p:sp>
        <p:nvSpPr>
          <p:cNvPr id="36" name="Text 33"/>
          <p:cNvSpPr/>
          <p:nvPr/>
        </p:nvSpPr>
        <p:spPr>
          <a:xfrm>
            <a:off x="1612810" y="3072705"/>
            <a:ext cx="45223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136 %</a:t>
            </a:r>
            <a:endParaRPr lang="en-US" sz="1088" dirty="0"/>
          </a:p>
        </p:txBody>
      </p:sp>
      <p:sp>
        <p:nvSpPr>
          <p:cNvPr id="37" name="Text 34"/>
          <p:cNvSpPr/>
          <p:nvPr/>
        </p:nvSpPr>
        <p:spPr>
          <a:xfrm>
            <a:off x="4722794" y="3082230"/>
            <a:ext cx="33956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1248" dirty="0"/>
          </a:p>
        </p:txBody>
      </p:sp>
      <p:sp>
        <p:nvSpPr>
          <p:cNvPr id="38" name="Text 35"/>
          <p:cNvSpPr/>
          <p:nvPr/>
        </p:nvSpPr>
        <p:spPr>
          <a:xfrm>
            <a:off x="5103338" y="3072705"/>
            <a:ext cx="44598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110 %</a:t>
            </a:r>
            <a:endParaRPr lang="en-US" sz="1088" dirty="0"/>
          </a:p>
        </p:txBody>
      </p:sp>
      <p:sp>
        <p:nvSpPr>
          <p:cNvPr id="39" name="Text 36"/>
          <p:cNvSpPr/>
          <p:nvPr/>
        </p:nvSpPr>
        <p:spPr>
          <a:xfrm>
            <a:off x="8019849" y="2689920"/>
            <a:ext cx="3936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960" dirty="0"/>
          </a:p>
        </p:txBody>
      </p:sp>
      <p:sp>
        <p:nvSpPr>
          <p:cNvPr id="40" name="Text 37"/>
          <p:cNvSpPr/>
          <p:nvPr/>
        </p:nvSpPr>
        <p:spPr>
          <a:xfrm>
            <a:off x="8019849" y="3082230"/>
            <a:ext cx="31581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</a:t>
            </a:r>
            <a:endParaRPr lang="en-US" sz="1248" dirty="0"/>
          </a:p>
        </p:txBody>
      </p:sp>
      <p:sp>
        <p:nvSpPr>
          <p:cNvPr id="41" name="Text 38"/>
          <p:cNvSpPr/>
          <p:nvPr/>
        </p:nvSpPr>
        <p:spPr>
          <a:xfrm>
            <a:off x="8840170" y="3072705"/>
            <a:ext cx="44129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114 %</a:t>
            </a:r>
            <a:endParaRPr lang="en-US" sz="1088" dirty="0"/>
          </a:p>
        </p:txBody>
      </p:sp>
      <p:sp>
        <p:nvSpPr>
          <p:cNvPr id="42" name="Text 39"/>
          <p:cNvSpPr/>
          <p:nvPr/>
        </p:nvSpPr>
        <p:spPr>
          <a:xfrm>
            <a:off x="3951139" y="3682305"/>
            <a:ext cx="22860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992" dirty="0"/>
          </a:p>
        </p:txBody>
      </p:sp>
      <p:sp>
        <p:nvSpPr>
          <p:cNvPr id="43" name="Text 40"/>
          <p:cNvSpPr/>
          <p:nvPr/>
        </p:nvSpPr>
        <p:spPr>
          <a:xfrm>
            <a:off x="1164402" y="4055566"/>
            <a:ext cx="33956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1248" dirty="0"/>
          </a:p>
        </p:txBody>
      </p:sp>
      <p:sp>
        <p:nvSpPr>
          <p:cNvPr id="44" name="Text 41"/>
          <p:cNvSpPr/>
          <p:nvPr/>
        </p:nvSpPr>
        <p:spPr>
          <a:xfrm>
            <a:off x="1544946" y="4046041"/>
            <a:ext cx="44598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101 %</a:t>
            </a:r>
            <a:endParaRPr lang="en-US" sz="1088" dirty="0"/>
          </a:p>
        </p:txBody>
      </p:sp>
      <p:sp>
        <p:nvSpPr>
          <p:cNvPr id="45" name="Text 42"/>
          <p:cNvSpPr/>
          <p:nvPr/>
        </p:nvSpPr>
        <p:spPr>
          <a:xfrm>
            <a:off x="7513400" y="3682305"/>
            <a:ext cx="22860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992" dirty="0"/>
          </a:p>
        </p:txBody>
      </p:sp>
      <p:sp>
        <p:nvSpPr>
          <p:cNvPr id="46" name="Text 43"/>
          <p:cNvSpPr/>
          <p:nvPr/>
        </p:nvSpPr>
        <p:spPr>
          <a:xfrm>
            <a:off x="4706125" y="4055566"/>
            <a:ext cx="33237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1248" dirty="0"/>
          </a:p>
        </p:txBody>
      </p:sp>
      <p:sp>
        <p:nvSpPr>
          <p:cNvPr id="47" name="Text 44"/>
          <p:cNvSpPr/>
          <p:nvPr/>
        </p:nvSpPr>
        <p:spPr>
          <a:xfrm>
            <a:off x="5079823" y="4046041"/>
            <a:ext cx="45301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103 %</a:t>
            </a:r>
            <a:endParaRPr lang="en-US" sz="1088" dirty="0"/>
          </a:p>
        </p:txBody>
      </p:sp>
      <p:sp>
        <p:nvSpPr>
          <p:cNvPr id="48" name="Text 45"/>
          <p:cNvSpPr/>
          <p:nvPr/>
        </p:nvSpPr>
        <p:spPr>
          <a:xfrm>
            <a:off x="8280888" y="4055566"/>
            <a:ext cx="33237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1248" dirty="0"/>
          </a:p>
        </p:txBody>
      </p:sp>
      <p:sp>
        <p:nvSpPr>
          <p:cNvPr id="49" name="Text 46"/>
          <p:cNvSpPr/>
          <p:nvPr/>
        </p:nvSpPr>
        <p:spPr>
          <a:xfrm>
            <a:off x="8654586" y="4046041"/>
            <a:ext cx="43301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111 %</a:t>
            </a:r>
            <a:endParaRPr lang="en-US" sz="1088" dirty="0"/>
          </a:p>
        </p:txBody>
      </p:sp>
      <p:sp>
        <p:nvSpPr>
          <p:cNvPr id="50" name="Text 47"/>
          <p:cNvSpPr/>
          <p:nvPr/>
        </p:nvSpPr>
        <p:spPr>
          <a:xfrm>
            <a:off x="3919737" y="4655641"/>
            <a:ext cx="244712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992" dirty="0"/>
          </a:p>
        </p:txBody>
      </p:sp>
      <p:sp>
        <p:nvSpPr>
          <p:cNvPr id="51" name="Text 48"/>
          <p:cNvSpPr/>
          <p:nvPr/>
        </p:nvSpPr>
        <p:spPr>
          <a:xfrm>
            <a:off x="895328" y="5028902"/>
            <a:ext cx="30596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1248" dirty="0"/>
          </a:p>
        </p:txBody>
      </p:sp>
      <p:sp>
        <p:nvSpPr>
          <p:cNvPr id="52" name="Text 49"/>
          <p:cNvSpPr/>
          <p:nvPr/>
        </p:nvSpPr>
        <p:spPr>
          <a:xfrm>
            <a:off x="1693473" y="5019377"/>
            <a:ext cx="44785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127 %</a:t>
            </a:r>
            <a:endParaRPr lang="en-US" sz="1088" dirty="0"/>
          </a:p>
        </p:txBody>
      </p:sp>
      <p:sp>
        <p:nvSpPr>
          <p:cNvPr id="53" name="Text 50"/>
          <p:cNvSpPr/>
          <p:nvPr/>
        </p:nvSpPr>
        <p:spPr>
          <a:xfrm>
            <a:off x="4457589" y="4636591"/>
            <a:ext cx="3936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960" dirty="0"/>
          </a:p>
        </p:txBody>
      </p:sp>
      <p:sp>
        <p:nvSpPr>
          <p:cNvPr id="54" name="Text 51"/>
          <p:cNvSpPr/>
          <p:nvPr/>
        </p:nvSpPr>
        <p:spPr>
          <a:xfrm>
            <a:off x="4725770" y="5028902"/>
            <a:ext cx="33128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650</a:t>
            </a:r>
            <a:endParaRPr lang="en-US" sz="1248" dirty="0"/>
          </a:p>
        </p:txBody>
      </p:sp>
      <p:sp>
        <p:nvSpPr>
          <p:cNvPr id="55" name="Text 52"/>
          <p:cNvSpPr/>
          <p:nvPr/>
        </p:nvSpPr>
        <p:spPr>
          <a:xfrm>
            <a:off x="4457589" y="2689920"/>
            <a:ext cx="4237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960" dirty="0"/>
          </a:p>
        </p:txBody>
      </p:sp>
      <p:sp>
        <p:nvSpPr>
          <p:cNvPr id="56" name="Text 53"/>
          <p:cNvSpPr/>
          <p:nvPr/>
        </p:nvSpPr>
        <p:spPr>
          <a:xfrm>
            <a:off x="895328" y="3663255"/>
            <a:ext cx="4237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960" dirty="0"/>
          </a:p>
        </p:txBody>
      </p:sp>
      <p:sp>
        <p:nvSpPr>
          <p:cNvPr id="57" name="Text 54"/>
          <p:cNvSpPr/>
          <p:nvPr/>
        </p:nvSpPr>
        <p:spPr>
          <a:xfrm>
            <a:off x="4457589" y="3663255"/>
            <a:ext cx="4237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960" dirty="0"/>
          </a:p>
        </p:txBody>
      </p:sp>
      <p:sp>
        <p:nvSpPr>
          <p:cNvPr id="58" name="Text 55"/>
          <p:cNvSpPr/>
          <p:nvPr/>
        </p:nvSpPr>
        <p:spPr>
          <a:xfrm>
            <a:off x="8019849" y="3663255"/>
            <a:ext cx="4237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960" dirty="0"/>
          </a:p>
        </p:txBody>
      </p:sp>
      <p:sp>
        <p:nvSpPr>
          <p:cNvPr id="59" name="Text 56"/>
          <p:cNvSpPr/>
          <p:nvPr/>
        </p:nvSpPr>
        <p:spPr>
          <a:xfrm>
            <a:off x="11039199" y="3682305"/>
            <a:ext cx="250025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992" dirty="0"/>
          </a:p>
        </p:txBody>
      </p:sp>
      <p:sp>
        <p:nvSpPr>
          <p:cNvPr id="60" name="Text 57"/>
          <p:cNvSpPr/>
          <p:nvPr/>
        </p:nvSpPr>
        <p:spPr>
          <a:xfrm>
            <a:off x="895328" y="4636591"/>
            <a:ext cx="4237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960" dirty="0"/>
          </a:p>
        </p:txBody>
      </p:sp>
      <p:sp>
        <p:nvSpPr>
          <p:cNvPr id="61" name="Text 58"/>
          <p:cNvSpPr/>
          <p:nvPr/>
        </p:nvSpPr>
        <p:spPr>
          <a:xfrm>
            <a:off x="7476938" y="4655641"/>
            <a:ext cx="250025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992" dirty="0"/>
          </a:p>
        </p:txBody>
      </p:sp>
      <p:sp>
        <p:nvSpPr>
          <p:cNvPr id="62" name="Text 59"/>
          <p:cNvSpPr/>
          <p:nvPr/>
        </p:nvSpPr>
        <p:spPr>
          <a:xfrm>
            <a:off x="5098426" y="5019377"/>
            <a:ext cx="40347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86 %</a:t>
            </a:r>
            <a:endParaRPr lang="en-US" sz="1088" dirty="0"/>
          </a:p>
        </p:txBody>
      </p:sp>
      <p:sp>
        <p:nvSpPr>
          <p:cNvPr id="63" name="Text 60"/>
          <p:cNvSpPr/>
          <p:nvPr/>
        </p:nvSpPr>
        <p:spPr>
          <a:xfrm>
            <a:off x="4457589" y="3082230"/>
            <a:ext cx="2286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</a:t>
            </a:r>
            <a:endParaRPr lang="en-US" sz="1248" dirty="0"/>
          </a:p>
        </p:txBody>
      </p:sp>
      <p:sp>
        <p:nvSpPr>
          <p:cNvPr id="64" name="Text 61"/>
          <p:cNvSpPr/>
          <p:nvPr/>
        </p:nvSpPr>
        <p:spPr>
          <a:xfrm>
            <a:off x="895328" y="4055566"/>
            <a:ext cx="2286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</a:t>
            </a:r>
            <a:endParaRPr lang="en-US" sz="1248" dirty="0"/>
          </a:p>
        </p:txBody>
      </p:sp>
      <p:sp>
        <p:nvSpPr>
          <p:cNvPr id="65" name="Text 62"/>
          <p:cNvSpPr/>
          <p:nvPr/>
        </p:nvSpPr>
        <p:spPr>
          <a:xfrm>
            <a:off x="4457589" y="4055566"/>
            <a:ext cx="2286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</a:t>
            </a:r>
            <a:endParaRPr lang="en-US" sz="1248" dirty="0"/>
          </a:p>
        </p:txBody>
      </p:sp>
      <p:sp>
        <p:nvSpPr>
          <p:cNvPr id="66" name="Text 63"/>
          <p:cNvSpPr/>
          <p:nvPr/>
        </p:nvSpPr>
        <p:spPr>
          <a:xfrm>
            <a:off x="8019849" y="4055566"/>
            <a:ext cx="2286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1248" dirty="0"/>
          </a:p>
        </p:txBody>
      </p:sp>
      <p:sp>
        <p:nvSpPr>
          <p:cNvPr id="67" name="Text 64"/>
          <p:cNvSpPr/>
          <p:nvPr/>
        </p:nvSpPr>
        <p:spPr>
          <a:xfrm>
            <a:off x="4457589" y="5028902"/>
            <a:ext cx="2286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</a:t>
            </a:r>
            <a:endParaRPr lang="en-US" sz="1248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3664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680" dirty="0"/>
          </a:p>
        </p:txBody>
      </p:sp>
      <p:sp>
        <p:nvSpPr>
          <p:cNvPr id="4" name="Text 1"/>
          <p:cNvSpPr/>
          <p:nvPr/>
        </p:nvSpPr>
        <p:spPr>
          <a:xfrm>
            <a:off x="6514937" y="1086892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09585" y="6886575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Parte de La Gran Jugada · 114% meta</a:t>
            </a:r>
            <a:endParaRPr lang="en-US" sz="896" dirty="0"/>
          </a:p>
        </p:txBody>
      </p:sp>
      <p:sp>
        <p:nvSpPr>
          <p:cNvPr id="6" name="Text 3"/>
          <p:cNvSpPr/>
          <p:nvPr/>
        </p:nvSpPr>
        <p:spPr>
          <a:xfrm>
            <a:off x="981050" y="1086892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14937" y="4192042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143471" y="6886575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ventas en dos semanas</a:t>
            </a:r>
            <a:endParaRPr lang="en-US" sz="896" dirty="0"/>
          </a:p>
        </p:txBody>
      </p:sp>
      <p:sp>
        <p:nvSpPr>
          <p:cNvPr id="9" name="Text 6"/>
          <p:cNvSpPr/>
          <p:nvPr/>
        </p:nvSpPr>
        <p:spPr>
          <a:xfrm>
            <a:off x="981050" y="4192042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9585" y="3781425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ventas logradas</a:t>
            </a:r>
            <a:endParaRPr lang="en-US" sz="896" dirty="0"/>
          </a:p>
        </p:txBody>
      </p:sp>
      <p:sp>
        <p:nvSpPr>
          <p:cNvPr id="11" name="Text 8"/>
          <p:cNvSpPr/>
          <p:nvPr/>
        </p:nvSpPr>
        <p:spPr>
          <a:xfrm>
            <a:off x="6143471" y="3781425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1.266 ventas logradas</a:t>
            </a:r>
            <a:endParaRPr lang="en-US" sz="896" dirty="0"/>
          </a:p>
        </p:txBody>
      </p:sp>
      <p:sp>
        <p:nvSpPr>
          <p:cNvPr id="12" name="Text 9"/>
          <p:cNvSpPr/>
          <p:nvPr/>
        </p:nvSpPr>
        <p:spPr>
          <a:xfrm>
            <a:off x="10079579" y="209550"/>
            <a:ext cx="161766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Evidencias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981050" y="978247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992" dirty="0"/>
          </a:p>
        </p:txBody>
      </p:sp>
      <p:sp>
        <p:nvSpPr>
          <p:cNvPr id="14" name="Text 11"/>
          <p:cNvSpPr/>
          <p:nvPr/>
        </p:nvSpPr>
        <p:spPr>
          <a:xfrm>
            <a:off x="6514937" y="978247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992" dirty="0"/>
          </a:p>
        </p:txBody>
      </p:sp>
      <p:sp>
        <p:nvSpPr>
          <p:cNvPr id="15" name="Text 12"/>
          <p:cNvSpPr/>
          <p:nvPr/>
        </p:nvSpPr>
        <p:spPr>
          <a:xfrm>
            <a:off x="981050" y="4083397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992" dirty="0"/>
          </a:p>
        </p:txBody>
      </p:sp>
      <p:sp>
        <p:nvSpPr>
          <p:cNvPr id="16" name="Text 13"/>
          <p:cNvSpPr/>
          <p:nvPr/>
        </p:nvSpPr>
        <p:spPr>
          <a:xfrm>
            <a:off x="6514937" y="4083397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92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992" dirty="0"/>
          </a:p>
        </p:txBody>
      </p:sp>
      <p:sp>
        <p:nvSpPr>
          <p:cNvPr id="17" name="Text 14"/>
          <p:cNvSpPr/>
          <p:nvPr/>
        </p:nvSpPr>
        <p:spPr>
          <a:xfrm>
            <a:off x="609585" y="3600450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1088" dirty="0"/>
          </a:p>
        </p:txBody>
      </p:sp>
      <p:sp>
        <p:nvSpPr>
          <p:cNvPr id="18" name="Text 15"/>
          <p:cNvSpPr/>
          <p:nvPr/>
        </p:nvSpPr>
        <p:spPr>
          <a:xfrm>
            <a:off x="6143471" y="3600450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1088" dirty="0"/>
          </a:p>
        </p:txBody>
      </p:sp>
      <p:sp>
        <p:nvSpPr>
          <p:cNvPr id="19" name="Text 16"/>
          <p:cNvSpPr/>
          <p:nvPr/>
        </p:nvSpPr>
        <p:spPr>
          <a:xfrm>
            <a:off x="609585" y="6705600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1088" dirty="0"/>
          </a:p>
        </p:txBody>
      </p:sp>
      <p:sp>
        <p:nvSpPr>
          <p:cNvPr id="20" name="Text 17"/>
          <p:cNvSpPr/>
          <p:nvPr/>
        </p:nvSpPr>
        <p:spPr>
          <a:xfrm>
            <a:off x="6143471" y="6705600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1088" dirty="0"/>
          </a:p>
        </p:txBody>
      </p:sp>
      <p:sp>
        <p:nvSpPr>
          <p:cNvPr id="21" name="Text 18"/>
          <p:cNvSpPr/>
          <p:nvPr/>
        </p:nvSpPr>
        <p:spPr>
          <a:xfrm>
            <a:off x="5815165" y="1014413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1088" dirty="0"/>
          </a:p>
        </p:txBody>
      </p:sp>
      <p:sp>
        <p:nvSpPr>
          <p:cNvPr id="22" name="Text 19"/>
          <p:cNvSpPr/>
          <p:nvPr/>
        </p:nvSpPr>
        <p:spPr>
          <a:xfrm>
            <a:off x="11349051" y="1014413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1088" dirty="0"/>
          </a:p>
        </p:txBody>
      </p:sp>
      <p:sp>
        <p:nvSpPr>
          <p:cNvPr id="23" name="Text 20"/>
          <p:cNvSpPr/>
          <p:nvPr/>
        </p:nvSpPr>
        <p:spPr>
          <a:xfrm>
            <a:off x="5815165" y="4119562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1088" dirty="0"/>
          </a:p>
        </p:txBody>
      </p:sp>
      <p:sp>
        <p:nvSpPr>
          <p:cNvPr id="24" name="Text 21"/>
          <p:cNvSpPr/>
          <p:nvPr/>
        </p:nvSpPr>
        <p:spPr>
          <a:xfrm>
            <a:off x="11349051" y="4119562"/>
            <a:ext cx="2286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108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4880" y="1037779"/>
            <a:ext cx="4376063" cy="124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ejecutadas por Xuma — al menos una por mes, con análisis de impacto operativo por sesión.</a:t>
            </a:r>
            <a:endParaRPr lang="en-US" sz="832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1036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9743831" y="209550"/>
            <a:ext cx="1970197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Capacitaciones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6739067" y="1984921"/>
            <a:ext cx="30706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640" dirty="0"/>
          </a:p>
        </p:txBody>
      </p:sp>
      <p:sp>
        <p:nvSpPr>
          <p:cNvPr id="7" name="Text 4"/>
          <p:cNvSpPr/>
          <p:nvPr/>
        </p:nvSpPr>
        <p:spPr>
          <a:xfrm>
            <a:off x="6750675" y="3516362"/>
            <a:ext cx="30706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640" dirty="0"/>
          </a:p>
        </p:txBody>
      </p:sp>
      <p:sp>
        <p:nvSpPr>
          <p:cNvPr id="8" name="Text 5"/>
          <p:cNvSpPr/>
          <p:nvPr/>
        </p:nvSpPr>
        <p:spPr>
          <a:xfrm>
            <a:off x="1003969" y="4438204"/>
            <a:ext cx="3078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sesiónes</a:t>
            </a:r>
            <a:endParaRPr lang="en-US" sz="640" dirty="0"/>
          </a:p>
        </p:txBody>
      </p:sp>
      <p:sp>
        <p:nvSpPr>
          <p:cNvPr id="9" name="Text 6"/>
          <p:cNvSpPr/>
          <p:nvPr/>
        </p:nvSpPr>
        <p:spPr>
          <a:xfrm>
            <a:off x="993105" y="1375321"/>
            <a:ext cx="2325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640" dirty="0"/>
          </a:p>
        </p:txBody>
      </p:sp>
      <p:sp>
        <p:nvSpPr>
          <p:cNvPr id="10" name="Text 7"/>
          <p:cNvSpPr/>
          <p:nvPr/>
        </p:nvSpPr>
        <p:spPr>
          <a:xfrm>
            <a:off x="1009476" y="2906762"/>
            <a:ext cx="2325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640" dirty="0"/>
          </a:p>
        </p:txBody>
      </p:sp>
      <p:sp>
        <p:nvSpPr>
          <p:cNvPr id="11" name="Text 8"/>
          <p:cNvSpPr/>
          <p:nvPr/>
        </p:nvSpPr>
        <p:spPr>
          <a:xfrm>
            <a:off x="6749038" y="5725716"/>
            <a:ext cx="23252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640" dirty="0"/>
          </a:p>
        </p:txBody>
      </p:sp>
      <p:sp>
        <p:nvSpPr>
          <p:cNvPr id="12" name="Text 9"/>
          <p:cNvSpPr/>
          <p:nvPr/>
        </p:nvSpPr>
        <p:spPr>
          <a:xfrm>
            <a:off x="742931" y="13657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4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04" dirty="0"/>
          </a:p>
        </p:txBody>
      </p:sp>
      <p:sp>
        <p:nvSpPr>
          <p:cNvPr id="13" name="Text 10"/>
          <p:cNvSpPr/>
          <p:nvPr/>
        </p:nvSpPr>
        <p:spPr>
          <a:xfrm>
            <a:off x="6495888" y="19753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4" b="1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04" dirty="0"/>
          </a:p>
        </p:txBody>
      </p:sp>
      <p:sp>
        <p:nvSpPr>
          <p:cNvPr id="14" name="Text 11"/>
          <p:cNvSpPr/>
          <p:nvPr/>
        </p:nvSpPr>
        <p:spPr>
          <a:xfrm>
            <a:off x="742931" y="28972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4" b="1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04" dirty="0"/>
          </a:p>
        </p:txBody>
      </p:sp>
      <p:sp>
        <p:nvSpPr>
          <p:cNvPr id="15" name="Text 12"/>
          <p:cNvSpPr/>
          <p:nvPr/>
        </p:nvSpPr>
        <p:spPr>
          <a:xfrm>
            <a:off x="6495888" y="35068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04" dirty="0"/>
          </a:p>
        </p:txBody>
      </p:sp>
      <p:sp>
        <p:nvSpPr>
          <p:cNvPr id="16" name="Text 13"/>
          <p:cNvSpPr/>
          <p:nvPr/>
        </p:nvSpPr>
        <p:spPr>
          <a:xfrm>
            <a:off x="742931" y="442867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04" dirty="0"/>
          </a:p>
        </p:txBody>
      </p:sp>
      <p:sp>
        <p:nvSpPr>
          <p:cNvPr id="17" name="Text 14"/>
          <p:cNvSpPr/>
          <p:nvPr/>
        </p:nvSpPr>
        <p:spPr>
          <a:xfrm>
            <a:off x="6495888" y="5716191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4" b="1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0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3815060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896" dirty="0"/>
          </a:p>
        </p:txBody>
      </p:sp>
      <p:sp>
        <p:nvSpPr>
          <p:cNvPr id="4" name="Text 1"/>
          <p:cNvSpPr/>
          <p:nvPr/>
        </p:nvSpPr>
        <p:spPr>
          <a:xfrm>
            <a:off x="6743531" y="1619250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896" dirty="0"/>
          </a:p>
        </p:txBody>
      </p:sp>
      <p:sp>
        <p:nvSpPr>
          <p:cNvPr id="5" name="Text 2"/>
          <p:cNvSpPr/>
          <p:nvPr/>
        </p:nvSpPr>
        <p:spPr>
          <a:xfrm>
            <a:off x="6743531" y="3083123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896" dirty="0"/>
          </a:p>
        </p:txBody>
      </p:sp>
      <p:sp>
        <p:nvSpPr>
          <p:cNvPr id="6" name="Text 3"/>
          <p:cNvSpPr/>
          <p:nvPr/>
        </p:nvSpPr>
        <p:spPr>
          <a:xfrm>
            <a:off x="6743531" y="2351187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896" dirty="0"/>
          </a:p>
        </p:txBody>
      </p:sp>
      <p:sp>
        <p:nvSpPr>
          <p:cNvPr id="7" name="Text 4"/>
          <p:cNvSpPr/>
          <p:nvPr/>
        </p:nvSpPr>
        <p:spPr>
          <a:xfrm>
            <a:off x="1200120" y="2223343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896" dirty="0"/>
          </a:p>
        </p:txBody>
      </p:sp>
      <p:sp>
        <p:nvSpPr>
          <p:cNvPr id="8" name="Text 5"/>
          <p:cNvSpPr/>
          <p:nvPr/>
        </p:nvSpPr>
        <p:spPr>
          <a:xfrm>
            <a:off x="1200120" y="2955280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896" dirty="0"/>
          </a:p>
        </p:txBody>
      </p:sp>
      <p:sp>
        <p:nvSpPr>
          <p:cNvPr id="9" name="Text 6"/>
          <p:cNvSpPr/>
          <p:nvPr/>
        </p:nvSpPr>
        <p:spPr>
          <a:xfrm>
            <a:off x="1200120" y="1619250"/>
            <a:ext cx="4565144" cy="13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896" dirty="0"/>
          </a:p>
        </p:txBody>
      </p:sp>
      <p:sp>
        <p:nvSpPr>
          <p:cNvPr id="10" name="Text 7"/>
          <p:cNvSpPr/>
          <p:nvPr/>
        </p:nvSpPr>
        <p:spPr>
          <a:xfrm>
            <a:off x="1200120" y="3687217"/>
            <a:ext cx="3851948" cy="13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896" dirty="0"/>
          </a:p>
        </p:txBody>
      </p:sp>
      <p:sp>
        <p:nvSpPr>
          <p:cNvPr id="11" name="Text 8"/>
          <p:cNvSpPr/>
          <p:nvPr/>
        </p:nvSpPr>
        <p:spPr>
          <a:xfrm>
            <a:off x="1200120" y="1495425"/>
            <a:ext cx="4565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896" dirty="0"/>
          </a:p>
        </p:txBody>
      </p:sp>
      <p:sp>
        <p:nvSpPr>
          <p:cNvPr id="12" name="Text 9"/>
          <p:cNvSpPr/>
          <p:nvPr/>
        </p:nvSpPr>
        <p:spPr>
          <a:xfrm>
            <a:off x="6743531" y="2227362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896" dirty="0"/>
          </a:p>
        </p:txBody>
      </p:sp>
      <p:sp>
        <p:nvSpPr>
          <p:cNvPr id="13" name="Text 10"/>
          <p:cNvSpPr/>
          <p:nvPr/>
        </p:nvSpPr>
        <p:spPr>
          <a:xfrm>
            <a:off x="1200120" y="2099518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896" dirty="0"/>
          </a:p>
        </p:txBody>
      </p:sp>
      <p:sp>
        <p:nvSpPr>
          <p:cNvPr id="14" name="Text 11"/>
          <p:cNvSpPr/>
          <p:nvPr/>
        </p:nvSpPr>
        <p:spPr>
          <a:xfrm>
            <a:off x="1200120" y="2831455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896" dirty="0"/>
          </a:p>
        </p:txBody>
      </p:sp>
      <p:sp>
        <p:nvSpPr>
          <p:cNvPr id="15" name="Text 12"/>
          <p:cNvSpPr/>
          <p:nvPr/>
        </p:nvSpPr>
        <p:spPr>
          <a:xfrm>
            <a:off x="6743531" y="2959298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896" dirty="0"/>
          </a:p>
        </p:txBody>
      </p:sp>
      <p:sp>
        <p:nvSpPr>
          <p:cNvPr id="16" name="Text 13"/>
          <p:cNvSpPr/>
          <p:nvPr/>
        </p:nvSpPr>
        <p:spPr>
          <a:xfrm>
            <a:off x="1213514" y="219075"/>
            <a:ext cx="36339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680" dirty="0"/>
          </a:p>
        </p:txBody>
      </p:sp>
      <p:sp>
        <p:nvSpPr>
          <p:cNvPr id="17" name="Text 14"/>
          <p:cNvSpPr/>
          <p:nvPr/>
        </p:nvSpPr>
        <p:spPr>
          <a:xfrm>
            <a:off x="6743531" y="3691235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896" dirty="0"/>
          </a:p>
        </p:txBody>
      </p:sp>
      <p:sp>
        <p:nvSpPr>
          <p:cNvPr id="18" name="Text 15"/>
          <p:cNvSpPr/>
          <p:nvPr/>
        </p:nvSpPr>
        <p:spPr>
          <a:xfrm>
            <a:off x="6743531" y="1495425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896" dirty="0"/>
          </a:p>
        </p:txBody>
      </p:sp>
      <p:sp>
        <p:nvSpPr>
          <p:cNvPr id="19" name="Text 16"/>
          <p:cNvSpPr/>
          <p:nvPr/>
        </p:nvSpPr>
        <p:spPr>
          <a:xfrm>
            <a:off x="1200120" y="3563392"/>
            <a:ext cx="38519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896" dirty="0"/>
          </a:p>
        </p:txBody>
      </p:sp>
      <p:sp>
        <p:nvSpPr>
          <p:cNvPr id="20" name="Text 17"/>
          <p:cNvSpPr/>
          <p:nvPr/>
        </p:nvSpPr>
        <p:spPr>
          <a:xfrm>
            <a:off x="6743531" y="2816423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1152" dirty="0"/>
          </a:p>
        </p:txBody>
      </p:sp>
      <p:sp>
        <p:nvSpPr>
          <p:cNvPr id="21" name="Text 18"/>
          <p:cNvSpPr/>
          <p:nvPr/>
        </p:nvSpPr>
        <p:spPr>
          <a:xfrm>
            <a:off x="6743531" y="3548360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1152" dirty="0"/>
          </a:p>
        </p:txBody>
      </p:sp>
      <p:sp>
        <p:nvSpPr>
          <p:cNvPr id="22" name="Text 19"/>
          <p:cNvSpPr/>
          <p:nvPr/>
        </p:nvSpPr>
        <p:spPr>
          <a:xfrm>
            <a:off x="1200120" y="3420517"/>
            <a:ext cx="38519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1200120" y="1352550"/>
            <a:ext cx="456514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1152" dirty="0"/>
          </a:p>
        </p:txBody>
      </p:sp>
      <p:sp>
        <p:nvSpPr>
          <p:cNvPr id="24" name="Text 21"/>
          <p:cNvSpPr/>
          <p:nvPr/>
        </p:nvSpPr>
        <p:spPr>
          <a:xfrm>
            <a:off x="1200120" y="1956643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1152" dirty="0"/>
          </a:p>
        </p:txBody>
      </p:sp>
      <p:sp>
        <p:nvSpPr>
          <p:cNvPr id="25" name="Text 22"/>
          <p:cNvSpPr/>
          <p:nvPr/>
        </p:nvSpPr>
        <p:spPr>
          <a:xfrm>
            <a:off x="6743531" y="1352550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1152" dirty="0"/>
          </a:p>
        </p:txBody>
      </p:sp>
      <p:sp>
        <p:nvSpPr>
          <p:cNvPr id="26" name="Text 23"/>
          <p:cNvSpPr/>
          <p:nvPr/>
        </p:nvSpPr>
        <p:spPr>
          <a:xfrm>
            <a:off x="6743531" y="2084487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1152" dirty="0"/>
          </a:p>
        </p:txBody>
      </p:sp>
      <p:sp>
        <p:nvSpPr>
          <p:cNvPr id="27" name="Text 24"/>
          <p:cNvSpPr/>
          <p:nvPr/>
        </p:nvSpPr>
        <p:spPr>
          <a:xfrm>
            <a:off x="10079877" y="209550"/>
            <a:ext cx="1617349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Monitoreo</a:t>
            </a:r>
            <a:endParaRPr lang="en-US" sz="1120" dirty="0"/>
          </a:p>
        </p:txBody>
      </p:sp>
      <p:sp>
        <p:nvSpPr>
          <p:cNvPr id="28" name="Text 25"/>
          <p:cNvSpPr/>
          <p:nvPr/>
        </p:nvSpPr>
        <p:spPr>
          <a:xfrm>
            <a:off x="1200120" y="2688580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1152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800580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Contactabilidad, conversión, motivos de rechazo y proyección</a:t>
            </a:r>
            <a:endParaRPr lang="en-US" sz="1680" dirty="0"/>
          </a:p>
          <a:p>
            <a:pPr algn="l" indent="0" marL="0">
              <a:buNone/>
            </a:pPr>
            <a:r>
              <a:rPr lang="en-US" sz="168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del volumen necesario para lograr 3.000 ventas/mes en el segundo semestre.</a:t>
            </a:r>
            <a:endParaRPr lang="en-US" sz="168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816207" cy="110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6775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1248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35873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575" y="4461570"/>
            <a:ext cx="11021102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entre enero (20 %) y mayo (64 %) triplicamos la contactabilidad sin cambiar quién llamamos, solo . Eso nos trajo 21 % más ventas.  el calendario, horarios y estrategia de llamadas son tan poderosos como la base misma. Febrero y junio bajan porque cambia el mix de campañas (vimos esto arriba). En el 2S, Isaac propone seguir con análisis por franja horaria para identificar ventanas óptimas.</a:t>
            </a:r>
            <a:endParaRPr lang="en-US" sz="1280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3351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9134247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9637273" y="209550"/>
            <a:ext cx="2082083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7166193" y="2508945"/>
            <a:ext cx="192550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1184" dirty="0"/>
          </a:p>
        </p:txBody>
      </p:sp>
      <p:sp>
        <p:nvSpPr>
          <p:cNvPr id="14" name="Text 11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3040" dirty="0"/>
          </a:p>
        </p:txBody>
      </p:sp>
      <p:sp>
        <p:nvSpPr>
          <p:cNvPr id="16" name="Text 13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3040" dirty="0"/>
          </a:p>
        </p:txBody>
      </p:sp>
      <p:sp>
        <p:nvSpPr>
          <p:cNvPr id="17" name="Text 14"/>
          <p:cNvSpPr/>
          <p:nvPr/>
        </p:nvSpPr>
        <p:spPr>
          <a:xfrm>
            <a:off x="5438639" y="2527995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2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20,8 %</a:t>
            </a:r>
            <a:endParaRPr lang="en-US" sz="1024" dirty="0"/>
          </a:p>
        </p:txBody>
      </p:sp>
      <p:sp>
        <p:nvSpPr>
          <p:cNvPr id="18" name="Text 15"/>
          <p:cNvSpPr/>
          <p:nvPr/>
        </p:nvSpPr>
        <p:spPr>
          <a:xfrm>
            <a:off x="5438639" y="2708970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2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1024" dirty="0"/>
          </a:p>
        </p:txBody>
      </p:sp>
      <p:sp>
        <p:nvSpPr>
          <p:cNvPr id="19" name="Text 16"/>
          <p:cNvSpPr/>
          <p:nvPr/>
        </p:nvSpPr>
        <p:spPr>
          <a:xfrm>
            <a:off x="5438639" y="2889945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2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44,9 %</a:t>
            </a:r>
            <a:endParaRPr lang="en-US" sz="1024" dirty="0"/>
          </a:p>
        </p:txBody>
      </p:sp>
      <p:sp>
        <p:nvSpPr>
          <p:cNvPr id="20" name="Text 17"/>
          <p:cNvSpPr/>
          <p:nvPr/>
        </p:nvSpPr>
        <p:spPr>
          <a:xfrm>
            <a:off x="5438639" y="3070920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2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52,2 %</a:t>
            </a:r>
            <a:endParaRPr lang="en-US" sz="1024" dirty="0"/>
          </a:p>
        </p:txBody>
      </p:sp>
      <p:sp>
        <p:nvSpPr>
          <p:cNvPr id="21" name="Text 18"/>
          <p:cNvSpPr/>
          <p:nvPr/>
        </p:nvSpPr>
        <p:spPr>
          <a:xfrm>
            <a:off x="5438639" y="3251895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2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024" dirty="0"/>
          </a:p>
        </p:txBody>
      </p:sp>
      <p:sp>
        <p:nvSpPr>
          <p:cNvPr id="22" name="Text 19"/>
          <p:cNvSpPr/>
          <p:nvPr/>
        </p:nvSpPr>
        <p:spPr>
          <a:xfrm>
            <a:off x="5438639" y="3432870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2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49,0 %</a:t>
            </a:r>
            <a:endParaRPr lang="en-US" sz="1024" dirty="0"/>
          </a:p>
        </p:txBody>
      </p:sp>
      <p:sp>
        <p:nvSpPr>
          <p:cNvPr id="23" name="Text 20"/>
          <p:cNvSpPr/>
          <p:nvPr/>
        </p:nvSpPr>
        <p:spPr>
          <a:xfrm>
            <a:off x="9000007" y="2508945"/>
            <a:ext cx="123746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1184" dirty="0"/>
          </a:p>
        </p:txBody>
      </p:sp>
      <p:sp>
        <p:nvSpPr>
          <p:cNvPr id="24" name="Text 21"/>
          <p:cNvSpPr/>
          <p:nvPr/>
        </p:nvSpPr>
        <p:spPr>
          <a:xfrm>
            <a:off x="10178547" y="2508945"/>
            <a:ext cx="135372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Efect.</a:t>
            </a:r>
            <a:endParaRPr lang="en-US" sz="1184" dirty="0"/>
          </a:p>
        </p:txBody>
      </p:sp>
      <p:sp>
        <p:nvSpPr>
          <p:cNvPr id="25" name="Text 22"/>
          <p:cNvSpPr/>
          <p:nvPr/>
        </p:nvSpPr>
        <p:spPr>
          <a:xfrm>
            <a:off x="7166193" y="2737545"/>
            <a:ext cx="1925505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21.204</a:t>
            </a:r>
            <a:endParaRPr lang="en-US" sz="1184" dirty="0"/>
          </a:p>
        </p:txBody>
      </p:sp>
      <p:sp>
        <p:nvSpPr>
          <p:cNvPr id="26" name="Text 23"/>
          <p:cNvSpPr/>
          <p:nvPr/>
        </p:nvSpPr>
        <p:spPr>
          <a:xfrm>
            <a:off x="10892905" y="2775645"/>
            <a:ext cx="48364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10,6 %</a:t>
            </a:r>
            <a:endParaRPr lang="en-US" sz="1088" dirty="0"/>
          </a:p>
        </p:txBody>
      </p:sp>
      <p:sp>
        <p:nvSpPr>
          <p:cNvPr id="27" name="Text 24"/>
          <p:cNvSpPr/>
          <p:nvPr/>
        </p:nvSpPr>
        <p:spPr>
          <a:xfrm>
            <a:off x="7166193" y="2980432"/>
            <a:ext cx="192550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19.832</a:t>
            </a:r>
            <a:endParaRPr lang="en-US" sz="1184" dirty="0"/>
          </a:p>
        </p:txBody>
      </p:sp>
      <p:sp>
        <p:nvSpPr>
          <p:cNvPr id="28" name="Text 25"/>
          <p:cNvSpPr/>
          <p:nvPr/>
        </p:nvSpPr>
        <p:spPr>
          <a:xfrm>
            <a:off x="10897369" y="3023295"/>
            <a:ext cx="47895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12,0 %</a:t>
            </a:r>
            <a:endParaRPr lang="en-US" sz="1088" dirty="0"/>
          </a:p>
        </p:txBody>
      </p:sp>
      <p:sp>
        <p:nvSpPr>
          <p:cNvPr id="29" name="Text 26"/>
          <p:cNvSpPr/>
          <p:nvPr/>
        </p:nvSpPr>
        <p:spPr>
          <a:xfrm>
            <a:off x="7166193" y="3228082"/>
            <a:ext cx="192550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27.138</a:t>
            </a:r>
            <a:endParaRPr lang="en-US" sz="1184" dirty="0"/>
          </a:p>
        </p:txBody>
      </p:sp>
      <p:sp>
        <p:nvSpPr>
          <p:cNvPr id="30" name="Text 27"/>
          <p:cNvSpPr/>
          <p:nvPr/>
        </p:nvSpPr>
        <p:spPr>
          <a:xfrm>
            <a:off x="7166193" y="3475732"/>
            <a:ext cx="192550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16.200</a:t>
            </a:r>
            <a:endParaRPr lang="en-US" sz="1184" dirty="0"/>
          </a:p>
        </p:txBody>
      </p:sp>
      <p:sp>
        <p:nvSpPr>
          <p:cNvPr id="31" name="Text 28"/>
          <p:cNvSpPr/>
          <p:nvPr/>
        </p:nvSpPr>
        <p:spPr>
          <a:xfrm>
            <a:off x="10897369" y="3518595"/>
            <a:ext cx="47895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14,6 %</a:t>
            </a:r>
            <a:endParaRPr lang="en-US" sz="1088" dirty="0"/>
          </a:p>
        </p:txBody>
      </p:sp>
      <p:sp>
        <p:nvSpPr>
          <p:cNvPr id="32" name="Text 29"/>
          <p:cNvSpPr/>
          <p:nvPr/>
        </p:nvSpPr>
        <p:spPr>
          <a:xfrm>
            <a:off x="7166193" y="3723382"/>
            <a:ext cx="1925505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24.031</a:t>
            </a:r>
            <a:endParaRPr lang="en-US" sz="1184" dirty="0"/>
          </a:p>
        </p:txBody>
      </p:sp>
      <p:sp>
        <p:nvSpPr>
          <p:cNvPr id="33" name="Text 30"/>
          <p:cNvSpPr/>
          <p:nvPr/>
        </p:nvSpPr>
        <p:spPr>
          <a:xfrm>
            <a:off x="7166193" y="3971032"/>
            <a:ext cx="1925505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21.291</a:t>
            </a:r>
            <a:endParaRPr lang="en-US" sz="1184" dirty="0"/>
          </a:p>
        </p:txBody>
      </p:sp>
      <p:sp>
        <p:nvSpPr>
          <p:cNvPr id="34" name="Text 31"/>
          <p:cNvSpPr/>
          <p:nvPr/>
        </p:nvSpPr>
        <p:spPr>
          <a:xfrm>
            <a:off x="10894839" y="4013895"/>
            <a:ext cx="48161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10,9 %</a:t>
            </a:r>
            <a:endParaRPr lang="en-US" sz="1088" dirty="0"/>
          </a:p>
        </p:txBody>
      </p:sp>
      <p:sp>
        <p:nvSpPr>
          <p:cNvPr id="35" name="Text 32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3040" dirty="0"/>
          </a:p>
        </p:txBody>
      </p:sp>
      <p:sp>
        <p:nvSpPr>
          <p:cNvPr id="36" name="Text 33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3040" dirty="0"/>
          </a:p>
        </p:txBody>
      </p:sp>
      <p:sp>
        <p:nvSpPr>
          <p:cNvPr id="37" name="Text 34"/>
          <p:cNvSpPr/>
          <p:nvPr/>
        </p:nvSpPr>
        <p:spPr>
          <a:xfrm>
            <a:off x="9000007" y="2737545"/>
            <a:ext cx="1237467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1184" dirty="0"/>
          </a:p>
        </p:txBody>
      </p:sp>
      <p:sp>
        <p:nvSpPr>
          <p:cNvPr id="38" name="Text 35"/>
          <p:cNvSpPr/>
          <p:nvPr/>
        </p:nvSpPr>
        <p:spPr>
          <a:xfrm>
            <a:off x="9000007" y="2980432"/>
            <a:ext cx="1237467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1184" dirty="0"/>
          </a:p>
        </p:txBody>
      </p:sp>
      <p:sp>
        <p:nvSpPr>
          <p:cNvPr id="39" name="Text 36"/>
          <p:cNvSpPr/>
          <p:nvPr/>
        </p:nvSpPr>
        <p:spPr>
          <a:xfrm>
            <a:off x="9000007" y="3228082"/>
            <a:ext cx="1237467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1184" dirty="0"/>
          </a:p>
        </p:txBody>
      </p:sp>
      <p:sp>
        <p:nvSpPr>
          <p:cNvPr id="40" name="Text 37"/>
          <p:cNvSpPr/>
          <p:nvPr/>
        </p:nvSpPr>
        <p:spPr>
          <a:xfrm>
            <a:off x="10946035" y="3270945"/>
            <a:ext cx="42785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9,0 %</a:t>
            </a:r>
            <a:endParaRPr lang="en-US" sz="1088" dirty="0"/>
          </a:p>
        </p:txBody>
      </p:sp>
      <p:sp>
        <p:nvSpPr>
          <p:cNvPr id="41" name="Text 38"/>
          <p:cNvSpPr/>
          <p:nvPr/>
        </p:nvSpPr>
        <p:spPr>
          <a:xfrm>
            <a:off x="9000007" y="3475732"/>
            <a:ext cx="1237467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9000007" y="3723382"/>
            <a:ext cx="1237467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1184" dirty="0"/>
          </a:p>
        </p:txBody>
      </p:sp>
      <p:sp>
        <p:nvSpPr>
          <p:cNvPr id="43" name="Text 40"/>
          <p:cNvSpPr/>
          <p:nvPr/>
        </p:nvSpPr>
        <p:spPr>
          <a:xfrm>
            <a:off x="10958387" y="3766245"/>
            <a:ext cx="41488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1088" dirty="0"/>
          </a:p>
        </p:txBody>
      </p:sp>
      <p:sp>
        <p:nvSpPr>
          <p:cNvPr id="44" name="Text 41"/>
          <p:cNvSpPr/>
          <p:nvPr/>
        </p:nvSpPr>
        <p:spPr>
          <a:xfrm>
            <a:off x="9000007" y="3971032"/>
            <a:ext cx="1237467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1184" dirty="0"/>
          </a:p>
        </p:txBody>
      </p:sp>
      <p:sp>
        <p:nvSpPr>
          <p:cNvPr id="45" name="Text 42"/>
          <p:cNvSpPr/>
          <p:nvPr/>
        </p:nvSpPr>
        <p:spPr>
          <a:xfrm>
            <a:off x="723882" y="2523232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088" dirty="0"/>
          </a:p>
        </p:txBody>
      </p:sp>
      <p:sp>
        <p:nvSpPr>
          <p:cNvPr id="46" name="Text 43"/>
          <p:cNvSpPr/>
          <p:nvPr/>
        </p:nvSpPr>
        <p:spPr>
          <a:xfrm>
            <a:off x="723882" y="2704207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088" dirty="0"/>
          </a:p>
        </p:txBody>
      </p:sp>
      <p:sp>
        <p:nvSpPr>
          <p:cNvPr id="47" name="Text 44"/>
          <p:cNvSpPr/>
          <p:nvPr/>
        </p:nvSpPr>
        <p:spPr>
          <a:xfrm>
            <a:off x="723882" y="2885182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088" dirty="0"/>
          </a:p>
        </p:txBody>
      </p:sp>
      <p:sp>
        <p:nvSpPr>
          <p:cNvPr id="48" name="Text 45"/>
          <p:cNvSpPr/>
          <p:nvPr/>
        </p:nvSpPr>
        <p:spPr>
          <a:xfrm>
            <a:off x="723882" y="3066157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088" dirty="0"/>
          </a:p>
        </p:txBody>
      </p:sp>
      <p:sp>
        <p:nvSpPr>
          <p:cNvPr id="49" name="Text 46"/>
          <p:cNvSpPr/>
          <p:nvPr/>
        </p:nvSpPr>
        <p:spPr>
          <a:xfrm>
            <a:off x="723882" y="3247132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088" dirty="0"/>
          </a:p>
        </p:txBody>
      </p:sp>
      <p:sp>
        <p:nvSpPr>
          <p:cNvPr id="50" name="Text 47"/>
          <p:cNvSpPr/>
          <p:nvPr/>
        </p:nvSpPr>
        <p:spPr>
          <a:xfrm>
            <a:off x="723882" y="3428107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088" dirty="0"/>
          </a:p>
        </p:txBody>
      </p:sp>
      <p:sp>
        <p:nvSpPr>
          <p:cNvPr id="51" name="Text 48"/>
          <p:cNvSpPr/>
          <p:nvPr/>
        </p:nvSpPr>
        <p:spPr>
          <a:xfrm>
            <a:off x="6295868" y="2508945"/>
            <a:ext cx="91384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1184" dirty="0"/>
          </a:p>
        </p:txBody>
      </p:sp>
      <p:sp>
        <p:nvSpPr>
          <p:cNvPr id="52" name="Text 49"/>
          <p:cNvSpPr/>
          <p:nvPr/>
        </p:nvSpPr>
        <p:spPr>
          <a:xfrm>
            <a:off x="6410165" y="278993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184" dirty="0"/>
          </a:p>
        </p:txBody>
      </p:sp>
      <p:sp>
        <p:nvSpPr>
          <p:cNvPr id="53" name="Text 50"/>
          <p:cNvSpPr/>
          <p:nvPr/>
        </p:nvSpPr>
        <p:spPr>
          <a:xfrm>
            <a:off x="6410165" y="303758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184" dirty="0"/>
          </a:p>
        </p:txBody>
      </p:sp>
      <p:sp>
        <p:nvSpPr>
          <p:cNvPr id="54" name="Text 51"/>
          <p:cNvSpPr/>
          <p:nvPr/>
        </p:nvSpPr>
        <p:spPr>
          <a:xfrm>
            <a:off x="6410165" y="328523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184" dirty="0"/>
          </a:p>
        </p:txBody>
      </p:sp>
      <p:sp>
        <p:nvSpPr>
          <p:cNvPr id="55" name="Text 52"/>
          <p:cNvSpPr/>
          <p:nvPr/>
        </p:nvSpPr>
        <p:spPr>
          <a:xfrm>
            <a:off x="6410165" y="353288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184" dirty="0"/>
          </a:p>
        </p:txBody>
      </p:sp>
      <p:sp>
        <p:nvSpPr>
          <p:cNvPr id="56" name="Text 53"/>
          <p:cNvSpPr/>
          <p:nvPr/>
        </p:nvSpPr>
        <p:spPr>
          <a:xfrm>
            <a:off x="6410165" y="3780532"/>
            <a:ext cx="23252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184" dirty="0"/>
          </a:p>
        </p:txBody>
      </p:sp>
      <p:sp>
        <p:nvSpPr>
          <p:cNvPr id="57" name="Text 54"/>
          <p:cNvSpPr/>
          <p:nvPr/>
        </p:nvSpPr>
        <p:spPr>
          <a:xfrm>
            <a:off x="6410165" y="4028182"/>
            <a:ext cx="22860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18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Camp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1070" y="3998190"/>
            <a:ext cx="10621062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números en el calendario cambian según qué tipo de cliente estamos llamando. Cuando trabajamos con gente que ya nos conoce (CP y Autogestión) los contactamos 4-5 veces mejor (71-79 %) que números nuevos en Masiva Voluntarios (17 %).  mejorar contactabilidad no es solo cuestión de horarios — es el tipo de base. Mejor calidad de números = mejores resultados.</a:t>
            </a:r>
            <a:endParaRPr lang="en-US" sz="1280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3351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9134247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838179" y="2859953"/>
            <a:ext cx="16409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Cuota Protegida</a:t>
            </a:r>
            <a:endParaRPr lang="en-US" sz="1184" dirty="0"/>
          </a:p>
        </p:txBody>
      </p:sp>
      <p:sp>
        <p:nvSpPr>
          <p:cNvPr id="11" name="Text 8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9637273" y="209550"/>
            <a:ext cx="2082083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838179" y="3355253"/>
            <a:ext cx="127090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Stock</a:t>
            </a:r>
            <a:endParaRPr lang="en-US" sz="1184" dirty="0"/>
          </a:p>
        </p:txBody>
      </p:sp>
      <p:sp>
        <p:nvSpPr>
          <p:cNvPr id="15" name="Text 12"/>
          <p:cNvSpPr/>
          <p:nvPr/>
        </p:nvSpPr>
        <p:spPr>
          <a:xfrm>
            <a:off x="838179" y="3602903"/>
            <a:ext cx="105963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1184" dirty="0"/>
          </a:p>
        </p:txBody>
      </p:sp>
      <p:sp>
        <p:nvSpPr>
          <p:cNvPr id="16" name="Text 13"/>
          <p:cNvSpPr/>
          <p:nvPr/>
        </p:nvSpPr>
        <p:spPr>
          <a:xfrm>
            <a:off x="4559533" y="2578965"/>
            <a:ext cx="2655578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1184" dirty="0"/>
          </a:p>
        </p:txBody>
      </p:sp>
      <p:sp>
        <p:nvSpPr>
          <p:cNvPr id="17" name="Text 14"/>
          <p:cNvSpPr/>
          <p:nvPr/>
        </p:nvSpPr>
        <p:spPr>
          <a:xfrm>
            <a:off x="7088655" y="2578965"/>
            <a:ext cx="259604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1184" dirty="0"/>
          </a:p>
        </p:txBody>
      </p:sp>
      <p:sp>
        <p:nvSpPr>
          <p:cNvPr id="18" name="Text 15"/>
          <p:cNvSpPr/>
          <p:nvPr/>
        </p:nvSpPr>
        <p:spPr>
          <a:xfrm>
            <a:off x="838179" y="3107603"/>
            <a:ext cx="69100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1184" dirty="0"/>
          </a:p>
        </p:txBody>
      </p:sp>
      <p:sp>
        <p:nvSpPr>
          <p:cNvPr id="19" name="Text 16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1152" dirty="0"/>
          </a:p>
        </p:txBody>
      </p:sp>
      <p:sp>
        <p:nvSpPr>
          <p:cNvPr id="20" name="Text 17"/>
          <p:cNvSpPr/>
          <p:nvPr/>
        </p:nvSpPr>
        <p:spPr>
          <a:xfrm>
            <a:off x="10707767" y="2845665"/>
            <a:ext cx="67803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1088" dirty="0"/>
          </a:p>
        </p:txBody>
      </p:sp>
      <p:sp>
        <p:nvSpPr>
          <p:cNvPr id="21" name="Text 18"/>
          <p:cNvSpPr/>
          <p:nvPr/>
        </p:nvSpPr>
        <p:spPr>
          <a:xfrm>
            <a:off x="10707767" y="3093315"/>
            <a:ext cx="67803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1088" dirty="0"/>
          </a:p>
        </p:txBody>
      </p:sp>
      <p:sp>
        <p:nvSpPr>
          <p:cNvPr id="22" name="Text 19"/>
          <p:cNvSpPr/>
          <p:nvPr/>
        </p:nvSpPr>
        <p:spPr>
          <a:xfrm>
            <a:off x="10691694" y="3340965"/>
            <a:ext cx="69491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Moderado</a:t>
            </a:r>
            <a:endParaRPr lang="en-US" sz="1088" dirty="0"/>
          </a:p>
        </p:txBody>
      </p:sp>
      <p:sp>
        <p:nvSpPr>
          <p:cNvPr id="23" name="Text 20"/>
          <p:cNvSpPr/>
          <p:nvPr/>
        </p:nvSpPr>
        <p:spPr>
          <a:xfrm>
            <a:off x="723882" y="2578965"/>
            <a:ext cx="40274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1184" dirty="0"/>
          </a:p>
        </p:txBody>
      </p:sp>
      <p:sp>
        <p:nvSpPr>
          <p:cNvPr id="24" name="Text 21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3040" dirty="0"/>
          </a:p>
        </p:txBody>
      </p:sp>
      <p:sp>
        <p:nvSpPr>
          <p:cNvPr id="25" name="Text 22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3040" dirty="0"/>
          </a:p>
        </p:txBody>
      </p:sp>
      <p:sp>
        <p:nvSpPr>
          <p:cNvPr id="26" name="Text 23"/>
          <p:cNvSpPr/>
          <p:nvPr/>
        </p:nvSpPr>
        <p:spPr>
          <a:xfrm>
            <a:off x="9561075" y="2578965"/>
            <a:ext cx="2002075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Perfil</a:t>
            </a:r>
            <a:endParaRPr lang="en-US" sz="1184" dirty="0"/>
          </a:p>
        </p:txBody>
      </p:sp>
      <p:sp>
        <p:nvSpPr>
          <p:cNvPr id="27" name="Text 24"/>
          <p:cNvSpPr/>
          <p:nvPr/>
        </p:nvSpPr>
        <p:spPr>
          <a:xfrm>
            <a:off x="7088655" y="2807565"/>
            <a:ext cx="2596041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1184" dirty="0"/>
          </a:p>
        </p:txBody>
      </p:sp>
      <p:sp>
        <p:nvSpPr>
          <p:cNvPr id="28" name="Text 25"/>
          <p:cNvSpPr/>
          <p:nvPr/>
        </p:nvSpPr>
        <p:spPr>
          <a:xfrm>
            <a:off x="7088655" y="3050453"/>
            <a:ext cx="259604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1184" dirty="0"/>
          </a:p>
        </p:txBody>
      </p:sp>
      <p:sp>
        <p:nvSpPr>
          <p:cNvPr id="29" name="Text 26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3040" dirty="0"/>
          </a:p>
        </p:txBody>
      </p:sp>
      <p:sp>
        <p:nvSpPr>
          <p:cNvPr id="30" name="Text 27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3040" dirty="0"/>
          </a:p>
        </p:txBody>
      </p:sp>
      <p:sp>
        <p:nvSpPr>
          <p:cNvPr id="31" name="Text 28"/>
          <p:cNvSpPr/>
          <p:nvPr/>
        </p:nvSpPr>
        <p:spPr>
          <a:xfrm>
            <a:off x="7088655" y="3298103"/>
            <a:ext cx="2596041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1184" dirty="0"/>
          </a:p>
        </p:txBody>
      </p:sp>
      <p:sp>
        <p:nvSpPr>
          <p:cNvPr id="32" name="Text 29"/>
          <p:cNvSpPr/>
          <p:nvPr/>
        </p:nvSpPr>
        <p:spPr>
          <a:xfrm>
            <a:off x="7088655" y="3545753"/>
            <a:ext cx="2596041" cy="25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1184" dirty="0"/>
          </a:p>
        </p:txBody>
      </p:sp>
      <p:sp>
        <p:nvSpPr>
          <p:cNvPr id="33" name="Text 30"/>
          <p:cNvSpPr/>
          <p:nvPr/>
        </p:nvSpPr>
        <p:spPr>
          <a:xfrm>
            <a:off x="6596344" y="2845665"/>
            <a:ext cx="39691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088" dirty="0"/>
          </a:p>
        </p:txBody>
      </p:sp>
      <p:sp>
        <p:nvSpPr>
          <p:cNvPr id="34" name="Text 31"/>
          <p:cNvSpPr/>
          <p:nvPr/>
        </p:nvSpPr>
        <p:spPr>
          <a:xfrm>
            <a:off x="6606166" y="3093315"/>
            <a:ext cx="38660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71 %</a:t>
            </a:r>
            <a:endParaRPr lang="en-US" sz="1088" dirty="0"/>
          </a:p>
        </p:txBody>
      </p:sp>
      <p:sp>
        <p:nvSpPr>
          <p:cNvPr id="35" name="Text 32"/>
          <p:cNvSpPr/>
          <p:nvPr/>
        </p:nvSpPr>
        <p:spPr>
          <a:xfrm>
            <a:off x="6595302" y="3340965"/>
            <a:ext cx="39800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1088" dirty="0"/>
          </a:p>
        </p:txBody>
      </p:sp>
      <p:sp>
        <p:nvSpPr>
          <p:cNvPr id="36" name="Text 33"/>
          <p:cNvSpPr/>
          <p:nvPr/>
        </p:nvSpPr>
        <p:spPr>
          <a:xfrm>
            <a:off x="6606166" y="3588615"/>
            <a:ext cx="38660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17 %</a:t>
            </a:r>
            <a:endParaRPr lang="en-US" sz="1088" dirty="0"/>
          </a:p>
        </p:txBody>
      </p:sp>
      <p:sp>
        <p:nvSpPr>
          <p:cNvPr id="37" name="Text 34"/>
          <p:cNvSpPr/>
          <p:nvPr/>
        </p:nvSpPr>
        <p:spPr>
          <a:xfrm>
            <a:off x="10981306" y="3588615"/>
            <a:ext cx="39082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Bajo</a:t>
            </a:r>
            <a:endParaRPr lang="en-US" sz="1088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4007" y="4290120"/>
            <a:ext cx="4830483" cy="51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59,6 % de "no contacto", al menos  nunca se cursaron por fallas de red.  parte de ese insumo termina descartándose luego como "re-enviado" — cruce pendiente de confirmar registro por registro.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1142971" y="5061645"/>
            <a:ext cx="4830483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7A301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 con la red menos estable de las dos: pierde 17 de cada 100 llamadas por congestión o rechazo de troncal, frente a 0,86 % en Tigo.</a:t>
            </a:r>
            <a:endParaRPr lang="en-US" sz="1280" dirty="0"/>
          </a:p>
        </p:txBody>
      </p:sp>
      <p:sp>
        <p:nvSpPr>
          <p:cNvPr id="5" name="Text 2"/>
          <p:cNvSpPr/>
          <p:nvPr/>
        </p:nvSpPr>
        <p:spPr>
          <a:xfrm>
            <a:off x="6314917" y="4013895"/>
            <a:ext cx="5410541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Estimación con la efectividad del semestre; validar con Isaac el período de la muestra.</a:t>
            </a:r>
            <a:endParaRPr lang="en-US" sz="960" dirty="0"/>
          </a:p>
        </p:txBody>
      </p:sp>
      <p:sp>
        <p:nvSpPr>
          <p:cNvPr id="6" name="Text 3"/>
          <p:cNvSpPr/>
          <p:nvPr/>
        </p:nvSpPr>
        <p:spPr>
          <a:xfrm>
            <a:off x="6314917" y="5164485"/>
            <a:ext cx="5410541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Rebalancear troncales hacia Tigo en zonas periféricas (San Cristóbal, Ciudad Bolívar)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6314917" y="5577632"/>
            <a:ext cx="5410541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Enrutamiento dinámico: salida obligada por Tigo donde Movistar falla &gt;17 %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6314917" y="5371058"/>
            <a:ext cx="5410541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 formal a Movistar: códigos 34 (congestión) y 21 (rechazo)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6343491" y="152787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9134247" y="152787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1213514" y="219075"/>
            <a:ext cx="38375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680" dirty="0"/>
          </a:p>
        </p:txBody>
      </p:sp>
      <p:sp>
        <p:nvSpPr>
          <p:cNvPr id="12" name="Text 9"/>
          <p:cNvSpPr/>
          <p:nvPr/>
        </p:nvSpPr>
        <p:spPr>
          <a:xfrm>
            <a:off x="3552736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10059488" y="3593455"/>
            <a:ext cx="1388733" cy="2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ventas, a la efectividad histórica (8,6 %)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761981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6400640" y="3593455"/>
            <a:ext cx="1388733" cy="2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 (backup Movistar)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8229990" y="3593455"/>
            <a:ext cx="1388889" cy="2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contactos, a la tasa de Tigo (71 %)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9029177" y="209550"/>
            <a:ext cx="2720585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1120" dirty="0"/>
          </a:p>
        </p:txBody>
      </p:sp>
      <p:sp>
        <p:nvSpPr>
          <p:cNvPr id="18" name="Text 15"/>
          <p:cNvSpPr/>
          <p:nvPr/>
        </p:nvSpPr>
        <p:spPr>
          <a:xfrm>
            <a:off x="3552736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9134247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1152" dirty="0"/>
          </a:p>
        </p:txBody>
      </p:sp>
      <p:sp>
        <p:nvSpPr>
          <p:cNvPr id="20" name="Text 17"/>
          <p:cNvSpPr/>
          <p:nvPr/>
        </p:nvSpPr>
        <p:spPr>
          <a:xfrm>
            <a:off x="76198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1152" dirty="0"/>
          </a:p>
        </p:txBody>
      </p:sp>
      <p:sp>
        <p:nvSpPr>
          <p:cNvPr id="21" name="Text 18"/>
          <p:cNvSpPr/>
          <p:nvPr/>
        </p:nvSpPr>
        <p:spPr>
          <a:xfrm>
            <a:off x="634349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1152" dirty="0"/>
          </a:p>
        </p:txBody>
      </p:sp>
      <p:sp>
        <p:nvSpPr>
          <p:cNvPr id="22" name="Text 19"/>
          <p:cNvSpPr/>
          <p:nvPr/>
        </p:nvSpPr>
        <p:spPr>
          <a:xfrm>
            <a:off x="5065983" y="3128070"/>
            <a:ext cx="851335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173.548 llamadas</a:t>
            </a:r>
            <a:endParaRPr lang="en-US" sz="1088" dirty="0"/>
          </a:p>
        </p:txBody>
      </p:sp>
      <p:sp>
        <p:nvSpPr>
          <p:cNvPr id="23" name="Text 20"/>
          <p:cNvSpPr/>
          <p:nvPr/>
        </p:nvSpPr>
        <p:spPr>
          <a:xfrm>
            <a:off x="5045445" y="4080570"/>
            <a:ext cx="8729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448.057 llamadas</a:t>
            </a:r>
            <a:endParaRPr lang="en-US" sz="1088" dirty="0"/>
          </a:p>
        </p:txBody>
      </p:sp>
      <p:sp>
        <p:nvSpPr>
          <p:cNvPr id="24" name="Text 21"/>
          <p:cNvSpPr/>
          <p:nvPr/>
        </p:nvSpPr>
        <p:spPr>
          <a:xfrm>
            <a:off x="1035074" y="3128070"/>
            <a:ext cx="60240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(principal)</a:t>
            </a:r>
            <a:endParaRPr lang="en-US" sz="1056" dirty="0"/>
          </a:p>
        </p:txBody>
      </p:sp>
      <p:sp>
        <p:nvSpPr>
          <p:cNvPr id="25" name="Text 22"/>
          <p:cNvSpPr/>
          <p:nvPr/>
        </p:nvSpPr>
        <p:spPr>
          <a:xfrm>
            <a:off x="8229990" y="3254425"/>
            <a:ext cx="138888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Recuperable</a:t>
            </a:r>
            <a:endParaRPr lang="en-US" sz="960" dirty="0"/>
          </a:p>
        </p:txBody>
      </p:sp>
      <p:sp>
        <p:nvSpPr>
          <p:cNvPr id="26" name="Text 23"/>
          <p:cNvSpPr/>
          <p:nvPr/>
        </p:nvSpPr>
        <p:spPr>
          <a:xfrm>
            <a:off x="723882" y="3680520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23882" y="4633020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0059488" y="3254425"/>
            <a:ext cx="138873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723882" y="3366195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23882" y="4051995"/>
            <a:ext cx="108792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</a:t>
            </a:r>
            <a:endParaRPr lang="en-US" sz="1376" dirty="0"/>
          </a:p>
        </p:txBody>
      </p:sp>
      <p:sp>
        <p:nvSpPr>
          <p:cNvPr id="31" name="Text 28"/>
          <p:cNvSpPr/>
          <p:nvPr/>
        </p:nvSpPr>
        <p:spPr>
          <a:xfrm>
            <a:off x="723882" y="4318695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29990" y="3387775"/>
            <a:ext cx="1388889" cy="17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49.500</a:t>
            </a:r>
            <a:endParaRPr lang="en-US" sz="1760" dirty="0"/>
          </a:p>
        </p:txBody>
      </p:sp>
      <p:sp>
        <p:nvSpPr>
          <p:cNvPr id="33" name="Text 30"/>
          <p:cNvSpPr/>
          <p:nvPr/>
        </p:nvSpPr>
        <p:spPr>
          <a:xfrm>
            <a:off x="76198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3040" dirty="0"/>
          </a:p>
        </p:txBody>
      </p:sp>
      <p:sp>
        <p:nvSpPr>
          <p:cNvPr id="34" name="Text 31"/>
          <p:cNvSpPr/>
          <p:nvPr/>
        </p:nvSpPr>
        <p:spPr>
          <a:xfrm>
            <a:off x="10059488" y="3387775"/>
            <a:ext cx="1388733" cy="17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4.200</a:t>
            </a:r>
            <a:endParaRPr lang="en-US" sz="1760" dirty="0"/>
          </a:p>
        </p:txBody>
      </p:sp>
      <p:sp>
        <p:nvSpPr>
          <p:cNvPr id="35" name="Text 32"/>
          <p:cNvSpPr/>
          <p:nvPr/>
        </p:nvSpPr>
        <p:spPr>
          <a:xfrm>
            <a:off x="3552736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3040" dirty="0"/>
          </a:p>
        </p:txBody>
      </p:sp>
      <p:sp>
        <p:nvSpPr>
          <p:cNvPr id="36" name="Text 33"/>
          <p:cNvSpPr/>
          <p:nvPr/>
        </p:nvSpPr>
        <p:spPr>
          <a:xfrm>
            <a:off x="634349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3040" dirty="0"/>
          </a:p>
        </p:txBody>
      </p:sp>
      <p:sp>
        <p:nvSpPr>
          <p:cNvPr id="37" name="Text 34"/>
          <p:cNvSpPr/>
          <p:nvPr/>
        </p:nvSpPr>
        <p:spPr>
          <a:xfrm>
            <a:off x="9134247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3040" dirty="0"/>
          </a:p>
        </p:txBody>
      </p:sp>
      <p:sp>
        <p:nvSpPr>
          <p:cNvPr id="38" name="Text 35"/>
          <p:cNvSpPr/>
          <p:nvPr/>
        </p:nvSpPr>
        <p:spPr>
          <a:xfrm>
            <a:off x="5419590" y="3366195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1152" dirty="0"/>
          </a:p>
        </p:txBody>
      </p:sp>
      <p:sp>
        <p:nvSpPr>
          <p:cNvPr id="39" name="Text 36"/>
          <p:cNvSpPr/>
          <p:nvPr/>
        </p:nvSpPr>
        <p:spPr>
          <a:xfrm>
            <a:off x="5419590" y="4318695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25,6 %</a:t>
            </a:r>
            <a:endParaRPr lang="en-US" sz="1152" dirty="0"/>
          </a:p>
        </p:txBody>
      </p:sp>
      <p:sp>
        <p:nvSpPr>
          <p:cNvPr id="40" name="Text 37"/>
          <p:cNvSpPr/>
          <p:nvPr/>
        </p:nvSpPr>
        <p:spPr>
          <a:xfrm>
            <a:off x="5419590" y="4633020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1152" dirty="0"/>
          </a:p>
        </p:txBody>
      </p:sp>
      <p:sp>
        <p:nvSpPr>
          <p:cNvPr id="41" name="Text 38"/>
          <p:cNvSpPr/>
          <p:nvPr/>
        </p:nvSpPr>
        <p:spPr>
          <a:xfrm>
            <a:off x="6400640" y="3387775"/>
            <a:ext cx="1388733" cy="17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760" dirty="0"/>
          </a:p>
        </p:txBody>
      </p:sp>
      <p:sp>
        <p:nvSpPr>
          <p:cNvPr id="42" name="Text 39"/>
          <p:cNvSpPr/>
          <p:nvPr/>
        </p:nvSpPr>
        <p:spPr>
          <a:xfrm>
            <a:off x="5419590" y="3680520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1152" dirty="0"/>
          </a:p>
        </p:txBody>
      </p:sp>
      <p:sp>
        <p:nvSpPr>
          <p:cNvPr id="43" name="Text 40"/>
          <p:cNvSpPr/>
          <p:nvPr/>
        </p:nvSpPr>
        <p:spPr>
          <a:xfrm>
            <a:off x="723882" y="3099495"/>
            <a:ext cx="92915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</a:t>
            </a:r>
            <a:endParaRPr lang="en-US" sz="1376" dirty="0"/>
          </a:p>
        </p:txBody>
      </p:sp>
      <p:sp>
        <p:nvSpPr>
          <p:cNvPr id="44" name="Text 41"/>
          <p:cNvSpPr/>
          <p:nvPr/>
        </p:nvSpPr>
        <p:spPr>
          <a:xfrm>
            <a:off x="6400640" y="3254425"/>
            <a:ext cx="138873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96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Zo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3491" y="152787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9134247" y="152787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2528080" y="3283810"/>
            <a:ext cx="258166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71,9 % contacto · Movistar 24,1 % contacto)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7997972" y="3283810"/>
            <a:ext cx="259260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72,4 % contacto · Movistar 25,7 % contacto)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1213514" y="219075"/>
            <a:ext cx="38375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680" dirty="0"/>
          </a:p>
        </p:txBody>
      </p:sp>
      <p:sp>
        <p:nvSpPr>
          <p:cNvPr id="8" name="Text 5"/>
          <p:cNvSpPr/>
          <p:nvPr/>
        </p:nvSpPr>
        <p:spPr>
          <a:xfrm>
            <a:off x="3552736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761981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9029177" y="209550"/>
            <a:ext cx="2720585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6172046" y="3283810"/>
            <a:ext cx="55005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 Bolívar — 28.819 llamadas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781030" y="3283810"/>
            <a:ext cx="55005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 Cristóbal — 32.619 llamadas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3552736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9134247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781030" y="3798160"/>
            <a:ext cx="1811275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Gloria Occidental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76198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634349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6172046" y="3798160"/>
            <a:ext cx="1671261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Arborizadora Alta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781030" y="4136298"/>
            <a:ext cx="1811275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Bello Horizonte</a:t>
            </a:r>
            <a:endParaRPr lang="en-US" sz="1120" dirty="0"/>
          </a:p>
        </p:txBody>
      </p:sp>
      <p:sp>
        <p:nvSpPr>
          <p:cNvPr id="20" name="Text 17"/>
          <p:cNvSpPr/>
          <p:nvPr/>
        </p:nvSpPr>
        <p:spPr>
          <a:xfrm>
            <a:off x="4498664" y="3474310"/>
            <a:ext cx="1597035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1184" dirty="0"/>
          </a:p>
        </p:txBody>
      </p:sp>
      <p:sp>
        <p:nvSpPr>
          <p:cNvPr id="21" name="Text 18"/>
          <p:cNvSpPr/>
          <p:nvPr/>
        </p:nvSpPr>
        <p:spPr>
          <a:xfrm>
            <a:off x="9832084" y="3474310"/>
            <a:ext cx="1657509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1184" dirty="0"/>
          </a:p>
        </p:txBody>
      </p:sp>
      <p:sp>
        <p:nvSpPr>
          <p:cNvPr id="22" name="Text 19"/>
          <p:cNvSpPr/>
          <p:nvPr/>
        </p:nvSpPr>
        <p:spPr>
          <a:xfrm>
            <a:off x="6172046" y="4136298"/>
            <a:ext cx="1671261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Mochuelo</a:t>
            </a:r>
            <a:endParaRPr lang="en-US" sz="1120" dirty="0"/>
          </a:p>
        </p:txBody>
      </p:sp>
      <p:sp>
        <p:nvSpPr>
          <p:cNvPr id="23" name="Text 20"/>
          <p:cNvSpPr/>
          <p:nvPr/>
        </p:nvSpPr>
        <p:spPr>
          <a:xfrm>
            <a:off x="3305539" y="3474310"/>
            <a:ext cx="1252782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1184" dirty="0"/>
          </a:p>
        </p:txBody>
      </p:sp>
      <p:sp>
        <p:nvSpPr>
          <p:cNvPr id="24" name="Text 21"/>
          <p:cNvSpPr/>
          <p:nvPr/>
        </p:nvSpPr>
        <p:spPr>
          <a:xfrm>
            <a:off x="8593568" y="3474310"/>
            <a:ext cx="1300443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1184" dirty="0"/>
          </a:p>
        </p:txBody>
      </p:sp>
      <p:sp>
        <p:nvSpPr>
          <p:cNvPr id="25" name="Text 22"/>
          <p:cNvSpPr/>
          <p:nvPr/>
        </p:nvSpPr>
        <p:spPr>
          <a:xfrm>
            <a:off x="781030" y="4479198"/>
            <a:ext cx="1811275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Calvo Sur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6172046" y="4479198"/>
            <a:ext cx="1671261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Tesoro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76198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3040" dirty="0"/>
          </a:p>
        </p:txBody>
      </p:sp>
      <p:sp>
        <p:nvSpPr>
          <p:cNvPr id="28" name="Text 25"/>
          <p:cNvSpPr/>
          <p:nvPr/>
        </p:nvSpPr>
        <p:spPr>
          <a:xfrm>
            <a:off x="3552736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3040" dirty="0"/>
          </a:p>
        </p:txBody>
      </p:sp>
      <p:sp>
        <p:nvSpPr>
          <p:cNvPr id="29" name="Text 26"/>
          <p:cNvSpPr/>
          <p:nvPr/>
        </p:nvSpPr>
        <p:spPr>
          <a:xfrm>
            <a:off x="634349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3040" dirty="0"/>
          </a:p>
        </p:txBody>
      </p:sp>
      <p:sp>
        <p:nvSpPr>
          <p:cNvPr id="30" name="Text 27"/>
          <p:cNvSpPr/>
          <p:nvPr/>
        </p:nvSpPr>
        <p:spPr>
          <a:xfrm>
            <a:off x="9134247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3040" dirty="0"/>
          </a:p>
        </p:txBody>
      </p:sp>
      <p:sp>
        <p:nvSpPr>
          <p:cNvPr id="31" name="Text 28"/>
          <p:cNvSpPr/>
          <p:nvPr/>
        </p:nvSpPr>
        <p:spPr>
          <a:xfrm>
            <a:off x="781030" y="3474310"/>
            <a:ext cx="1811275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1184" dirty="0"/>
          </a:p>
        </p:txBody>
      </p:sp>
      <p:sp>
        <p:nvSpPr>
          <p:cNvPr id="32" name="Text 29"/>
          <p:cNvSpPr/>
          <p:nvPr/>
        </p:nvSpPr>
        <p:spPr>
          <a:xfrm>
            <a:off x="5431942" y="3883885"/>
            <a:ext cx="477079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1088" dirty="0"/>
          </a:p>
        </p:txBody>
      </p:sp>
      <p:sp>
        <p:nvSpPr>
          <p:cNvPr id="33" name="Text 30"/>
          <p:cNvSpPr/>
          <p:nvPr/>
        </p:nvSpPr>
        <p:spPr>
          <a:xfrm>
            <a:off x="5437002" y="4226785"/>
            <a:ext cx="47176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17,6 %</a:t>
            </a:r>
            <a:endParaRPr lang="en-US" sz="1088" dirty="0"/>
          </a:p>
        </p:txBody>
      </p:sp>
      <p:sp>
        <p:nvSpPr>
          <p:cNvPr id="34" name="Text 31"/>
          <p:cNvSpPr/>
          <p:nvPr/>
        </p:nvSpPr>
        <p:spPr>
          <a:xfrm>
            <a:off x="5427626" y="4569685"/>
            <a:ext cx="48161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1088" dirty="0"/>
          </a:p>
        </p:txBody>
      </p:sp>
      <p:sp>
        <p:nvSpPr>
          <p:cNvPr id="35" name="Text 32"/>
          <p:cNvSpPr/>
          <p:nvPr/>
        </p:nvSpPr>
        <p:spPr>
          <a:xfrm>
            <a:off x="6172046" y="3474310"/>
            <a:ext cx="1671261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1184" dirty="0"/>
          </a:p>
        </p:txBody>
      </p:sp>
      <p:sp>
        <p:nvSpPr>
          <p:cNvPr id="36" name="Text 33"/>
          <p:cNvSpPr/>
          <p:nvPr/>
        </p:nvSpPr>
        <p:spPr>
          <a:xfrm>
            <a:off x="10822213" y="3883885"/>
            <a:ext cx="47786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15,0 %</a:t>
            </a:r>
            <a:endParaRPr lang="en-US" sz="1088" dirty="0"/>
          </a:p>
        </p:txBody>
      </p:sp>
      <p:sp>
        <p:nvSpPr>
          <p:cNvPr id="37" name="Text 34"/>
          <p:cNvSpPr/>
          <p:nvPr/>
        </p:nvSpPr>
        <p:spPr>
          <a:xfrm>
            <a:off x="10811349" y="4226785"/>
            <a:ext cx="48926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1088" dirty="0"/>
          </a:p>
        </p:txBody>
      </p:sp>
      <p:sp>
        <p:nvSpPr>
          <p:cNvPr id="38" name="Text 35"/>
          <p:cNvSpPr/>
          <p:nvPr/>
        </p:nvSpPr>
        <p:spPr>
          <a:xfrm>
            <a:off x="10823106" y="4569685"/>
            <a:ext cx="47692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1088" dirty="0"/>
          </a:p>
        </p:txBody>
      </p:sp>
      <p:sp>
        <p:nvSpPr>
          <p:cNvPr id="39" name="Text 36"/>
          <p:cNvSpPr/>
          <p:nvPr/>
        </p:nvSpPr>
        <p:spPr>
          <a:xfrm>
            <a:off x="2506054" y="3474310"/>
            <a:ext cx="839459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1184" dirty="0"/>
          </a:p>
        </p:txBody>
      </p:sp>
      <p:sp>
        <p:nvSpPr>
          <p:cNvPr id="40" name="Text 37"/>
          <p:cNvSpPr/>
          <p:nvPr/>
        </p:nvSpPr>
        <p:spPr>
          <a:xfrm>
            <a:off x="2506054" y="3798160"/>
            <a:ext cx="839459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3.346</a:t>
            </a:r>
            <a:endParaRPr lang="en-US" sz="1120" dirty="0"/>
          </a:p>
        </p:txBody>
      </p:sp>
      <p:sp>
        <p:nvSpPr>
          <p:cNvPr id="41" name="Text 38"/>
          <p:cNvSpPr/>
          <p:nvPr/>
        </p:nvSpPr>
        <p:spPr>
          <a:xfrm>
            <a:off x="3305539" y="3798160"/>
            <a:ext cx="1252782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1120" dirty="0"/>
          </a:p>
        </p:txBody>
      </p:sp>
      <p:sp>
        <p:nvSpPr>
          <p:cNvPr id="42" name="Text 39"/>
          <p:cNvSpPr/>
          <p:nvPr/>
        </p:nvSpPr>
        <p:spPr>
          <a:xfrm>
            <a:off x="2506054" y="4136298"/>
            <a:ext cx="839459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2.384</a:t>
            </a:r>
            <a:endParaRPr lang="en-US" sz="1120" dirty="0"/>
          </a:p>
        </p:txBody>
      </p:sp>
      <p:sp>
        <p:nvSpPr>
          <p:cNvPr id="43" name="Text 40"/>
          <p:cNvSpPr/>
          <p:nvPr/>
        </p:nvSpPr>
        <p:spPr>
          <a:xfrm>
            <a:off x="3305539" y="4136298"/>
            <a:ext cx="125278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1120" dirty="0"/>
          </a:p>
        </p:txBody>
      </p:sp>
      <p:sp>
        <p:nvSpPr>
          <p:cNvPr id="44" name="Text 41"/>
          <p:cNvSpPr/>
          <p:nvPr/>
        </p:nvSpPr>
        <p:spPr>
          <a:xfrm>
            <a:off x="2506054" y="4479198"/>
            <a:ext cx="839459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1120" dirty="0"/>
          </a:p>
        </p:txBody>
      </p:sp>
      <p:sp>
        <p:nvSpPr>
          <p:cNvPr id="45" name="Text 42"/>
          <p:cNvSpPr/>
          <p:nvPr/>
        </p:nvSpPr>
        <p:spPr>
          <a:xfrm>
            <a:off x="3305539" y="4479198"/>
            <a:ext cx="1252782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1120" dirty="0"/>
          </a:p>
        </p:txBody>
      </p:sp>
      <p:sp>
        <p:nvSpPr>
          <p:cNvPr id="46" name="Text 43"/>
          <p:cNvSpPr/>
          <p:nvPr/>
        </p:nvSpPr>
        <p:spPr>
          <a:xfrm>
            <a:off x="7763723" y="3474310"/>
            <a:ext cx="871337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1184" dirty="0"/>
          </a:p>
        </p:txBody>
      </p:sp>
      <p:sp>
        <p:nvSpPr>
          <p:cNvPr id="47" name="Text 44"/>
          <p:cNvSpPr/>
          <p:nvPr/>
        </p:nvSpPr>
        <p:spPr>
          <a:xfrm>
            <a:off x="7763723" y="3798160"/>
            <a:ext cx="871337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4.546</a:t>
            </a:r>
            <a:endParaRPr lang="en-US" sz="1120" dirty="0"/>
          </a:p>
        </p:txBody>
      </p:sp>
      <p:sp>
        <p:nvSpPr>
          <p:cNvPr id="48" name="Text 45"/>
          <p:cNvSpPr/>
          <p:nvPr/>
        </p:nvSpPr>
        <p:spPr>
          <a:xfrm>
            <a:off x="8593568" y="3798160"/>
            <a:ext cx="1300443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1120" dirty="0"/>
          </a:p>
        </p:txBody>
      </p:sp>
      <p:sp>
        <p:nvSpPr>
          <p:cNvPr id="49" name="Text 46"/>
          <p:cNvSpPr/>
          <p:nvPr/>
        </p:nvSpPr>
        <p:spPr>
          <a:xfrm>
            <a:off x="8593568" y="4136298"/>
            <a:ext cx="1300443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1120" dirty="0"/>
          </a:p>
        </p:txBody>
      </p:sp>
      <p:sp>
        <p:nvSpPr>
          <p:cNvPr id="50" name="Text 47"/>
          <p:cNvSpPr/>
          <p:nvPr/>
        </p:nvSpPr>
        <p:spPr>
          <a:xfrm>
            <a:off x="8593568" y="4479198"/>
            <a:ext cx="1300443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1120" dirty="0"/>
          </a:p>
        </p:txBody>
      </p:sp>
      <p:sp>
        <p:nvSpPr>
          <p:cNvPr id="51" name="Text 48"/>
          <p:cNvSpPr/>
          <p:nvPr/>
        </p:nvSpPr>
        <p:spPr>
          <a:xfrm>
            <a:off x="7763723" y="4136298"/>
            <a:ext cx="871337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531</a:t>
            </a:r>
            <a:endParaRPr lang="en-US" sz="1120" dirty="0"/>
          </a:p>
        </p:txBody>
      </p:sp>
      <p:sp>
        <p:nvSpPr>
          <p:cNvPr id="52" name="Text 49"/>
          <p:cNvSpPr/>
          <p:nvPr/>
        </p:nvSpPr>
        <p:spPr>
          <a:xfrm>
            <a:off x="7763723" y="4479198"/>
            <a:ext cx="871337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566</a:t>
            </a:r>
            <a:endParaRPr lang="en-US" sz="11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Cal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4704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680" dirty="0"/>
          </a:p>
        </p:txBody>
      </p:sp>
      <p:sp>
        <p:nvSpPr>
          <p:cNvPr id="4" name="Text 1"/>
          <p:cNvSpPr/>
          <p:nvPr/>
        </p:nvSpPr>
        <p:spPr>
          <a:xfrm>
            <a:off x="2791946" y="5690295"/>
            <a:ext cx="246196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Metas diferenciadas: top performers a 150 pólizas</a:t>
            </a:r>
            <a:endParaRPr lang="en-US" sz="1024" dirty="0"/>
          </a:p>
        </p:txBody>
      </p:sp>
      <p:sp>
        <p:nvSpPr>
          <p:cNvPr id="5" name="Text 2"/>
          <p:cNvSpPr/>
          <p:nvPr/>
        </p:nvSpPr>
        <p:spPr>
          <a:xfrm>
            <a:off x="2791946" y="5328345"/>
            <a:ext cx="228835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sube 3,7 % — equipo llega a 20 asesores</a:t>
            </a:r>
            <a:endParaRPr lang="en-US" sz="1024" dirty="0"/>
          </a:p>
        </p:txBody>
      </p:sp>
      <p:sp>
        <p:nvSpPr>
          <p:cNvPr id="6" name="Text 3"/>
          <p:cNvSpPr/>
          <p:nvPr/>
        </p:nvSpPr>
        <p:spPr>
          <a:xfrm>
            <a:off x="3671200" y="5509320"/>
            <a:ext cx="207520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Volante: +Bono por 120 pólizas extra</a:t>
            </a:r>
            <a:endParaRPr lang="en-US" sz="1024" dirty="0"/>
          </a:p>
        </p:txBody>
      </p:sp>
      <p:sp>
        <p:nvSpPr>
          <p:cNvPr id="7" name="Text 4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9134247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742931" y="4585395"/>
            <a:ext cx="1124112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COMISIONES 1S — EVOLUCIÓN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1142971" y="4785420"/>
            <a:ext cx="1643446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1088" dirty="0"/>
          </a:p>
        </p:txBody>
      </p:sp>
      <p:sp>
        <p:nvSpPr>
          <p:cNvPr id="13" name="Text 10"/>
          <p:cNvSpPr/>
          <p:nvPr/>
        </p:nvSpPr>
        <p:spPr>
          <a:xfrm>
            <a:off x="1142971" y="4966395"/>
            <a:ext cx="1643446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1088" dirty="0"/>
          </a:p>
        </p:txBody>
      </p:sp>
      <p:sp>
        <p:nvSpPr>
          <p:cNvPr id="14" name="Text 11"/>
          <p:cNvSpPr/>
          <p:nvPr/>
        </p:nvSpPr>
        <p:spPr>
          <a:xfrm>
            <a:off x="1142971" y="5147370"/>
            <a:ext cx="1643446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1088" dirty="0"/>
          </a:p>
        </p:txBody>
      </p:sp>
      <p:sp>
        <p:nvSpPr>
          <p:cNvPr id="15" name="Text 12"/>
          <p:cNvSpPr/>
          <p:nvPr/>
        </p:nvSpPr>
        <p:spPr>
          <a:xfrm>
            <a:off x="1142971" y="5328345"/>
            <a:ext cx="1651415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1088" dirty="0"/>
          </a:p>
        </p:txBody>
      </p:sp>
      <p:sp>
        <p:nvSpPr>
          <p:cNvPr id="16" name="Text 13"/>
          <p:cNvSpPr/>
          <p:nvPr/>
        </p:nvSpPr>
        <p:spPr>
          <a:xfrm>
            <a:off x="1142971" y="5509320"/>
            <a:ext cx="2574632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1088" dirty="0"/>
          </a:p>
        </p:txBody>
      </p:sp>
      <p:sp>
        <p:nvSpPr>
          <p:cNvPr id="17" name="Text 14"/>
          <p:cNvSpPr/>
          <p:nvPr/>
        </p:nvSpPr>
        <p:spPr>
          <a:xfrm>
            <a:off x="1142971" y="5690295"/>
            <a:ext cx="1651415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1088" dirty="0"/>
          </a:p>
        </p:txBody>
      </p:sp>
      <p:sp>
        <p:nvSpPr>
          <p:cNvPr id="18" name="Text 15"/>
          <p:cNvSpPr/>
          <p:nvPr/>
        </p:nvSpPr>
        <p:spPr>
          <a:xfrm>
            <a:off x="742931" y="3380482"/>
            <a:ext cx="4028372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/ contactados</a:t>
            </a:r>
            <a:endParaRPr lang="en-US" sz="1184" dirty="0"/>
          </a:p>
        </p:txBody>
      </p:sp>
      <p:sp>
        <p:nvSpPr>
          <p:cNvPr id="19" name="Text 16"/>
          <p:cNvSpPr/>
          <p:nvPr/>
        </p:nvSpPr>
        <p:spPr>
          <a:xfrm>
            <a:off x="2784356" y="4785420"/>
            <a:ext cx="118824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inicial del equipo</a:t>
            </a:r>
            <a:endParaRPr lang="en-US" sz="1024" dirty="0"/>
          </a:p>
        </p:txBody>
      </p:sp>
      <p:sp>
        <p:nvSpPr>
          <p:cNvPr id="20" name="Text 17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1152" dirty="0"/>
          </a:p>
        </p:txBody>
      </p:sp>
      <p:sp>
        <p:nvSpPr>
          <p:cNvPr id="21" name="Text 18"/>
          <p:cNvSpPr/>
          <p:nvPr/>
        </p:nvSpPr>
        <p:spPr>
          <a:xfrm>
            <a:off x="7180778" y="3599557"/>
            <a:ext cx="4481386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40,4 % =  gestionados</a:t>
            </a:r>
            <a:endParaRPr lang="en-US" sz="1184" dirty="0"/>
          </a:p>
        </p:txBody>
      </p:sp>
      <p:sp>
        <p:nvSpPr>
          <p:cNvPr id="22" name="Text 19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7180778" y="3380482"/>
            <a:ext cx="4481386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8,59 % =  contactos</a:t>
            </a:r>
            <a:endParaRPr lang="en-US" sz="1184" dirty="0"/>
          </a:p>
        </p:txBody>
      </p:sp>
      <p:sp>
        <p:nvSpPr>
          <p:cNvPr id="24" name="Text 21"/>
          <p:cNvSpPr/>
          <p:nvPr/>
        </p:nvSpPr>
        <p:spPr>
          <a:xfrm>
            <a:off x="742931" y="3818632"/>
            <a:ext cx="4028372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Gestión sobre aptos</a:t>
            </a:r>
            <a:endParaRPr lang="en-US" sz="1184" dirty="0"/>
          </a:p>
        </p:txBody>
      </p:sp>
      <p:sp>
        <p:nvSpPr>
          <p:cNvPr id="25" name="Text 22"/>
          <p:cNvSpPr/>
          <p:nvPr/>
        </p:nvSpPr>
        <p:spPr>
          <a:xfrm>
            <a:off x="7180778" y="4037707"/>
            <a:ext cx="4481386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39,9 % =  recibidos</a:t>
            </a:r>
            <a:endParaRPr lang="en-US" sz="1184" dirty="0"/>
          </a:p>
        </p:txBody>
      </p:sp>
      <p:sp>
        <p:nvSpPr>
          <p:cNvPr id="26" name="Text 23"/>
          <p:cNvSpPr/>
          <p:nvPr/>
        </p:nvSpPr>
        <p:spPr>
          <a:xfrm>
            <a:off x="10016775" y="209550"/>
            <a:ext cx="168360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1120" dirty="0"/>
          </a:p>
        </p:txBody>
      </p:sp>
      <p:sp>
        <p:nvSpPr>
          <p:cNvPr id="27" name="Text 24"/>
          <p:cNvSpPr/>
          <p:nvPr/>
        </p:nvSpPr>
        <p:spPr>
          <a:xfrm>
            <a:off x="742931" y="4037707"/>
            <a:ext cx="4028372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Aptos (1–rechazo)</a:t>
            </a:r>
            <a:endParaRPr lang="en-US" sz="1184" dirty="0"/>
          </a:p>
        </p:txBody>
      </p:sp>
      <p:sp>
        <p:nvSpPr>
          <p:cNvPr id="28" name="Text 25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1152" dirty="0"/>
          </a:p>
        </p:txBody>
      </p:sp>
      <p:sp>
        <p:nvSpPr>
          <p:cNvPr id="29" name="Text 26"/>
          <p:cNvSpPr/>
          <p:nvPr/>
        </p:nvSpPr>
        <p:spPr>
          <a:xfrm>
            <a:off x="7180778" y="2937570"/>
            <a:ext cx="448138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para 3.000</a:t>
            </a:r>
            <a:endParaRPr lang="en-US" sz="1184" dirty="0"/>
          </a:p>
        </p:txBody>
      </p:sp>
      <p:sp>
        <p:nvSpPr>
          <p:cNvPr id="30" name="Text 27"/>
          <p:cNvSpPr/>
          <p:nvPr/>
        </p:nvSpPr>
        <p:spPr>
          <a:xfrm>
            <a:off x="7180778" y="3818632"/>
            <a:ext cx="4481386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88,3 % =  aptos</a:t>
            </a:r>
            <a:endParaRPr lang="en-US" sz="1184" dirty="0"/>
          </a:p>
        </p:txBody>
      </p:sp>
      <p:sp>
        <p:nvSpPr>
          <p:cNvPr id="31" name="Text 28"/>
          <p:cNvSpPr/>
          <p:nvPr/>
        </p:nvSpPr>
        <p:spPr>
          <a:xfrm>
            <a:off x="4579476" y="2937570"/>
            <a:ext cx="273136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 histórico</a:t>
            </a:r>
            <a:endParaRPr lang="en-US" sz="1184" dirty="0"/>
          </a:p>
        </p:txBody>
      </p:sp>
      <p:sp>
        <p:nvSpPr>
          <p:cNvPr id="32" name="Text 29"/>
          <p:cNvSpPr/>
          <p:nvPr/>
        </p:nvSpPr>
        <p:spPr>
          <a:xfrm>
            <a:off x="742931" y="3166170"/>
            <a:ext cx="4028372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ventas/mes</a:t>
            </a:r>
            <a:endParaRPr lang="en-US" sz="1184" dirty="0"/>
          </a:p>
        </p:txBody>
      </p:sp>
      <p:sp>
        <p:nvSpPr>
          <p:cNvPr id="33" name="Text 30"/>
          <p:cNvSpPr/>
          <p:nvPr/>
        </p:nvSpPr>
        <p:spPr>
          <a:xfrm>
            <a:off x="742931" y="3599557"/>
            <a:ext cx="4028372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1184" dirty="0"/>
          </a:p>
        </p:txBody>
      </p:sp>
      <p:sp>
        <p:nvSpPr>
          <p:cNvPr id="34" name="Text 31"/>
          <p:cNvSpPr/>
          <p:nvPr/>
        </p:nvSpPr>
        <p:spPr>
          <a:xfrm>
            <a:off x="7180778" y="4256782"/>
            <a:ext cx="4481386" cy="245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235.000–260.000</a:t>
            </a:r>
            <a:endParaRPr lang="en-US" sz="1184" dirty="0"/>
          </a:p>
        </p:txBody>
      </p:sp>
      <p:sp>
        <p:nvSpPr>
          <p:cNvPr id="35" name="Text 32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1152" dirty="0"/>
          </a:p>
        </p:txBody>
      </p:sp>
      <p:sp>
        <p:nvSpPr>
          <p:cNvPr id="36" name="Text 33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3040" dirty="0"/>
          </a:p>
        </p:txBody>
      </p:sp>
      <p:sp>
        <p:nvSpPr>
          <p:cNvPr id="37" name="Text 34"/>
          <p:cNvSpPr/>
          <p:nvPr/>
        </p:nvSpPr>
        <p:spPr>
          <a:xfrm>
            <a:off x="742931" y="2937570"/>
            <a:ext cx="4028372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Parámetro</a:t>
            </a:r>
            <a:endParaRPr lang="en-US" sz="1184" dirty="0"/>
          </a:p>
        </p:txBody>
      </p:sp>
      <p:sp>
        <p:nvSpPr>
          <p:cNvPr id="38" name="Text 35"/>
          <p:cNvSpPr/>
          <p:nvPr/>
        </p:nvSpPr>
        <p:spPr>
          <a:xfrm>
            <a:off x="4579476" y="3380482"/>
            <a:ext cx="2731367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8,59 %</a:t>
            </a:r>
            <a:endParaRPr lang="en-US" sz="1184" dirty="0"/>
          </a:p>
        </p:txBody>
      </p:sp>
      <p:sp>
        <p:nvSpPr>
          <p:cNvPr id="39" name="Text 36"/>
          <p:cNvSpPr/>
          <p:nvPr/>
        </p:nvSpPr>
        <p:spPr>
          <a:xfrm>
            <a:off x="4579476" y="3599557"/>
            <a:ext cx="2731367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184" dirty="0"/>
          </a:p>
        </p:txBody>
      </p:sp>
      <p:sp>
        <p:nvSpPr>
          <p:cNvPr id="40" name="Text 37"/>
          <p:cNvSpPr/>
          <p:nvPr/>
        </p:nvSpPr>
        <p:spPr>
          <a:xfrm>
            <a:off x="4579476" y="3818632"/>
            <a:ext cx="2731367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88,3 %</a:t>
            </a:r>
            <a:endParaRPr lang="en-US" sz="1184" dirty="0"/>
          </a:p>
        </p:txBody>
      </p:sp>
      <p:sp>
        <p:nvSpPr>
          <p:cNvPr id="41" name="Text 38"/>
          <p:cNvSpPr/>
          <p:nvPr/>
        </p:nvSpPr>
        <p:spPr>
          <a:xfrm>
            <a:off x="4579476" y="4037707"/>
            <a:ext cx="2731367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39,9 %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3040" dirty="0"/>
          </a:p>
        </p:txBody>
      </p:sp>
      <p:sp>
        <p:nvSpPr>
          <p:cNvPr id="43" name="Text 40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3040" dirty="0"/>
          </a:p>
        </p:txBody>
      </p:sp>
      <p:sp>
        <p:nvSpPr>
          <p:cNvPr id="44" name="Text 41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3040" dirty="0"/>
          </a:p>
        </p:txBody>
      </p:sp>
      <p:sp>
        <p:nvSpPr>
          <p:cNvPr id="45" name="Text 42"/>
          <p:cNvSpPr/>
          <p:nvPr/>
        </p:nvSpPr>
        <p:spPr>
          <a:xfrm>
            <a:off x="11038306" y="3204270"/>
            <a:ext cx="310969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184" dirty="0"/>
          </a:p>
        </p:txBody>
      </p:sp>
      <p:sp>
        <p:nvSpPr>
          <p:cNvPr id="46" name="Text 43"/>
          <p:cNvSpPr/>
          <p:nvPr/>
        </p:nvSpPr>
        <p:spPr>
          <a:xfrm>
            <a:off x="800080" y="4785420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1088" dirty="0"/>
          </a:p>
        </p:txBody>
      </p:sp>
      <p:sp>
        <p:nvSpPr>
          <p:cNvPr id="47" name="Text 44"/>
          <p:cNvSpPr/>
          <p:nvPr/>
        </p:nvSpPr>
        <p:spPr>
          <a:xfrm>
            <a:off x="800080" y="4966395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1088" dirty="0"/>
          </a:p>
        </p:txBody>
      </p:sp>
      <p:sp>
        <p:nvSpPr>
          <p:cNvPr id="48" name="Text 45"/>
          <p:cNvSpPr/>
          <p:nvPr/>
        </p:nvSpPr>
        <p:spPr>
          <a:xfrm>
            <a:off x="800080" y="5147370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1088" dirty="0"/>
          </a:p>
        </p:txBody>
      </p:sp>
      <p:sp>
        <p:nvSpPr>
          <p:cNvPr id="49" name="Text 46"/>
          <p:cNvSpPr/>
          <p:nvPr/>
        </p:nvSpPr>
        <p:spPr>
          <a:xfrm>
            <a:off x="800080" y="5328345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1088" dirty="0"/>
          </a:p>
        </p:txBody>
      </p:sp>
      <p:sp>
        <p:nvSpPr>
          <p:cNvPr id="50" name="Text 47"/>
          <p:cNvSpPr/>
          <p:nvPr/>
        </p:nvSpPr>
        <p:spPr>
          <a:xfrm>
            <a:off x="800080" y="5509320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1088" dirty="0"/>
          </a:p>
        </p:txBody>
      </p:sp>
      <p:sp>
        <p:nvSpPr>
          <p:cNvPr id="51" name="Text 48"/>
          <p:cNvSpPr/>
          <p:nvPr/>
        </p:nvSpPr>
        <p:spPr>
          <a:xfrm>
            <a:off x="800080" y="5690295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1088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E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3882" y="3526698"/>
            <a:ext cx="11281128" cy="1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deduplicación en origen es viable (registro del distribuidor + validación de fuentes). Su meta de corto plazo: rechazo  como escalón intermedio hacia el 35 %.</a:t>
            </a:r>
            <a:endParaRPr lang="en-US" sz="1088" dirty="0"/>
          </a:p>
        </p:txBody>
      </p:sp>
      <p:sp>
        <p:nvSpPr>
          <p:cNvPr id="4" name="Text 1"/>
          <p:cNvSpPr/>
          <p:nvPr/>
        </p:nvSpPr>
        <p:spPr>
          <a:xfrm>
            <a:off x="1142971" y="5558351"/>
            <a:ext cx="9969122" cy="16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camino a 3.000 pasa más por  que por aumentar el volumen bruto de registros. Cálculo con el semestre completo (ene–jun), liquidación de junio ya incluida.</a:t>
            </a:r>
            <a:endParaRPr lang="en-US" sz="1120" dirty="0"/>
          </a:p>
        </p:txBody>
      </p:sp>
      <p:sp>
        <p:nvSpPr>
          <p:cNvPr id="5" name="Text 2"/>
          <p:cNvSpPr/>
          <p:nvPr/>
        </p:nvSpPr>
        <p:spPr>
          <a:xfrm>
            <a:off x="723882" y="3402873"/>
            <a:ext cx="112811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Premisas del cálculo: 88 % gestión · 45 % contactabilidad · 8,6 % conversión (históricos 1S)</a:t>
            </a:r>
            <a:endParaRPr lang="en-US" sz="960" dirty="0"/>
          </a:p>
        </p:txBody>
      </p:sp>
      <p:sp>
        <p:nvSpPr>
          <p:cNvPr id="6" name="Text 3"/>
          <p:cNvSpPr/>
          <p:nvPr/>
        </p:nvSpPr>
        <p:spPr>
          <a:xfrm>
            <a:off x="723882" y="3686391"/>
            <a:ext cx="11281128" cy="1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 y  (conversión 17–33 % sobre contacto) reduce el volumen necesario a la mitad.</a:t>
            </a:r>
            <a:endParaRPr lang="en-US" sz="1088" dirty="0"/>
          </a:p>
        </p:txBody>
      </p:sp>
      <p:sp>
        <p:nvSpPr>
          <p:cNvPr id="7" name="Text 4"/>
          <p:cNvSpPr/>
          <p:nvPr/>
        </p:nvSpPr>
        <p:spPr>
          <a:xfrm>
            <a:off x="723882" y="3846083"/>
            <a:ext cx="11281128" cy="1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Capacidad del equipo: meta agregada jun =  (18 asesores, 134 pol/asesor). Para 3.000 → .</a:t>
            </a:r>
            <a:endParaRPr lang="en-US" sz="1088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4704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680" dirty="0"/>
          </a:p>
        </p:txBody>
      </p:sp>
      <p:sp>
        <p:nvSpPr>
          <p:cNvPr id="9" name="Text 6"/>
          <p:cNvSpPr/>
          <p:nvPr/>
        </p:nvSpPr>
        <p:spPr>
          <a:xfrm>
            <a:off x="828654" y="3169957"/>
            <a:ext cx="3316269" cy="1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rechazo, excluyendo re-envíos y producto activo</a:t>
            </a:r>
            <a:endParaRPr lang="en-US" sz="928" dirty="0"/>
          </a:p>
        </p:txBody>
      </p:sp>
      <p:sp>
        <p:nvSpPr>
          <p:cNvPr id="10" name="Text 7"/>
          <p:cNvSpPr/>
          <p:nvPr/>
        </p:nvSpPr>
        <p:spPr>
          <a:xfrm>
            <a:off x="4516672" y="3169957"/>
            <a:ext cx="3316269" cy="1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aptos/mes con los mismos ~170K recibidos</a:t>
            </a:r>
            <a:endParaRPr lang="en-US" sz="928" dirty="0"/>
          </a:p>
        </p:txBody>
      </p:sp>
      <p:sp>
        <p:nvSpPr>
          <p:cNvPr id="11" name="Text 8"/>
          <p:cNvSpPr/>
          <p:nvPr/>
        </p:nvSpPr>
        <p:spPr>
          <a:xfrm>
            <a:off x="8204689" y="3169957"/>
            <a:ext cx="3316269" cy="1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ventas/mes potenciales — supera la meta de 3.000</a:t>
            </a:r>
            <a:endParaRPr lang="en-US" sz="928" dirty="0"/>
          </a:p>
        </p:txBody>
      </p:sp>
      <p:sp>
        <p:nvSpPr>
          <p:cNvPr id="12" name="Text 9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9134247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4377968" y="4415351"/>
            <a:ext cx="489392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ventas (liquidación)</a:t>
            </a:r>
            <a:endParaRPr lang="en-US" sz="1184" dirty="0"/>
          </a:p>
        </p:txBody>
      </p:sp>
      <p:sp>
        <p:nvSpPr>
          <p:cNvPr id="17" name="Text 14"/>
          <p:cNvSpPr/>
          <p:nvPr/>
        </p:nvSpPr>
        <p:spPr>
          <a:xfrm>
            <a:off x="4377968" y="5286888"/>
            <a:ext cx="4893927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 / gestionados</a:t>
            </a:r>
            <a:endParaRPr lang="en-US" sz="1184" dirty="0"/>
          </a:p>
        </p:txBody>
      </p:sp>
      <p:sp>
        <p:nvSpPr>
          <p:cNvPr id="18" name="Text 15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4377968" y="4629663"/>
            <a:ext cx="4893927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≥ meta / total</a:t>
            </a:r>
            <a:endParaRPr lang="en-US" sz="1184" dirty="0"/>
          </a:p>
        </p:txBody>
      </p:sp>
      <p:sp>
        <p:nvSpPr>
          <p:cNvPr id="20" name="Text 17"/>
          <p:cNvSpPr/>
          <p:nvPr/>
        </p:nvSpPr>
        <p:spPr>
          <a:xfrm>
            <a:off x="4377968" y="4848738"/>
            <a:ext cx="4893927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asesor activo</a:t>
            </a:r>
            <a:endParaRPr lang="en-US" sz="1184" dirty="0"/>
          </a:p>
        </p:txBody>
      </p:sp>
      <p:sp>
        <p:nvSpPr>
          <p:cNvPr id="21" name="Text 18"/>
          <p:cNvSpPr/>
          <p:nvPr/>
        </p:nvSpPr>
        <p:spPr>
          <a:xfrm>
            <a:off x="4377968" y="5067813"/>
            <a:ext cx="4893927" cy="230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 / recibidos</a:t>
            </a:r>
            <a:endParaRPr lang="en-US" sz="1184" dirty="0"/>
          </a:p>
        </p:txBody>
      </p:sp>
      <p:sp>
        <p:nvSpPr>
          <p:cNvPr id="22" name="Text 19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10016775" y="209550"/>
            <a:ext cx="168360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1120" dirty="0"/>
          </a:p>
        </p:txBody>
      </p:sp>
      <p:sp>
        <p:nvSpPr>
          <p:cNvPr id="24" name="Text 21"/>
          <p:cNvSpPr/>
          <p:nvPr/>
        </p:nvSpPr>
        <p:spPr>
          <a:xfrm>
            <a:off x="838179" y="4453451"/>
            <a:ext cx="113933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equipo/mes</a:t>
            </a:r>
            <a:endParaRPr lang="en-US" sz="1184" dirty="0"/>
          </a:p>
        </p:txBody>
      </p:sp>
      <p:sp>
        <p:nvSpPr>
          <p:cNvPr id="25" name="Text 22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1152" dirty="0"/>
          </a:p>
        </p:txBody>
      </p:sp>
      <p:sp>
        <p:nvSpPr>
          <p:cNvPr id="26" name="Text 23"/>
          <p:cNvSpPr/>
          <p:nvPr/>
        </p:nvSpPr>
        <p:spPr>
          <a:xfrm>
            <a:off x="828654" y="2877659"/>
            <a:ext cx="331626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 · Depurar</a:t>
            </a:r>
            <a:endParaRPr lang="en-US" sz="928" dirty="0"/>
          </a:p>
        </p:txBody>
      </p:sp>
      <p:sp>
        <p:nvSpPr>
          <p:cNvPr id="27" name="Text 24"/>
          <p:cNvSpPr/>
          <p:nvPr/>
        </p:nvSpPr>
        <p:spPr>
          <a:xfrm>
            <a:off x="8204689" y="2877659"/>
            <a:ext cx="331626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 · Ventas</a:t>
            </a:r>
            <a:endParaRPr lang="en-US" sz="928" dirty="0"/>
          </a:p>
        </p:txBody>
      </p:sp>
      <p:sp>
        <p:nvSpPr>
          <p:cNvPr id="28" name="Text 25"/>
          <p:cNvSpPr/>
          <p:nvPr/>
        </p:nvSpPr>
        <p:spPr>
          <a:xfrm>
            <a:off x="838179" y="4672526"/>
            <a:ext cx="96462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E1</a:t>
            </a:r>
            <a:endParaRPr lang="en-US" sz="1184" dirty="0"/>
          </a:p>
        </p:txBody>
      </p:sp>
      <p:sp>
        <p:nvSpPr>
          <p:cNvPr id="29" name="Text 26"/>
          <p:cNvSpPr/>
          <p:nvPr/>
        </p:nvSpPr>
        <p:spPr>
          <a:xfrm>
            <a:off x="838179" y="5329751"/>
            <a:ext cx="91134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1184" dirty="0"/>
          </a:p>
        </p:txBody>
      </p:sp>
      <p:sp>
        <p:nvSpPr>
          <p:cNvPr id="30" name="Text 27"/>
          <p:cNvSpPr/>
          <p:nvPr/>
        </p:nvSpPr>
        <p:spPr>
          <a:xfrm>
            <a:off x="4516672" y="2877659"/>
            <a:ext cx="331626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 · Aptos</a:t>
            </a:r>
            <a:endParaRPr lang="en-US" sz="928" dirty="0"/>
          </a:p>
        </p:txBody>
      </p:sp>
      <p:sp>
        <p:nvSpPr>
          <p:cNvPr id="31" name="Text 28"/>
          <p:cNvSpPr/>
          <p:nvPr/>
        </p:nvSpPr>
        <p:spPr>
          <a:xfrm>
            <a:off x="838179" y="5110676"/>
            <a:ext cx="90540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 base</a:t>
            </a:r>
            <a:endParaRPr lang="en-US" sz="1184" dirty="0"/>
          </a:p>
        </p:txBody>
      </p:sp>
      <p:sp>
        <p:nvSpPr>
          <p:cNvPr id="32" name="Text 29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1152" dirty="0"/>
          </a:p>
        </p:txBody>
      </p:sp>
      <p:sp>
        <p:nvSpPr>
          <p:cNvPr id="33" name="Text 30"/>
          <p:cNvSpPr/>
          <p:nvPr/>
        </p:nvSpPr>
        <p:spPr>
          <a:xfrm>
            <a:off x="10708958" y="4453451"/>
            <a:ext cx="67678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 (dic)</a:t>
            </a:r>
            <a:endParaRPr lang="en-US" sz="1184" dirty="0"/>
          </a:p>
        </p:txBody>
      </p:sp>
      <p:sp>
        <p:nvSpPr>
          <p:cNvPr id="34" name="Text 31"/>
          <p:cNvSpPr/>
          <p:nvPr/>
        </p:nvSpPr>
        <p:spPr>
          <a:xfrm>
            <a:off x="838179" y="4891601"/>
            <a:ext cx="79867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Productividad</a:t>
            </a:r>
            <a:endParaRPr lang="en-US" sz="1184" dirty="0"/>
          </a:p>
        </p:txBody>
      </p:sp>
      <p:sp>
        <p:nvSpPr>
          <p:cNvPr id="35" name="Text 32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3040" dirty="0"/>
          </a:p>
        </p:txBody>
      </p:sp>
      <p:sp>
        <p:nvSpPr>
          <p:cNvPr id="36" name="Text 33"/>
          <p:cNvSpPr/>
          <p:nvPr/>
        </p:nvSpPr>
        <p:spPr>
          <a:xfrm>
            <a:off x="828654" y="3001484"/>
            <a:ext cx="3316269" cy="156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 → 35 %</a:t>
            </a:r>
            <a:endParaRPr lang="en-US" sz="1568" dirty="0"/>
          </a:p>
        </p:txBody>
      </p:sp>
      <p:sp>
        <p:nvSpPr>
          <p:cNvPr id="37" name="Text 34"/>
          <p:cNvSpPr/>
          <p:nvPr/>
        </p:nvSpPr>
        <p:spPr>
          <a:xfrm>
            <a:off x="4516672" y="3001484"/>
            <a:ext cx="3316269" cy="156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64K → 110K</a:t>
            </a:r>
            <a:endParaRPr lang="en-US" sz="1568" dirty="0"/>
          </a:p>
        </p:txBody>
      </p:sp>
      <p:sp>
        <p:nvSpPr>
          <p:cNvPr id="38" name="Text 35"/>
          <p:cNvSpPr/>
          <p:nvPr/>
        </p:nvSpPr>
        <p:spPr>
          <a:xfrm>
            <a:off x="8204689" y="3001484"/>
            <a:ext cx="3316269" cy="156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3.760</a:t>
            </a:r>
            <a:endParaRPr lang="en-US" sz="1568" dirty="0"/>
          </a:p>
        </p:txBody>
      </p:sp>
      <p:sp>
        <p:nvSpPr>
          <p:cNvPr id="39" name="Text 36"/>
          <p:cNvSpPr/>
          <p:nvPr/>
        </p:nvSpPr>
        <p:spPr>
          <a:xfrm>
            <a:off x="4377968" y="4186751"/>
            <a:ext cx="489392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Fórmula</a:t>
            </a:r>
            <a:endParaRPr lang="en-US" sz="1184" dirty="0"/>
          </a:p>
        </p:txBody>
      </p:sp>
      <p:sp>
        <p:nvSpPr>
          <p:cNvPr id="40" name="Text 37"/>
          <p:cNvSpPr/>
          <p:nvPr/>
        </p:nvSpPr>
        <p:spPr>
          <a:xfrm>
            <a:off x="9038850" y="4186751"/>
            <a:ext cx="255041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1184" dirty="0"/>
          </a:p>
        </p:txBody>
      </p:sp>
      <p:sp>
        <p:nvSpPr>
          <p:cNvPr id="41" name="Text 38"/>
          <p:cNvSpPr/>
          <p:nvPr/>
        </p:nvSpPr>
        <p:spPr>
          <a:xfrm>
            <a:off x="11013155" y="4672526"/>
            <a:ext cx="357379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90 %</a:t>
            </a:r>
            <a:endParaRPr lang="en-US" sz="1184" dirty="0"/>
          </a:p>
        </p:txBody>
      </p:sp>
      <p:sp>
        <p:nvSpPr>
          <p:cNvPr id="42" name="Text 39"/>
          <p:cNvSpPr/>
          <p:nvPr/>
        </p:nvSpPr>
        <p:spPr>
          <a:xfrm>
            <a:off x="11018959" y="5110676"/>
            <a:ext cx="35128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&lt; 40 %</a:t>
            </a:r>
            <a:endParaRPr lang="en-US" sz="1184" dirty="0"/>
          </a:p>
        </p:txBody>
      </p:sp>
      <p:sp>
        <p:nvSpPr>
          <p:cNvPr id="43" name="Text 40"/>
          <p:cNvSpPr/>
          <p:nvPr/>
        </p:nvSpPr>
        <p:spPr>
          <a:xfrm>
            <a:off x="11023870" y="5329751"/>
            <a:ext cx="34612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55 %</a:t>
            </a:r>
            <a:endParaRPr lang="en-US" sz="1184" dirty="0"/>
          </a:p>
        </p:txBody>
      </p:sp>
      <p:sp>
        <p:nvSpPr>
          <p:cNvPr id="44" name="Text 41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3040" dirty="0"/>
          </a:p>
        </p:txBody>
      </p:sp>
      <p:sp>
        <p:nvSpPr>
          <p:cNvPr id="45" name="Text 42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3040" dirty="0"/>
          </a:p>
        </p:txBody>
      </p:sp>
      <p:sp>
        <p:nvSpPr>
          <p:cNvPr id="46" name="Text 43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3040" dirty="0"/>
          </a:p>
        </p:txBody>
      </p:sp>
      <p:sp>
        <p:nvSpPr>
          <p:cNvPr id="47" name="Text 44"/>
          <p:cNvSpPr/>
          <p:nvPr/>
        </p:nvSpPr>
        <p:spPr>
          <a:xfrm>
            <a:off x="11075066" y="4891601"/>
            <a:ext cx="29237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140</a:t>
            </a:r>
            <a:endParaRPr lang="en-US" sz="118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Iniciati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3902" y="1933575"/>
            <a:ext cx="10861086" cy="2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individual de dificultades, talleres guiados en la Universidad ILAO y seguimiento cercano por asesor.</a:t>
            </a:r>
            <a:endParaRPr lang="en-US" sz="1184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61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680" dirty="0"/>
          </a:p>
        </p:txBody>
      </p:sp>
      <p:sp>
        <p:nvSpPr>
          <p:cNvPr id="5" name="Text 2"/>
          <p:cNvSpPr/>
          <p:nvPr/>
        </p:nvSpPr>
        <p:spPr>
          <a:xfrm>
            <a:off x="1304892" y="1762125"/>
            <a:ext cx="1025102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 1-a-1 para baja conversión en CP.</a:t>
            </a:r>
            <a:endParaRPr lang="en-US" sz="1120" dirty="0"/>
          </a:p>
        </p:txBody>
      </p:sp>
      <p:sp>
        <p:nvSpPr>
          <p:cNvPr id="6" name="Text 3"/>
          <p:cNvSpPr/>
          <p:nvPr/>
        </p:nvSpPr>
        <p:spPr>
          <a:xfrm>
            <a:off x="1304892" y="2626668"/>
            <a:ext cx="1025102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Replicar las técnicas de Jesús, Melissa y Luisa.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1304892" y="3198168"/>
            <a:ext cx="1025102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Resiliencia y manejo del estrés del equipo.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1304892" y="3045768"/>
            <a:ext cx="10251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Emocional (Gestión Humana)</a:t>
            </a:r>
            <a:endParaRPr lang="en-US" sz="1312" dirty="0"/>
          </a:p>
        </p:txBody>
      </p:sp>
      <p:sp>
        <p:nvSpPr>
          <p:cNvPr id="9" name="Text 6"/>
          <p:cNvSpPr/>
          <p:nvPr/>
        </p:nvSpPr>
        <p:spPr>
          <a:xfrm>
            <a:off x="1304892" y="2474268"/>
            <a:ext cx="10251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Top Performers</a:t>
            </a:r>
            <a:endParaRPr lang="en-US" sz="1312" dirty="0"/>
          </a:p>
        </p:txBody>
      </p:sp>
      <p:sp>
        <p:nvSpPr>
          <p:cNvPr id="10" name="Text 7"/>
          <p:cNvSpPr/>
          <p:nvPr/>
        </p:nvSpPr>
        <p:spPr>
          <a:xfrm>
            <a:off x="1304892" y="1609725"/>
            <a:ext cx="10251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</a:t>
            </a:r>
            <a:endParaRPr lang="en-US" sz="1312" dirty="0"/>
          </a:p>
        </p:txBody>
      </p:sp>
      <p:sp>
        <p:nvSpPr>
          <p:cNvPr id="11" name="Text 8"/>
          <p:cNvSpPr/>
          <p:nvPr/>
        </p:nvSpPr>
        <p:spPr>
          <a:xfrm>
            <a:off x="9872713" y="209550"/>
            <a:ext cx="183487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11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Cr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461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680" dirty="0"/>
          </a:p>
        </p:txBody>
      </p:sp>
      <p:sp>
        <p:nvSpPr>
          <p:cNvPr id="4" name="Text 1"/>
          <p:cNvSpPr/>
          <p:nvPr/>
        </p:nvSpPr>
        <p:spPr>
          <a:xfrm>
            <a:off x="914377" y="2259240"/>
            <a:ext cx="166532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desarrollo emocional</a:t>
            </a:r>
            <a:endParaRPr lang="en-US" sz="1184" dirty="0"/>
          </a:p>
        </p:txBody>
      </p:sp>
      <p:sp>
        <p:nvSpPr>
          <p:cNvPr id="5" name="Text 2"/>
          <p:cNvSpPr/>
          <p:nvPr/>
        </p:nvSpPr>
        <p:spPr>
          <a:xfrm>
            <a:off x="914377" y="2592615"/>
            <a:ext cx="160875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limpias y actualizadas</a:t>
            </a:r>
            <a:endParaRPr lang="en-US" sz="1184" dirty="0"/>
          </a:p>
        </p:txBody>
      </p:sp>
      <p:sp>
        <p:nvSpPr>
          <p:cNvPr id="6" name="Text 3"/>
          <p:cNvSpPr/>
          <p:nvPr/>
        </p:nvSpPr>
        <p:spPr>
          <a:xfrm>
            <a:off x="914377" y="2925990"/>
            <a:ext cx="158812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de equipos PC</a:t>
            </a:r>
            <a:endParaRPr lang="en-US" sz="1184" dirty="0"/>
          </a:p>
        </p:txBody>
      </p:sp>
      <p:sp>
        <p:nvSpPr>
          <p:cNvPr id="7" name="Text 4"/>
          <p:cNvSpPr/>
          <p:nvPr/>
        </p:nvSpPr>
        <p:spPr>
          <a:xfrm>
            <a:off x="9872713" y="209550"/>
            <a:ext cx="183487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1120" dirty="0"/>
          </a:p>
        </p:txBody>
      </p:sp>
      <p:sp>
        <p:nvSpPr>
          <p:cNvPr id="8" name="Text 5"/>
          <p:cNvSpPr/>
          <p:nvPr/>
        </p:nvSpPr>
        <p:spPr>
          <a:xfrm>
            <a:off x="914377" y="1925865"/>
            <a:ext cx="108698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 de tiempos</a:t>
            </a:r>
            <a:endParaRPr lang="en-US" sz="1184" dirty="0"/>
          </a:p>
        </p:txBody>
      </p:sp>
      <p:sp>
        <p:nvSpPr>
          <p:cNvPr id="9" name="Text 6"/>
          <p:cNvSpPr/>
          <p:nvPr/>
        </p:nvSpPr>
        <p:spPr>
          <a:xfrm>
            <a:off x="781030" y="1506765"/>
            <a:ext cx="3600204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Frente / Acción</a:t>
            </a:r>
            <a:endParaRPr lang="en-US" sz="1184" dirty="0"/>
          </a:p>
        </p:txBody>
      </p:sp>
      <p:sp>
        <p:nvSpPr>
          <p:cNvPr id="10" name="Text 7"/>
          <p:cNvSpPr/>
          <p:nvPr/>
        </p:nvSpPr>
        <p:spPr>
          <a:xfrm>
            <a:off x="4209796" y="2159228"/>
            <a:ext cx="1998012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GH / Líderes</a:t>
            </a:r>
            <a:endParaRPr lang="en-US" sz="1184" dirty="0"/>
          </a:p>
        </p:txBody>
      </p:sp>
      <p:sp>
        <p:nvSpPr>
          <p:cNvPr id="11" name="Text 8"/>
          <p:cNvSpPr/>
          <p:nvPr/>
        </p:nvSpPr>
        <p:spPr>
          <a:xfrm>
            <a:off x="4209796" y="1506765"/>
            <a:ext cx="1998012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Responsable</a:t>
            </a:r>
            <a:endParaRPr lang="en-US" sz="1184" dirty="0"/>
          </a:p>
        </p:txBody>
      </p:sp>
      <p:sp>
        <p:nvSpPr>
          <p:cNvPr id="12" name="Text 9"/>
          <p:cNvSpPr/>
          <p:nvPr/>
        </p:nvSpPr>
        <p:spPr>
          <a:xfrm>
            <a:off x="4209796" y="2825978"/>
            <a:ext cx="1998012" cy="34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1184" dirty="0"/>
          </a:p>
        </p:txBody>
      </p:sp>
      <p:sp>
        <p:nvSpPr>
          <p:cNvPr id="13" name="Text 10"/>
          <p:cNvSpPr/>
          <p:nvPr/>
        </p:nvSpPr>
        <p:spPr>
          <a:xfrm>
            <a:off x="4209796" y="1830615"/>
            <a:ext cx="1998012" cy="34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</a:t>
            </a:r>
            <a:endParaRPr lang="en-US" sz="1184" dirty="0"/>
          </a:p>
        </p:txBody>
      </p:sp>
      <p:sp>
        <p:nvSpPr>
          <p:cNvPr id="14" name="Text 11"/>
          <p:cNvSpPr/>
          <p:nvPr/>
        </p:nvSpPr>
        <p:spPr>
          <a:xfrm>
            <a:off x="4209796" y="2492603"/>
            <a:ext cx="1998012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1184" dirty="0"/>
          </a:p>
        </p:txBody>
      </p:sp>
      <p:sp>
        <p:nvSpPr>
          <p:cNvPr id="15" name="Text 12"/>
          <p:cNvSpPr/>
          <p:nvPr/>
        </p:nvSpPr>
        <p:spPr>
          <a:xfrm>
            <a:off x="6112665" y="1506765"/>
            <a:ext cx="861961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1184" dirty="0"/>
          </a:p>
        </p:txBody>
      </p:sp>
      <p:sp>
        <p:nvSpPr>
          <p:cNvPr id="16" name="Text 13"/>
          <p:cNvSpPr/>
          <p:nvPr/>
        </p:nvSpPr>
        <p:spPr>
          <a:xfrm>
            <a:off x="6933580" y="1506765"/>
            <a:ext cx="966972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1184" dirty="0"/>
          </a:p>
        </p:txBody>
      </p:sp>
      <p:sp>
        <p:nvSpPr>
          <p:cNvPr id="17" name="Text 14"/>
          <p:cNvSpPr/>
          <p:nvPr/>
        </p:nvSpPr>
        <p:spPr>
          <a:xfrm>
            <a:off x="7854506" y="1506765"/>
            <a:ext cx="955721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1184" dirty="0"/>
          </a:p>
        </p:txBody>
      </p:sp>
      <p:sp>
        <p:nvSpPr>
          <p:cNvPr id="18" name="Text 15"/>
          <p:cNvSpPr/>
          <p:nvPr/>
        </p:nvSpPr>
        <p:spPr>
          <a:xfrm>
            <a:off x="8764716" y="1506765"/>
            <a:ext cx="924467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</a:t>
            </a:r>
            <a:endParaRPr lang="en-US" sz="1184" dirty="0"/>
          </a:p>
        </p:txBody>
      </p:sp>
      <p:sp>
        <p:nvSpPr>
          <p:cNvPr id="19" name="Text 16"/>
          <p:cNvSpPr/>
          <p:nvPr/>
        </p:nvSpPr>
        <p:spPr>
          <a:xfrm>
            <a:off x="9645161" y="1506765"/>
            <a:ext cx="965878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Nov</a:t>
            </a:r>
            <a:endParaRPr lang="en-US" sz="1184" dirty="0"/>
          </a:p>
        </p:txBody>
      </p:sp>
      <p:sp>
        <p:nvSpPr>
          <p:cNvPr id="20" name="Text 17"/>
          <p:cNvSpPr/>
          <p:nvPr/>
        </p:nvSpPr>
        <p:spPr>
          <a:xfrm>
            <a:off x="10565044" y="1506765"/>
            <a:ext cx="887901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Dic</a:t>
            </a:r>
            <a:endParaRPr lang="en-US" sz="1184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461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680" dirty="0"/>
          </a:p>
        </p:txBody>
      </p:sp>
      <p:sp>
        <p:nvSpPr>
          <p:cNvPr id="4" name="Text 1"/>
          <p:cNvSpPr/>
          <p:nvPr/>
        </p:nvSpPr>
        <p:spPr>
          <a:xfrm>
            <a:off x="4681569" y="2168756"/>
            <a:ext cx="514770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Autogestión</a:t>
            </a:r>
            <a:endParaRPr lang="en-US" sz="1216" dirty="0"/>
          </a:p>
        </p:txBody>
      </p:sp>
      <p:sp>
        <p:nvSpPr>
          <p:cNvPr id="5" name="Text 2"/>
          <p:cNvSpPr/>
          <p:nvPr/>
        </p:nvSpPr>
        <p:spPr>
          <a:xfrm>
            <a:off x="4681569" y="2511656"/>
            <a:ext cx="514770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Bienvenida</a:t>
            </a:r>
            <a:endParaRPr lang="en-US" sz="1216" dirty="0"/>
          </a:p>
        </p:txBody>
      </p:sp>
      <p:sp>
        <p:nvSpPr>
          <p:cNvPr id="6" name="Text 3"/>
          <p:cNvSpPr/>
          <p:nvPr/>
        </p:nvSpPr>
        <p:spPr>
          <a:xfrm>
            <a:off x="4681569" y="2854556"/>
            <a:ext cx="5147702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Sesiones individuales / asesor</a:t>
            </a:r>
            <a:endParaRPr lang="en-US" sz="1216" dirty="0"/>
          </a:p>
        </p:txBody>
      </p:sp>
      <p:sp>
        <p:nvSpPr>
          <p:cNvPr id="7" name="Text 4"/>
          <p:cNvSpPr/>
          <p:nvPr/>
        </p:nvSpPr>
        <p:spPr>
          <a:xfrm>
            <a:off x="4681569" y="1830618"/>
            <a:ext cx="5147702" cy="35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liquidadas totales/mes</a:t>
            </a:r>
            <a:endParaRPr lang="en-US" sz="1216" dirty="0"/>
          </a:p>
        </p:txBody>
      </p:sp>
      <p:sp>
        <p:nvSpPr>
          <p:cNvPr id="8" name="Text 5"/>
          <p:cNvSpPr/>
          <p:nvPr/>
        </p:nvSpPr>
        <p:spPr>
          <a:xfrm>
            <a:off x="914377" y="2616431"/>
            <a:ext cx="151874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Bienvenida CP</a:t>
            </a:r>
            <a:endParaRPr lang="en-US" sz="1216" dirty="0"/>
          </a:p>
        </p:txBody>
      </p:sp>
      <p:sp>
        <p:nvSpPr>
          <p:cNvPr id="9" name="Text 6"/>
          <p:cNvSpPr/>
          <p:nvPr/>
        </p:nvSpPr>
        <p:spPr>
          <a:xfrm>
            <a:off x="9872713" y="209550"/>
            <a:ext cx="183487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914377" y="2273531"/>
            <a:ext cx="138717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Autogestión</a:t>
            </a:r>
            <a:endParaRPr lang="en-US" sz="1216" dirty="0"/>
          </a:p>
        </p:txBody>
      </p:sp>
      <p:sp>
        <p:nvSpPr>
          <p:cNvPr id="11" name="Text 8"/>
          <p:cNvSpPr/>
          <p:nvPr/>
        </p:nvSpPr>
        <p:spPr>
          <a:xfrm>
            <a:off x="914377" y="1930631"/>
            <a:ext cx="1114486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ventas</a:t>
            </a:r>
            <a:endParaRPr lang="en-US" sz="1216" dirty="0"/>
          </a:p>
        </p:txBody>
      </p:sp>
      <p:sp>
        <p:nvSpPr>
          <p:cNvPr id="12" name="Text 9"/>
          <p:cNvSpPr/>
          <p:nvPr/>
        </p:nvSpPr>
        <p:spPr>
          <a:xfrm>
            <a:off x="914377" y="2959331"/>
            <a:ext cx="105166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Escuela de ventas</a:t>
            </a:r>
            <a:endParaRPr lang="en-US" sz="1216" dirty="0"/>
          </a:p>
        </p:txBody>
      </p:sp>
      <p:sp>
        <p:nvSpPr>
          <p:cNvPr id="13" name="Text 10"/>
          <p:cNvSpPr/>
          <p:nvPr/>
        </p:nvSpPr>
        <p:spPr>
          <a:xfrm>
            <a:off x="4681569" y="1506768"/>
            <a:ext cx="5147702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</a:t>
            </a:r>
            <a:endParaRPr lang="en-US" sz="1184" dirty="0"/>
          </a:p>
        </p:txBody>
      </p:sp>
      <p:sp>
        <p:nvSpPr>
          <p:cNvPr id="14" name="Text 11"/>
          <p:cNvSpPr/>
          <p:nvPr/>
        </p:nvSpPr>
        <p:spPr>
          <a:xfrm>
            <a:off x="781030" y="1506768"/>
            <a:ext cx="4095566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Métrica</a:t>
            </a:r>
            <a:endParaRPr lang="en-US" sz="1184" dirty="0"/>
          </a:p>
        </p:txBody>
      </p:sp>
      <p:sp>
        <p:nvSpPr>
          <p:cNvPr id="15" name="Text 12"/>
          <p:cNvSpPr/>
          <p:nvPr/>
        </p:nvSpPr>
        <p:spPr>
          <a:xfrm>
            <a:off x="9584143" y="1506768"/>
            <a:ext cx="1917848" cy="34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1184" dirty="0"/>
          </a:p>
        </p:txBody>
      </p:sp>
      <p:sp>
        <p:nvSpPr>
          <p:cNvPr id="16" name="Text 13"/>
          <p:cNvSpPr/>
          <p:nvPr/>
        </p:nvSpPr>
        <p:spPr>
          <a:xfrm>
            <a:off x="10771017" y="1916343"/>
            <a:ext cx="531616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</a:t>
            </a:r>
            <a:endParaRPr lang="en-US" sz="1088" dirty="0"/>
          </a:p>
        </p:txBody>
      </p:sp>
      <p:sp>
        <p:nvSpPr>
          <p:cNvPr id="17" name="Text 14"/>
          <p:cNvSpPr/>
          <p:nvPr/>
        </p:nvSpPr>
        <p:spPr>
          <a:xfrm>
            <a:off x="10741848" y="2945043"/>
            <a:ext cx="56224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/ mes</a:t>
            </a:r>
            <a:endParaRPr lang="en-US" sz="1088" dirty="0"/>
          </a:p>
        </p:txBody>
      </p:sp>
      <p:sp>
        <p:nvSpPr>
          <p:cNvPr id="18" name="Text 15"/>
          <p:cNvSpPr/>
          <p:nvPr/>
        </p:nvSpPr>
        <p:spPr>
          <a:xfrm>
            <a:off x="10814028" y="2259243"/>
            <a:ext cx="486455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40 %</a:t>
            </a:r>
            <a:endParaRPr lang="en-US" sz="1088" dirty="0"/>
          </a:p>
        </p:txBody>
      </p:sp>
      <p:sp>
        <p:nvSpPr>
          <p:cNvPr id="19" name="Text 16"/>
          <p:cNvSpPr/>
          <p:nvPr/>
        </p:nvSpPr>
        <p:spPr>
          <a:xfrm>
            <a:off x="10815367" y="2602143"/>
            <a:ext cx="48504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88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30 %</a:t>
            </a:r>
            <a:endParaRPr lang="en-US" sz="1088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774502"/>
            <a:ext cx="7000700" cy="110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190595" y="3635573"/>
            <a:ext cx="35003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⚽  : 1.520 ventas en dos semanas.</a:t>
            </a:r>
            <a:endParaRPr lang="en-US" sz="1312" dirty="0"/>
          </a:p>
        </p:txBody>
      </p:sp>
      <p:sp>
        <p:nvSpPr>
          <p:cNvPr id="5" name="Text 2"/>
          <p:cNvSpPr/>
          <p:nvPr/>
        </p:nvSpPr>
        <p:spPr>
          <a:xfrm>
            <a:off x="1190595" y="3016448"/>
            <a:ext cx="35003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🎮  : 4.798 ventas (114% meta).</a:t>
            </a:r>
            <a:endParaRPr lang="en-US" sz="1312" dirty="0"/>
          </a:p>
        </p:txBody>
      </p:sp>
      <p:sp>
        <p:nvSpPr>
          <p:cNvPr id="6" name="Text 3"/>
          <p:cNvSpPr/>
          <p:nvPr/>
        </p:nvSpPr>
        <p:spPr>
          <a:xfrm>
            <a:off x="1190595" y="2311598"/>
            <a:ext cx="35003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1S Ejecutadas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1394187" y="2797373"/>
            <a:ext cx="169079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(Feb &amp; Abr)</a:t>
            </a:r>
            <a:endParaRPr lang="en-US" sz="1312" dirty="0"/>
          </a:p>
        </p:txBody>
      </p:sp>
      <p:sp>
        <p:nvSpPr>
          <p:cNvPr id="8" name="Text 5"/>
          <p:cNvSpPr/>
          <p:nvPr/>
        </p:nvSpPr>
        <p:spPr>
          <a:xfrm>
            <a:off x="5190995" y="2311598"/>
            <a:ext cx="35003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y Plan Comercial 2S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1394187" y="3416498"/>
            <a:ext cx="136451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Ferias Vanti (Abr-May)</a:t>
            </a:r>
            <a:endParaRPr lang="en-US" sz="1312" dirty="0"/>
          </a:p>
        </p:txBody>
      </p:sp>
      <p:sp>
        <p:nvSpPr>
          <p:cNvPr id="10" name="Text 7"/>
          <p:cNvSpPr/>
          <p:nvPr/>
        </p:nvSpPr>
        <p:spPr>
          <a:xfrm>
            <a:off x="1190595" y="2778323"/>
            <a:ext cx="350035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🍔  : 1.266 ventas.</a:t>
            </a:r>
            <a:endParaRPr lang="en-US" sz="1312" dirty="0"/>
          </a:p>
        </p:txBody>
      </p:sp>
      <p:sp>
        <p:nvSpPr>
          <p:cNvPr id="11" name="Text 8"/>
          <p:cNvSpPr/>
          <p:nvPr/>
        </p:nvSpPr>
        <p:spPr>
          <a:xfrm>
            <a:off x="1190595" y="3397448"/>
            <a:ext cx="350035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  : 1.073 ventas.</a:t>
            </a:r>
            <a:endParaRPr lang="en-US" sz="1312" dirty="0"/>
          </a:p>
        </p:txBody>
      </p:sp>
      <p:sp>
        <p:nvSpPr>
          <p:cNvPr id="12" name="Text 9"/>
          <p:cNvSpPr/>
          <p:nvPr/>
        </p:nvSpPr>
        <p:spPr>
          <a:xfrm>
            <a:off x="952476" y="498277"/>
            <a:ext cx="174173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8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1248" dirty="0"/>
          </a:p>
        </p:txBody>
      </p:sp>
      <p:sp>
        <p:nvSpPr>
          <p:cNvPr id="13" name="Text 10"/>
          <p:cNvSpPr/>
          <p:nvPr/>
        </p:nvSpPr>
        <p:spPr>
          <a:xfrm>
            <a:off x="5363334" y="3140273"/>
            <a:ext cx="1130738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Top: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944044" y="2559248"/>
            <a:ext cx="35597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12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endParaRPr lang="en-US" sz="131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2026-07-15T19:54:35Z</dcterms:created>
  <dcterms:modified xsi:type="dcterms:W3CDTF">2026-07-15T19:54:35Z</dcterms:modified>
</cp:coreProperties>
</file>