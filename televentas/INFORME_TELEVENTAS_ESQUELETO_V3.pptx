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0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52476" y="4168527"/>
            <a:ext cx="4912054" cy="570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dirty="0">
                <a:solidFill>
                  <a:srgbClr val="55555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Gestión del primer semestre · Análisis de bases operativas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55555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     Estrategia para alcanzar</a:t>
            </a:r>
            <a:endParaRPr lang="en-US" sz="1380" dirty="0"/>
          </a:p>
        </p:txBody>
      </p:sp>
      <p:sp>
        <p:nvSpPr>
          <p:cNvPr id="4" name="Text 1"/>
          <p:cNvSpPr/>
          <p:nvPr/>
        </p:nvSpPr>
        <p:spPr>
          <a:xfrm>
            <a:off x="952476" y="1872704"/>
            <a:ext cx="3391433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Informe Ejecutivo · Canal Televentas</a:t>
            </a:r>
            <a:endParaRPr lang="en-US" sz="936" dirty="0"/>
          </a:p>
        </p:txBody>
      </p:sp>
      <p:sp>
        <p:nvSpPr>
          <p:cNvPr id="5" name="Text 2"/>
          <p:cNvSpPr/>
          <p:nvPr/>
        </p:nvSpPr>
        <p:spPr>
          <a:xfrm>
            <a:off x="4022872" y="5149900"/>
            <a:ext cx="1841590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· Data Marshall, Gestión Integral</a:t>
            </a:r>
            <a:endParaRPr lang="en-US" sz="936" dirty="0"/>
          </a:p>
        </p:txBody>
      </p:sp>
      <p:sp>
        <p:nvSpPr>
          <p:cNvPr id="6" name="Text 3"/>
          <p:cNvSpPr/>
          <p:nvPr/>
        </p:nvSpPr>
        <p:spPr>
          <a:xfrm>
            <a:off x="952476" y="4959400"/>
            <a:ext cx="1763145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6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Coordinadora Comercial</a:t>
            </a:r>
            <a:endParaRPr lang="en-US" sz="768" dirty="0"/>
          </a:p>
        </p:txBody>
      </p:sp>
      <p:sp>
        <p:nvSpPr>
          <p:cNvPr id="7" name="Text 4"/>
          <p:cNvSpPr/>
          <p:nvPr/>
        </p:nvSpPr>
        <p:spPr>
          <a:xfrm>
            <a:off x="3951734" y="5737771"/>
            <a:ext cx="1952539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15–21 asesores activos</a:t>
            </a:r>
            <a:endParaRPr lang="en-US" sz="936" dirty="0"/>
          </a:p>
        </p:txBody>
      </p:sp>
      <p:sp>
        <p:nvSpPr>
          <p:cNvPr id="8" name="Text 5"/>
          <p:cNvSpPr/>
          <p:nvPr/>
        </p:nvSpPr>
        <p:spPr>
          <a:xfrm>
            <a:off x="2411997" y="5737771"/>
            <a:ext cx="1496712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 ventas 1S</a:t>
            </a:r>
            <a:endParaRPr lang="en-US" sz="936" dirty="0"/>
          </a:p>
        </p:txBody>
      </p:sp>
      <p:sp>
        <p:nvSpPr>
          <p:cNvPr id="9" name="Text 6"/>
          <p:cNvSpPr/>
          <p:nvPr/>
        </p:nvSpPr>
        <p:spPr>
          <a:xfrm>
            <a:off x="952476" y="5121325"/>
            <a:ext cx="1763145" cy="206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Martha Carvajal</a:t>
            </a:r>
            <a:endParaRPr lang="en-US" sz="1032" dirty="0"/>
          </a:p>
        </p:txBody>
      </p:sp>
      <p:sp>
        <p:nvSpPr>
          <p:cNvPr id="10" name="Text 7"/>
          <p:cNvSpPr/>
          <p:nvPr/>
        </p:nvSpPr>
        <p:spPr>
          <a:xfrm>
            <a:off x="3174573" y="4959400"/>
            <a:ext cx="2732304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6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Contribuyentes</a:t>
            </a:r>
            <a:endParaRPr lang="en-US" sz="768" dirty="0"/>
          </a:p>
        </p:txBody>
      </p:sp>
      <p:sp>
        <p:nvSpPr>
          <p:cNvPr id="11" name="Text 8"/>
          <p:cNvSpPr/>
          <p:nvPr/>
        </p:nvSpPr>
        <p:spPr>
          <a:xfrm>
            <a:off x="952476" y="5737771"/>
            <a:ext cx="1412485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 – Jun 2026</a:t>
            </a:r>
            <a:endParaRPr lang="en-US" sz="936" dirty="0"/>
          </a:p>
        </p:txBody>
      </p:sp>
      <p:sp>
        <p:nvSpPr>
          <p:cNvPr id="12" name="Text 9"/>
          <p:cNvSpPr/>
          <p:nvPr/>
        </p:nvSpPr>
        <p:spPr>
          <a:xfrm>
            <a:off x="3174573" y="5121325"/>
            <a:ext cx="2732304" cy="20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Isaac Álvarez</a:t>
            </a:r>
            <a:endParaRPr lang="en-US" sz="1032" dirty="0"/>
          </a:p>
        </p:txBody>
      </p:sp>
      <p:sp>
        <p:nvSpPr>
          <p:cNvPr id="13" name="Text 10"/>
          <p:cNvSpPr/>
          <p:nvPr/>
        </p:nvSpPr>
        <p:spPr>
          <a:xfrm>
            <a:off x="5925592" y="5737771"/>
            <a:ext cx="1233092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Vanti · Xuma</a:t>
            </a:r>
            <a:endParaRPr lang="en-US" sz="936" dirty="0"/>
          </a:p>
        </p:txBody>
      </p:sp>
      <p:sp>
        <p:nvSpPr>
          <p:cNvPr id="14" name="Text 11"/>
          <p:cNvSpPr/>
          <p:nvPr/>
        </p:nvSpPr>
        <p:spPr>
          <a:xfrm>
            <a:off x="952476" y="2771329"/>
            <a:ext cx="3049367" cy="670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Televentas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952476" y="2187029"/>
            <a:ext cx="3049367" cy="190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Canal2026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1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52476" y="4370189"/>
            <a:ext cx="5800580" cy="537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dirty="0">
                <a:solidFill>
                  <a:srgbClr val="55555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Resultados de ventas, desempeño por asesor, eficiencia por campaña</a:t>
            </a:r>
            <a:endParaRPr lang="en-US" sz="1260" dirty="0"/>
          </a:p>
          <a:p>
            <a:pPr algn="l" indent="0" marL="0">
              <a:buNone/>
            </a:pPr>
            <a:r>
              <a:rPr lang="en-US" sz="1260" dirty="0">
                <a:solidFill>
                  <a:srgbClr val="55555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     e iniciativas ejecutadas durante el primer semestre.</a:t>
            </a:r>
            <a:endParaRPr lang="en-US" sz="1260" dirty="0"/>
          </a:p>
        </p:txBody>
      </p:sp>
      <p:sp>
        <p:nvSpPr>
          <p:cNvPr id="4" name="Text 1"/>
          <p:cNvSpPr/>
          <p:nvPr/>
        </p:nvSpPr>
        <p:spPr>
          <a:xfrm>
            <a:off x="952476" y="3128367"/>
            <a:ext cx="5142545" cy="1103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Gestión del CanalPrimer Semestre 2026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952476" y="2852142"/>
            <a:ext cx="959002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Capítulo 1</a:t>
            </a:r>
            <a:endParaRPr lang="en-US" sz="936" dirty="0"/>
          </a:p>
        </p:txBody>
      </p:sp>
      <p:sp>
        <p:nvSpPr>
          <p:cNvPr id="6" name="Text 3"/>
          <p:cNvSpPr/>
          <p:nvPr/>
        </p:nvSpPr>
        <p:spPr>
          <a:xfrm>
            <a:off x="952476" y="1975842"/>
            <a:ext cx="1300599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2_Vant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42971" y="5452170"/>
            <a:ext cx="9045592" cy="172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 el semestre —  de la meta general, cumpliendo los 6 meses. Cuota Protegida aportó 10.534 (145 %) y Combo Vida 3.383 (154 %).</a:t>
            </a:r>
            <a:endParaRPr lang="en-US" sz="864" dirty="0"/>
          </a:p>
        </p:txBody>
      </p:sp>
      <p:sp>
        <p:nvSpPr>
          <p:cNvPr id="4" name="Text 1"/>
          <p:cNvSpPr/>
          <p:nvPr/>
        </p:nvSpPr>
        <p:spPr>
          <a:xfrm>
            <a:off x="8203945" y="1489770"/>
            <a:ext cx="342690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Crecimiento necesario sobre junio (2.314) · mejor mes: 2.431</a:t>
            </a:r>
            <a:endParaRPr lang="en-US" sz="864" dirty="0"/>
          </a:p>
        </p:txBody>
      </p:sp>
      <p:sp>
        <p:nvSpPr>
          <p:cNvPr id="5" name="Text 2"/>
          <p:cNvSpPr/>
          <p:nvPr/>
        </p:nvSpPr>
        <p:spPr>
          <a:xfrm>
            <a:off x="1213514" y="219075"/>
            <a:ext cx="391820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Resultados de Ventas · Primer Semestre 2026</a:t>
            </a:r>
            <a:endParaRPr lang="en-US" sz="1260" dirty="0"/>
          </a:p>
        </p:txBody>
      </p:sp>
      <p:sp>
        <p:nvSpPr>
          <p:cNvPr id="6" name="Text 3"/>
          <p:cNvSpPr/>
          <p:nvPr/>
        </p:nvSpPr>
        <p:spPr>
          <a:xfrm>
            <a:off x="761981" y="990600"/>
            <a:ext cx="342690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liquidadas (1S completo)</a:t>
            </a:r>
            <a:endParaRPr lang="en-US" sz="864" dirty="0"/>
          </a:p>
        </p:txBody>
      </p:sp>
      <p:sp>
        <p:nvSpPr>
          <p:cNvPr id="7" name="Text 4"/>
          <p:cNvSpPr/>
          <p:nvPr/>
        </p:nvSpPr>
        <p:spPr>
          <a:xfrm>
            <a:off x="4482889" y="1489770"/>
            <a:ext cx="3427061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 · Pico (abr–may) · Jun</a:t>
            </a:r>
            <a:endParaRPr lang="en-US" sz="864" dirty="0"/>
          </a:p>
        </p:txBody>
      </p:sp>
      <p:sp>
        <p:nvSpPr>
          <p:cNvPr id="8" name="Text 5"/>
          <p:cNvSpPr/>
          <p:nvPr/>
        </p:nvSpPr>
        <p:spPr>
          <a:xfrm>
            <a:off x="8203945" y="990600"/>
            <a:ext cx="342690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Brecha vs. meta 3.000/mes</a:t>
            </a:r>
            <a:endParaRPr lang="en-US" sz="864" dirty="0"/>
          </a:p>
        </p:txBody>
      </p:sp>
      <p:sp>
        <p:nvSpPr>
          <p:cNvPr id="9" name="Text 6"/>
          <p:cNvSpPr/>
          <p:nvPr/>
        </p:nvSpPr>
        <p:spPr>
          <a:xfrm>
            <a:off x="761981" y="1489770"/>
            <a:ext cx="342690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Cifra oficial ene–jun</a:t>
            </a:r>
            <a:endParaRPr lang="en-US" sz="864" dirty="0"/>
          </a:p>
        </p:txBody>
      </p:sp>
      <p:sp>
        <p:nvSpPr>
          <p:cNvPr id="10" name="Text 7"/>
          <p:cNvSpPr/>
          <p:nvPr/>
        </p:nvSpPr>
        <p:spPr>
          <a:xfrm>
            <a:off x="2458579" y="2163125"/>
            <a:ext cx="31576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(CP)</a:t>
            </a:r>
            <a:endParaRPr lang="en-US" sz="888" dirty="0"/>
          </a:p>
        </p:txBody>
      </p:sp>
      <p:sp>
        <p:nvSpPr>
          <p:cNvPr id="11" name="Text 8"/>
          <p:cNvSpPr/>
          <p:nvPr/>
        </p:nvSpPr>
        <p:spPr>
          <a:xfrm>
            <a:off x="4482889" y="990600"/>
            <a:ext cx="3427061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Asesores en equipo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5465874" y="2163125"/>
            <a:ext cx="31576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Combo Vida (VOL)</a:t>
            </a:r>
            <a:endParaRPr lang="en-US" sz="888" dirty="0"/>
          </a:p>
        </p:txBody>
      </p:sp>
      <p:sp>
        <p:nvSpPr>
          <p:cNvPr id="13" name="Text 10"/>
          <p:cNvSpPr/>
          <p:nvPr/>
        </p:nvSpPr>
        <p:spPr>
          <a:xfrm>
            <a:off x="10362941" y="209550"/>
            <a:ext cx="1320132" cy="220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 1 · Ventas</a:t>
            </a:r>
            <a:endParaRPr lang="en-US" sz="840" dirty="0"/>
          </a:p>
        </p:txBody>
      </p:sp>
      <p:sp>
        <p:nvSpPr>
          <p:cNvPr id="14" name="Text 11"/>
          <p:cNvSpPr/>
          <p:nvPr/>
        </p:nvSpPr>
        <p:spPr>
          <a:xfrm>
            <a:off x="3980904" y="2391725"/>
            <a:ext cx="15592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</a:t>
            </a:r>
            <a:endParaRPr lang="en-US" sz="888" dirty="0"/>
          </a:p>
        </p:txBody>
      </p:sp>
      <p:sp>
        <p:nvSpPr>
          <p:cNvPr id="15" name="Text 12"/>
          <p:cNvSpPr/>
          <p:nvPr/>
        </p:nvSpPr>
        <p:spPr>
          <a:xfrm>
            <a:off x="6988199" y="2391725"/>
            <a:ext cx="15592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9995493" y="2391725"/>
            <a:ext cx="1545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4482889" y="1162050"/>
            <a:ext cx="3427061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 → 21 → 21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391657" y="2163125"/>
            <a:ext cx="11202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Asesores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8473169" y="2163125"/>
            <a:ext cx="31443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General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3980904" y="2620325"/>
            <a:ext cx="1559218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141,0 %</a:t>
            </a:r>
            <a:endParaRPr lang="en-US" sz="816" dirty="0"/>
          </a:p>
        </p:txBody>
      </p:sp>
      <p:sp>
        <p:nvSpPr>
          <p:cNvPr id="21" name="Text 18"/>
          <p:cNvSpPr/>
          <p:nvPr/>
        </p:nvSpPr>
        <p:spPr>
          <a:xfrm>
            <a:off x="6988199" y="2620325"/>
            <a:ext cx="1559218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112,0 %</a:t>
            </a:r>
            <a:endParaRPr lang="en-US" sz="816" dirty="0"/>
          </a:p>
        </p:txBody>
      </p:sp>
      <p:sp>
        <p:nvSpPr>
          <p:cNvPr id="22" name="Text 19"/>
          <p:cNvSpPr/>
          <p:nvPr/>
        </p:nvSpPr>
        <p:spPr>
          <a:xfrm>
            <a:off x="9995493" y="2620325"/>
            <a:ext cx="1545936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132,0 %</a:t>
            </a:r>
            <a:endParaRPr lang="en-US" sz="816" dirty="0"/>
          </a:p>
        </p:txBody>
      </p:sp>
      <p:sp>
        <p:nvSpPr>
          <p:cNvPr id="23" name="Text 20"/>
          <p:cNvSpPr/>
          <p:nvPr/>
        </p:nvSpPr>
        <p:spPr>
          <a:xfrm>
            <a:off x="3980904" y="2863213"/>
            <a:ext cx="155921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152,0 %</a:t>
            </a:r>
            <a:endParaRPr lang="en-US" sz="816" dirty="0"/>
          </a:p>
        </p:txBody>
      </p:sp>
      <p:sp>
        <p:nvSpPr>
          <p:cNvPr id="24" name="Text 21"/>
          <p:cNvSpPr/>
          <p:nvPr/>
        </p:nvSpPr>
        <p:spPr>
          <a:xfrm>
            <a:off x="6988199" y="2863213"/>
            <a:ext cx="155921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286,0 %</a:t>
            </a:r>
            <a:endParaRPr lang="en-US" sz="816" dirty="0"/>
          </a:p>
        </p:txBody>
      </p:sp>
      <p:sp>
        <p:nvSpPr>
          <p:cNvPr id="25" name="Text 22"/>
          <p:cNvSpPr/>
          <p:nvPr/>
        </p:nvSpPr>
        <p:spPr>
          <a:xfrm>
            <a:off x="9995493" y="2863213"/>
            <a:ext cx="154593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171,0 %</a:t>
            </a:r>
            <a:endParaRPr lang="en-US" sz="816" dirty="0"/>
          </a:p>
        </p:txBody>
      </p:sp>
      <p:sp>
        <p:nvSpPr>
          <p:cNvPr id="26" name="Text 23"/>
          <p:cNvSpPr/>
          <p:nvPr/>
        </p:nvSpPr>
        <p:spPr>
          <a:xfrm>
            <a:off x="3980904" y="3110863"/>
            <a:ext cx="155921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159,0 %</a:t>
            </a:r>
            <a:endParaRPr lang="en-US" sz="816" dirty="0"/>
          </a:p>
        </p:txBody>
      </p:sp>
      <p:sp>
        <p:nvSpPr>
          <p:cNvPr id="27" name="Text 24"/>
          <p:cNvSpPr/>
          <p:nvPr/>
        </p:nvSpPr>
        <p:spPr>
          <a:xfrm>
            <a:off x="6988199" y="3110863"/>
            <a:ext cx="155921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143,0 %</a:t>
            </a:r>
            <a:endParaRPr lang="en-US" sz="816" dirty="0"/>
          </a:p>
        </p:txBody>
      </p:sp>
      <p:sp>
        <p:nvSpPr>
          <p:cNvPr id="28" name="Text 25"/>
          <p:cNvSpPr/>
          <p:nvPr/>
        </p:nvSpPr>
        <p:spPr>
          <a:xfrm>
            <a:off x="9995493" y="3110863"/>
            <a:ext cx="154593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155,0 %</a:t>
            </a:r>
            <a:endParaRPr lang="en-US" sz="816" dirty="0"/>
          </a:p>
        </p:txBody>
      </p:sp>
      <p:sp>
        <p:nvSpPr>
          <p:cNvPr id="29" name="Text 26"/>
          <p:cNvSpPr/>
          <p:nvPr/>
        </p:nvSpPr>
        <p:spPr>
          <a:xfrm>
            <a:off x="3980904" y="3358513"/>
            <a:ext cx="155921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152,0 %</a:t>
            </a:r>
            <a:endParaRPr lang="en-US" sz="816" dirty="0"/>
          </a:p>
        </p:txBody>
      </p:sp>
      <p:sp>
        <p:nvSpPr>
          <p:cNvPr id="30" name="Text 27"/>
          <p:cNvSpPr/>
          <p:nvPr/>
        </p:nvSpPr>
        <p:spPr>
          <a:xfrm>
            <a:off x="9995493" y="3358513"/>
            <a:ext cx="154593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130,0 %</a:t>
            </a:r>
            <a:endParaRPr lang="en-US" sz="816" dirty="0"/>
          </a:p>
        </p:txBody>
      </p:sp>
      <p:sp>
        <p:nvSpPr>
          <p:cNvPr id="31" name="Text 28"/>
          <p:cNvSpPr/>
          <p:nvPr/>
        </p:nvSpPr>
        <p:spPr>
          <a:xfrm>
            <a:off x="3980904" y="3606163"/>
            <a:ext cx="155921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127,0 %</a:t>
            </a:r>
            <a:endParaRPr lang="en-US" sz="816" dirty="0"/>
          </a:p>
        </p:txBody>
      </p:sp>
      <p:sp>
        <p:nvSpPr>
          <p:cNvPr id="32" name="Text 29"/>
          <p:cNvSpPr/>
          <p:nvPr/>
        </p:nvSpPr>
        <p:spPr>
          <a:xfrm>
            <a:off x="6988199" y="3606163"/>
            <a:ext cx="155921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280,0 %</a:t>
            </a:r>
            <a:endParaRPr lang="en-US" sz="816" dirty="0"/>
          </a:p>
        </p:txBody>
      </p:sp>
      <p:sp>
        <p:nvSpPr>
          <p:cNvPr id="33" name="Text 30"/>
          <p:cNvSpPr/>
          <p:nvPr/>
        </p:nvSpPr>
        <p:spPr>
          <a:xfrm>
            <a:off x="9995493" y="3606163"/>
            <a:ext cx="154593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151,0 %</a:t>
            </a:r>
            <a:endParaRPr lang="en-US" sz="816" dirty="0"/>
          </a:p>
        </p:txBody>
      </p:sp>
      <p:sp>
        <p:nvSpPr>
          <p:cNvPr id="34" name="Text 31"/>
          <p:cNvSpPr/>
          <p:nvPr/>
        </p:nvSpPr>
        <p:spPr>
          <a:xfrm>
            <a:off x="3980904" y="3853813"/>
            <a:ext cx="155921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141,0 %</a:t>
            </a:r>
            <a:endParaRPr lang="en-US" sz="816" dirty="0"/>
          </a:p>
        </p:txBody>
      </p:sp>
      <p:sp>
        <p:nvSpPr>
          <p:cNvPr id="35" name="Text 32"/>
          <p:cNvSpPr/>
          <p:nvPr/>
        </p:nvSpPr>
        <p:spPr>
          <a:xfrm>
            <a:off x="6988199" y="3853813"/>
            <a:ext cx="155921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198,0 %</a:t>
            </a:r>
            <a:endParaRPr lang="en-US" sz="816" dirty="0"/>
          </a:p>
        </p:txBody>
      </p:sp>
      <p:sp>
        <p:nvSpPr>
          <p:cNvPr id="36" name="Text 33"/>
          <p:cNvSpPr/>
          <p:nvPr/>
        </p:nvSpPr>
        <p:spPr>
          <a:xfrm>
            <a:off x="9995493" y="3853813"/>
            <a:ext cx="154593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152,0 %</a:t>
            </a:r>
            <a:endParaRPr lang="en-US" sz="816" dirty="0"/>
          </a:p>
        </p:txBody>
      </p:sp>
      <p:sp>
        <p:nvSpPr>
          <p:cNvPr id="37" name="Text 34"/>
          <p:cNvSpPr/>
          <p:nvPr/>
        </p:nvSpPr>
        <p:spPr>
          <a:xfrm>
            <a:off x="3980904" y="4101463"/>
            <a:ext cx="1559218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145,0 %</a:t>
            </a:r>
            <a:endParaRPr lang="en-US" sz="816" dirty="0"/>
          </a:p>
        </p:txBody>
      </p:sp>
      <p:sp>
        <p:nvSpPr>
          <p:cNvPr id="38" name="Text 35"/>
          <p:cNvSpPr/>
          <p:nvPr/>
        </p:nvSpPr>
        <p:spPr>
          <a:xfrm>
            <a:off x="6988199" y="4101463"/>
            <a:ext cx="1559218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154,0 %</a:t>
            </a:r>
            <a:endParaRPr lang="en-US" sz="816" dirty="0"/>
          </a:p>
        </p:txBody>
      </p:sp>
      <p:sp>
        <p:nvSpPr>
          <p:cNvPr id="39" name="Text 36"/>
          <p:cNvSpPr/>
          <p:nvPr/>
        </p:nvSpPr>
        <p:spPr>
          <a:xfrm>
            <a:off x="9995493" y="4101463"/>
            <a:ext cx="1545936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147,0 %</a:t>
            </a:r>
            <a:endParaRPr lang="en-US" sz="816" dirty="0"/>
          </a:p>
        </p:txBody>
      </p:sp>
      <p:sp>
        <p:nvSpPr>
          <p:cNvPr id="40" name="Text 37"/>
          <p:cNvSpPr/>
          <p:nvPr/>
        </p:nvSpPr>
        <p:spPr>
          <a:xfrm>
            <a:off x="6988199" y="3358513"/>
            <a:ext cx="155921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89,0 %</a:t>
            </a:r>
            <a:endParaRPr lang="en-US" sz="816" dirty="0"/>
          </a:p>
        </p:txBody>
      </p:sp>
      <p:sp>
        <p:nvSpPr>
          <p:cNvPr id="41" name="Text 38"/>
          <p:cNvSpPr/>
          <p:nvPr/>
        </p:nvSpPr>
        <p:spPr>
          <a:xfrm>
            <a:off x="2458579" y="4101463"/>
            <a:ext cx="839615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10.534</a:t>
            </a:r>
            <a:endParaRPr lang="en-US" sz="816" dirty="0"/>
          </a:p>
        </p:txBody>
      </p:sp>
      <p:sp>
        <p:nvSpPr>
          <p:cNvPr id="42" name="Text 39"/>
          <p:cNvSpPr/>
          <p:nvPr/>
        </p:nvSpPr>
        <p:spPr>
          <a:xfrm>
            <a:off x="8473169" y="4101463"/>
            <a:ext cx="839615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816" dirty="0"/>
          </a:p>
        </p:txBody>
      </p:sp>
      <p:sp>
        <p:nvSpPr>
          <p:cNvPr id="43" name="Text 40"/>
          <p:cNvSpPr/>
          <p:nvPr/>
        </p:nvSpPr>
        <p:spPr>
          <a:xfrm>
            <a:off x="761981" y="1162050"/>
            <a:ext cx="342690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2458579" y="2391725"/>
            <a:ext cx="839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5465874" y="2391725"/>
            <a:ext cx="839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8473169" y="2391725"/>
            <a:ext cx="839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2458579" y="2620325"/>
            <a:ext cx="839615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1.689</a:t>
            </a:r>
            <a:endParaRPr lang="en-US" sz="816" dirty="0"/>
          </a:p>
        </p:txBody>
      </p:sp>
      <p:sp>
        <p:nvSpPr>
          <p:cNvPr id="48" name="Text 45"/>
          <p:cNvSpPr/>
          <p:nvPr/>
        </p:nvSpPr>
        <p:spPr>
          <a:xfrm>
            <a:off x="3258213" y="2620325"/>
            <a:ext cx="758826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1.197</a:t>
            </a:r>
            <a:endParaRPr lang="en-US" sz="816" dirty="0"/>
          </a:p>
        </p:txBody>
      </p:sp>
      <p:sp>
        <p:nvSpPr>
          <p:cNvPr id="49" name="Text 46"/>
          <p:cNvSpPr/>
          <p:nvPr/>
        </p:nvSpPr>
        <p:spPr>
          <a:xfrm>
            <a:off x="8473169" y="2620325"/>
            <a:ext cx="839615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2.245</a:t>
            </a:r>
            <a:endParaRPr lang="en-US" sz="816" dirty="0"/>
          </a:p>
        </p:txBody>
      </p:sp>
      <p:sp>
        <p:nvSpPr>
          <p:cNvPr id="50" name="Text 47"/>
          <p:cNvSpPr/>
          <p:nvPr/>
        </p:nvSpPr>
        <p:spPr>
          <a:xfrm>
            <a:off x="9272802" y="2620325"/>
            <a:ext cx="758826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1.695</a:t>
            </a:r>
            <a:endParaRPr lang="en-US" sz="816" dirty="0"/>
          </a:p>
        </p:txBody>
      </p:sp>
      <p:sp>
        <p:nvSpPr>
          <p:cNvPr id="51" name="Text 48"/>
          <p:cNvSpPr/>
          <p:nvPr/>
        </p:nvSpPr>
        <p:spPr>
          <a:xfrm>
            <a:off x="2458579" y="2863213"/>
            <a:ext cx="83961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1.819</a:t>
            </a:r>
            <a:endParaRPr lang="en-US" sz="816" dirty="0"/>
          </a:p>
        </p:txBody>
      </p:sp>
      <p:sp>
        <p:nvSpPr>
          <p:cNvPr id="52" name="Text 49"/>
          <p:cNvSpPr/>
          <p:nvPr/>
        </p:nvSpPr>
        <p:spPr>
          <a:xfrm>
            <a:off x="3258213" y="2863213"/>
            <a:ext cx="75882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1.197</a:t>
            </a:r>
            <a:endParaRPr lang="en-US" sz="816" dirty="0"/>
          </a:p>
        </p:txBody>
      </p:sp>
      <p:sp>
        <p:nvSpPr>
          <p:cNvPr id="53" name="Text 50"/>
          <p:cNvSpPr/>
          <p:nvPr/>
        </p:nvSpPr>
        <p:spPr>
          <a:xfrm>
            <a:off x="8473169" y="2863213"/>
            <a:ext cx="83961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2.374</a:t>
            </a:r>
            <a:endParaRPr lang="en-US" sz="816" dirty="0"/>
          </a:p>
        </p:txBody>
      </p:sp>
      <p:sp>
        <p:nvSpPr>
          <p:cNvPr id="54" name="Text 51"/>
          <p:cNvSpPr/>
          <p:nvPr/>
        </p:nvSpPr>
        <p:spPr>
          <a:xfrm>
            <a:off x="9272802" y="2863213"/>
            <a:ext cx="75882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1.391</a:t>
            </a:r>
            <a:endParaRPr lang="en-US" sz="816" dirty="0"/>
          </a:p>
        </p:txBody>
      </p:sp>
      <p:sp>
        <p:nvSpPr>
          <p:cNvPr id="55" name="Text 52"/>
          <p:cNvSpPr/>
          <p:nvPr/>
        </p:nvSpPr>
        <p:spPr>
          <a:xfrm>
            <a:off x="2458579" y="3110863"/>
            <a:ext cx="83961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1.901</a:t>
            </a:r>
            <a:endParaRPr lang="en-US" sz="816" dirty="0"/>
          </a:p>
        </p:txBody>
      </p:sp>
      <p:sp>
        <p:nvSpPr>
          <p:cNvPr id="56" name="Text 53"/>
          <p:cNvSpPr/>
          <p:nvPr/>
        </p:nvSpPr>
        <p:spPr>
          <a:xfrm>
            <a:off x="3258213" y="3110863"/>
            <a:ext cx="75882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1.197</a:t>
            </a:r>
            <a:endParaRPr lang="en-US" sz="816" dirty="0"/>
          </a:p>
        </p:txBody>
      </p:sp>
      <p:sp>
        <p:nvSpPr>
          <p:cNvPr id="57" name="Text 54"/>
          <p:cNvSpPr/>
          <p:nvPr/>
        </p:nvSpPr>
        <p:spPr>
          <a:xfrm>
            <a:off x="8473169" y="3110863"/>
            <a:ext cx="83961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2.431</a:t>
            </a:r>
            <a:endParaRPr lang="en-US" sz="816" dirty="0"/>
          </a:p>
        </p:txBody>
      </p:sp>
      <p:sp>
        <p:nvSpPr>
          <p:cNvPr id="58" name="Text 55"/>
          <p:cNvSpPr/>
          <p:nvPr/>
        </p:nvSpPr>
        <p:spPr>
          <a:xfrm>
            <a:off x="9272802" y="3110863"/>
            <a:ext cx="75882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1.568</a:t>
            </a:r>
            <a:endParaRPr lang="en-US" sz="816" dirty="0"/>
          </a:p>
        </p:txBody>
      </p:sp>
      <p:sp>
        <p:nvSpPr>
          <p:cNvPr id="59" name="Text 56"/>
          <p:cNvSpPr/>
          <p:nvPr/>
        </p:nvSpPr>
        <p:spPr>
          <a:xfrm>
            <a:off x="2458579" y="3358513"/>
            <a:ext cx="83961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1.816</a:t>
            </a:r>
            <a:endParaRPr lang="en-US" sz="816" dirty="0"/>
          </a:p>
        </p:txBody>
      </p:sp>
      <p:sp>
        <p:nvSpPr>
          <p:cNvPr id="60" name="Text 57"/>
          <p:cNvSpPr/>
          <p:nvPr/>
        </p:nvSpPr>
        <p:spPr>
          <a:xfrm>
            <a:off x="3258213" y="3358513"/>
            <a:ext cx="75882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1.197</a:t>
            </a:r>
            <a:endParaRPr lang="en-US" sz="816" dirty="0"/>
          </a:p>
        </p:txBody>
      </p:sp>
      <p:sp>
        <p:nvSpPr>
          <p:cNvPr id="61" name="Text 58"/>
          <p:cNvSpPr/>
          <p:nvPr/>
        </p:nvSpPr>
        <p:spPr>
          <a:xfrm>
            <a:off x="8473169" y="3358513"/>
            <a:ext cx="83961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2.367</a:t>
            </a:r>
            <a:endParaRPr lang="en-US" sz="816" dirty="0"/>
          </a:p>
        </p:txBody>
      </p:sp>
      <p:sp>
        <p:nvSpPr>
          <p:cNvPr id="62" name="Text 59"/>
          <p:cNvSpPr/>
          <p:nvPr/>
        </p:nvSpPr>
        <p:spPr>
          <a:xfrm>
            <a:off x="9272802" y="3358513"/>
            <a:ext cx="75882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1.818</a:t>
            </a:r>
            <a:endParaRPr lang="en-US" sz="816" dirty="0"/>
          </a:p>
        </p:txBody>
      </p:sp>
      <p:sp>
        <p:nvSpPr>
          <p:cNvPr id="63" name="Text 60"/>
          <p:cNvSpPr/>
          <p:nvPr/>
        </p:nvSpPr>
        <p:spPr>
          <a:xfrm>
            <a:off x="2458579" y="3606163"/>
            <a:ext cx="83961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1.568</a:t>
            </a:r>
            <a:endParaRPr lang="en-US" sz="816" dirty="0"/>
          </a:p>
        </p:txBody>
      </p:sp>
      <p:sp>
        <p:nvSpPr>
          <p:cNvPr id="64" name="Text 61"/>
          <p:cNvSpPr/>
          <p:nvPr/>
        </p:nvSpPr>
        <p:spPr>
          <a:xfrm>
            <a:off x="3258213" y="3606163"/>
            <a:ext cx="75882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1.231</a:t>
            </a:r>
            <a:endParaRPr lang="en-US" sz="816" dirty="0"/>
          </a:p>
        </p:txBody>
      </p:sp>
      <p:sp>
        <p:nvSpPr>
          <p:cNvPr id="65" name="Text 62"/>
          <p:cNvSpPr/>
          <p:nvPr/>
        </p:nvSpPr>
        <p:spPr>
          <a:xfrm>
            <a:off x="8473169" y="3606163"/>
            <a:ext cx="83961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2.186</a:t>
            </a:r>
            <a:endParaRPr lang="en-US" sz="816" dirty="0"/>
          </a:p>
        </p:txBody>
      </p:sp>
      <p:sp>
        <p:nvSpPr>
          <p:cNvPr id="66" name="Text 63"/>
          <p:cNvSpPr/>
          <p:nvPr/>
        </p:nvSpPr>
        <p:spPr>
          <a:xfrm>
            <a:off x="9272802" y="3606163"/>
            <a:ext cx="75882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1.452</a:t>
            </a:r>
            <a:endParaRPr lang="en-US" sz="816" dirty="0"/>
          </a:p>
        </p:txBody>
      </p:sp>
      <p:sp>
        <p:nvSpPr>
          <p:cNvPr id="67" name="Text 64"/>
          <p:cNvSpPr/>
          <p:nvPr/>
        </p:nvSpPr>
        <p:spPr>
          <a:xfrm>
            <a:off x="2458579" y="3853813"/>
            <a:ext cx="83961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1.741</a:t>
            </a:r>
            <a:endParaRPr lang="en-US" sz="816" dirty="0"/>
          </a:p>
        </p:txBody>
      </p:sp>
      <p:sp>
        <p:nvSpPr>
          <p:cNvPr id="68" name="Text 65"/>
          <p:cNvSpPr/>
          <p:nvPr/>
        </p:nvSpPr>
        <p:spPr>
          <a:xfrm>
            <a:off x="3258213" y="3853813"/>
            <a:ext cx="75882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1.231</a:t>
            </a:r>
            <a:endParaRPr lang="en-US" sz="816" dirty="0"/>
          </a:p>
        </p:txBody>
      </p:sp>
      <p:sp>
        <p:nvSpPr>
          <p:cNvPr id="69" name="Text 66"/>
          <p:cNvSpPr/>
          <p:nvPr/>
        </p:nvSpPr>
        <p:spPr>
          <a:xfrm>
            <a:off x="8473169" y="3853813"/>
            <a:ext cx="83961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2.314</a:t>
            </a:r>
            <a:endParaRPr lang="en-US" sz="816" dirty="0"/>
          </a:p>
        </p:txBody>
      </p:sp>
      <p:sp>
        <p:nvSpPr>
          <p:cNvPr id="70" name="Text 67"/>
          <p:cNvSpPr/>
          <p:nvPr/>
        </p:nvSpPr>
        <p:spPr>
          <a:xfrm>
            <a:off x="9272802" y="3853813"/>
            <a:ext cx="75882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1.520</a:t>
            </a:r>
            <a:endParaRPr lang="en-US" sz="816" dirty="0"/>
          </a:p>
        </p:txBody>
      </p:sp>
      <p:sp>
        <p:nvSpPr>
          <p:cNvPr id="71" name="Text 68"/>
          <p:cNvSpPr/>
          <p:nvPr/>
        </p:nvSpPr>
        <p:spPr>
          <a:xfrm>
            <a:off x="723882" y="4101463"/>
            <a:ext cx="701164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16" dirty="0"/>
          </a:p>
        </p:txBody>
      </p:sp>
      <p:sp>
        <p:nvSpPr>
          <p:cNvPr id="72" name="Text 69"/>
          <p:cNvSpPr/>
          <p:nvPr/>
        </p:nvSpPr>
        <p:spPr>
          <a:xfrm>
            <a:off x="3258213" y="4101463"/>
            <a:ext cx="758826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7.250</a:t>
            </a:r>
            <a:endParaRPr lang="en-US" sz="816" dirty="0"/>
          </a:p>
        </p:txBody>
      </p:sp>
      <p:sp>
        <p:nvSpPr>
          <p:cNvPr id="73" name="Text 70"/>
          <p:cNvSpPr/>
          <p:nvPr/>
        </p:nvSpPr>
        <p:spPr>
          <a:xfrm>
            <a:off x="5465874" y="4101463"/>
            <a:ext cx="839615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3.383</a:t>
            </a:r>
            <a:endParaRPr lang="en-US" sz="816" dirty="0"/>
          </a:p>
        </p:txBody>
      </p:sp>
      <p:sp>
        <p:nvSpPr>
          <p:cNvPr id="74" name="Text 71"/>
          <p:cNvSpPr/>
          <p:nvPr/>
        </p:nvSpPr>
        <p:spPr>
          <a:xfrm>
            <a:off x="6265507" y="4101463"/>
            <a:ext cx="758826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2.194</a:t>
            </a:r>
            <a:endParaRPr lang="en-US" sz="816" dirty="0"/>
          </a:p>
        </p:txBody>
      </p:sp>
      <p:sp>
        <p:nvSpPr>
          <p:cNvPr id="75" name="Text 72"/>
          <p:cNvSpPr/>
          <p:nvPr/>
        </p:nvSpPr>
        <p:spPr>
          <a:xfrm>
            <a:off x="9272802" y="4101463"/>
            <a:ext cx="758826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9.444</a:t>
            </a:r>
            <a:endParaRPr lang="en-US" sz="816" dirty="0"/>
          </a:p>
        </p:txBody>
      </p:sp>
      <p:sp>
        <p:nvSpPr>
          <p:cNvPr id="76" name="Text 73"/>
          <p:cNvSpPr/>
          <p:nvPr/>
        </p:nvSpPr>
        <p:spPr>
          <a:xfrm>
            <a:off x="8203945" y="1162050"/>
            <a:ext cx="342690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+30 %</a:t>
            </a:r>
            <a:endParaRPr lang="en-US" sz="1400" dirty="0"/>
          </a:p>
        </p:txBody>
      </p:sp>
      <p:sp>
        <p:nvSpPr>
          <p:cNvPr id="77" name="Text 74"/>
          <p:cNvSpPr/>
          <p:nvPr/>
        </p:nvSpPr>
        <p:spPr>
          <a:xfrm>
            <a:off x="10378419" y="1908870"/>
            <a:ext cx="524896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16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Vanti</a:t>
            </a:r>
            <a:endParaRPr lang="en-US" sz="816" dirty="0"/>
          </a:p>
        </p:txBody>
      </p:sp>
      <p:sp>
        <p:nvSpPr>
          <p:cNvPr id="78" name="Text 75"/>
          <p:cNvSpPr/>
          <p:nvPr/>
        </p:nvSpPr>
        <p:spPr>
          <a:xfrm>
            <a:off x="3258213" y="2391725"/>
            <a:ext cx="7588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</a:t>
            </a:r>
            <a:endParaRPr lang="en-US" sz="888" dirty="0"/>
          </a:p>
        </p:txBody>
      </p:sp>
      <p:sp>
        <p:nvSpPr>
          <p:cNvPr id="79" name="Text 76"/>
          <p:cNvSpPr/>
          <p:nvPr/>
        </p:nvSpPr>
        <p:spPr>
          <a:xfrm>
            <a:off x="6265507" y="2391725"/>
            <a:ext cx="7588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</a:t>
            </a:r>
            <a:endParaRPr lang="en-US" sz="888" dirty="0"/>
          </a:p>
        </p:txBody>
      </p:sp>
      <p:sp>
        <p:nvSpPr>
          <p:cNvPr id="80" name="Text 77"/>
          <p:cNvSpPr/>
          <p:nvPr/>
        </p:nvSpPr>
        <p:spPr>
          <a:xfrm>
            <a:off x="9272802" y="2391725"/>
            <a:ext cx="7588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10935468" y="1908870"/>
            <a:ext cx="558962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1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</a:t>
            </a:r>
            <a:endParaRPr lang="en-US" sz="816" dirty="0"/>
          </a:p>
        </p:txBody>
      </p:sp>
      <p:sp>
        <p:nvSpPr>
          <p:cNvPr id="82" name="Text 79"/>
          <p:cNvSpPr/>
          <p:nvPr/>
        </p:nvSpPr>
        <p:spPr>
          <a:xfrm>
            <a:off x="723882" y="2163125"/>
            <a:ext cx="7011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83" name="Text 80"/>
          <p:cNvSpPr/>
          <p:nvPr/>
        </p:nvSpPr>
        <p:spPr>
          <a:xfrm>
            <a:off x="723882" y="2620325"/>
            <a:ext cx="701164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16" dirty="0"/>
          </a:p>
        </p:txBody>
      </p:sp>
      <p:sp>
        <p:nvSpPr>
          <p:cNvPr id="84" name="Text 81"/>
          <p:cNvSpPr/>
          <p:nvPr/>
        </p:nvSpPr>
        <p:spPr>
          <a:xfrm>
            <a:off x="5465874" y="2620325"/>
            <a:ext cx="839615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556</a:t>
            </a:r>
            <a:endParaRPr lang="en-US" sz="816" dirty="0"/>
          </a:p>
        </p:txBody>
      </p:sp>
      <p:sp>
        <p:nvSpPr>
          <p:cNvPr id="85" name="Text 82"/>
          <p:cNvSpPr/>
          <p:nvPr/>
        </p:nvSpPr>
        <p:spPr>
          <a:xfrm>
            <a:off x="6265507" y="2620325"/>
            <a:ext cx="758826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498</a:t>
            </a:r>
            <a:endParaRPr lang="en-US" sz="816" dirty="0"/>
          </a:p>
        </p:txBody>
      </p:sp>
      <p:sp>
        <p:nvSpPr>
          <p:cNvPr id="86" name="Text 83"/>
          <p:cNvSpPr/>
          <p:nvPr/>
        </p:nvSpPr>
        <p:spPr>
          <a:xfrm>
            <a:off x="723882" y="2863213"/>
            <a:ext cx="70116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16" dirty="0"/>
          </a:p>
        </p:txBody>
      </p:sp>
      <p:sp>
        <p:nvSpPr>
          <p:cNvPr id="87" name="Text 84"/>
          <p:cNvSpPr/>
          <p:nvPr/>
        </p:nvSpPr>
        <p:spPr>
          <a:xfrm>
            <a:off x="5465874" y="2863213"/>
            <a:ext cx="83961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555</a:t>
            </a:r>
            <a:endParaRPr lang="en-US" sz="816" dirty="0"/>
          </a:p>
        </p:txBody>
      </p:sp>
      <p:sp>
        <p:nvSpPr>
          <p:cNvPr id="88" name="Text 85"/>
          <p:cNvSpPr/>
          <p:nvPr/>
        </p:nvSpPr>
        <p:spPr>
          <a:xfrm>
            <a:off x="6265507" y="2863213"/>
            <a:ext cx="75882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194</a:t>
            </a:r>
            <a:endParaRPr lang="en-US" sz="816" dirty="0"/>
          </a:p>
        </p:txBody>
      </p:sp>
      <p:sp>
        <p:nvSpPr>
          <p:cNvPr id="89" name="Text 86"/>
          <p:cNvSpPr/>
          <p:nvPr/>
        </p:nvSpPr>
        <p:spPr>
          <a:xfrm>
            <a:off x="723882" y="3110863"/>
            <a:ext cx="70116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16" dirty="0"/>
          </a:p>
        </p:txBody>
      </p:sp>
      <p:sp>
        <p:nvSpPr>
          <p:cNvPr id="90" name="Text 87"/>
          <p:cNvSpPr/>
          <p:nvPr/>
        </p:nvSpPr>
        <p:spPr>
          <a:xfrm>
            <a:off x="5465874" y="3110863"/>
            <a:ext cx="83961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530</a:t>
            </a:r>
            <a:endParaRPr lang="en-US" sz="816" dirty="0"/>
          </a:p>
        </p:txBody>
      </p:sp>
      <p:sp>
        <p:nvSpPr>
          <p:cNvPr id="91" name="Text 88"/>
          <p:cNvSpPr/>
          <p:nvPr/>
        </p:nvSpPr>
        <p:spPr>
          <a:xfrm>
            <a:off x="6265507" y="3110863"/>
            <a:ext cx="75882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371</a:t>
            </a:r>
            <a:endParaRPr lang="en-US" sz="816" dirty="0"/>
          </a:p>
        </p:txBody>
      </p:sp>
      <p:sp>
        <p:nvSpPr>
          <p:cNvPr id="92" name="Text 89"/>
          <p:cNvSpPr/>
          <p:nvPr/>
        </p:nvSpPr>
        <p:spPr>
          <a:xfrm>
            <a:off x="723882" y="3358513"/>
            <a:ext cx="70116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16" dirty="0"/>
          </a:p>
        </p:txBody>
      </p:sp>
      <p:sp>
        <p:nvSpPr>
          <p:cNvPr id="93" name="Text 90"/>
          <p:cNvSpPr/>
          <p:nvPr/>
        </p:nvSpPr>
        <p:spPr>
          <a:xfrm>
            <a:off x="5465874" y="3358513"/>
            <a:ext cx="83961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551</a:t>
            </a:r>
            <a:endParaRPr lang="en-US" sz="816" dirty="0"/>
          </a:p>
        </p:txBody>
      </p:sp>
      <p:sp>
        <p:nvSpPr>
          <p:cNvPr id="94" name="Text 91"/>
          <p:cNvSpPr/>
          <p:nvPr/>
        </p:nvSpPr>
        <p:spPr>
          <a:xfrm>
            <a:off x="6265507" y="3358513"/>
            <a:ext cx="75882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621</a:t>
            </a:r>
            <a:endParaRPr lang="en-US" sz="816" dirty="0"/>
          </a:p>
        </p:txBody>
      </p:sp>
      <p:sp>
        <p:nvSpPr>
          <p:cNvPr id="95" name="Text 92"/>
          <p:cNvSpPr/>
          <p:nvPr/>
        </p:nvSpPr>
        <p:spPr>
          <a:xfrm>
            <a:off x="723882" y="3606163"/>
            <a:ext cx="70116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16" dirty="0"/>
          </a:p>
        </p:txBody>
      </p:sp>
      <p:sp>
        <p:nvSpPr>
          <p:cNvPr id="96" name="Text 93"/>
          <p:cNvSpPr/>
          <p:nvPr/>
        </p:nvSpPr>
        <p:spPr>
          <a:xfrm>
            <a:off x="5465874" y="3606163"/>
            <a:ext cx="83961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618</a:t>
            </a:r>
            <a:endParaRPr lang="en-US" sz="816" dirty="0"/>
          </a:p>
        </p:txBody>
      </p:sp>
      <p:sp>
        <p:nvSpPr>
          <p:cNvPr id="97" name="Text 94"/>
          <p:cNvSpPr/>
          <p:nvPr/>
        </p:nvSpPr>
        <p:spPr>
          <a:xfrm>
            <a:off x="6265507" y="3606163"/>
            <a:ext cx="75882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221</a:t>
            </a:r>
            <a:endParaRPr lang="en-US" sz="816" dirty="0"/>
          </a:p>
        </p:txBody>
      </p:sp>
      <p:sp>
        <p:nvSpPr>
          <p:cNvPr id="98" name="Text 95"/>
          <p:cNvSpPr/>
          <p:nvPr/>
        </p:nvSpPr>
        <p:spPr>
          <a:xfrm>
            <a:off x="723882" y="3853813"/>
            <a:ext cx="70116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16" dirty="0"/>
          </a:p>
        </p:txBody>
      </p:sp>
      <p:sp>
        <p:nvSpPr>
          <p:cNvPr id="99" name="Text 96"/>
          <p:cNvSpPr/>
          <p:nvPr/>
        </p:nvSpPr>
        <p:spPr>
          <a:xfrm>
            <a:off x="5465874" y="3853813"/>
            <a:ext cx="83961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573</a:t>
            </a:r>
            <a:endParaRPr lang="en-US" sz="816" dirty="0"/>
          </a:p>
        </p:txBody>
      </p:sp>
      <p:sp>
        <p:nvSpPr>
          <p:cNvPr id="100" name="Text 97"/>
          <p:cNvSpPr/>
          <p:nvPr/>
        </p:nvSpPr>
        <p:spPr>
          <a:xfrm>
            <a:off x="6265507" y="3853813"/>
            <a:ext cx="75882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289</a:t>
            </a:r>
            <a:endParaRPr lang="en-US" sz="816" dirty="0"/>
          </a:p>
        </p:txBody>
      </p:sp>
      <p:sp>
        <p:nvSpPr>
          <p:cNvPr id="101" name="Text 98"/>
          <p:cNvSpPr/>
          <p:nvPr/>
        </p:nvSpPr>
        <p:spPr>
          <a:xfrm>
            <a:off x="1391657" y="2620325"/>
            <a:ext cx="1120268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816" dirty="0"/>
          </a:p>
        </p:txBody>
      </p:sp>
      <p:sp>
        <p:nvSpPr>
          <p:cNvPr id="102" name="Text 99"/>
          <p:cNvSpPr/>
          <p:nvPr/>
        </p:nvSpPr>
        <p:spPr>
          <a:xfrm>
            <a:off x="1391657" y="2863213"/>
            <a:ext cx="11202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</a:t>
            </a:r>
            <a:endParaRPr lang="en-US" sz="816" dirty="0"/>
          </a:p>
        </p:txBody>
      </p:sp>
      <p:sp>
        <p:nvSpPr>
          <p:cNvPr id="103" name="Text 100"/>
          <p:cNvSpPr/>
          <p:nvPr/>
        </p:nvSpPr>
        <p:spPr>
          <a:xfrm>
            <a:off x="1391657" y="3110863"/>
            <a:ext cx="11202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816" dirty="0"/>
          </a:p>
        </p:txBody>
      </p:sp>
      <p:sp>
        <p:nvSpPr>
          <p:cNvPr id="104" name="Text 101"/>
          <p:cNvSpPr/>
          <p:nvPr/>
        </p:nvSpPr>
        <p:spPr>
          <a:xfrm>
            <a:off x="1391657" y="3358513"/>
            <a:ext cx="11202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816" dirty="0"/>
          </a:p>
        </p:txBody>
      </p:sp>
      <p:sp>
        <p:nvSpPr>
          <p:cNvPr id="105" name="Text 102"/>
          <p:cNvSpPr/>
          <p:nvPr/>
        </p:nvSpPr>
        <p:spPr>
          <a:xfrm>
            <a:off x="1391657" y="3606163"/>
            <a:ext cx="11202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816" dirty="0"/>
          </a:p>
        </p:txBody>
      </p:sp>
      <p:sp>
        <p:nvSpPr>
          <p:cNvPr id="106" name="Text 103"/>
          <p:cNvSpPr/>
          <p:nvPr/>
        </p:nvSpPr>
        <p:spPr>
          <a:xfrm>
            <a:off x="1391657" y="3853813"/>
            <a:ext cx="11202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816" dirty="0"/>
          </a:p>
        </p:txBody>
      </p:sp>
      <p:sp>
        <p:nvSpPr>
          <p:cNvPr id="107" name="Text 104"/>
          <p:cNvSpPr/>
          <p:nvPr/>
        </p:nvSpPr>
        <p:spPr>
          <a:xfrm>
            <a:off x="1391657" y="4101463"/>
            <a:ext cx="1120268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81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2_Xu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42971" y="5452170"/>
            <a:ext cx="9362186" cy="1726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 el semestre —  de la meta general, con 3 de 6 meses sobre la meta. Cuota Protegida aportó 10.534 (90 %) y Combo Vida 3.383 (116 %).</a:t>
            </a:r>
            <a:endParaRPr lang="en-US" sz="864" dirty="0"/>
          </a:p>
        </p:txBody>
      </p:sp>
      <p:sp>
        <p:nvSpPr>
          <p:cNvPr id="4" name="Text 1"/>
          <p:cNvSpPr/>
          <p:nvPr/>
        </p:nvSpPr>
        <p:spPr>
          <a:xfrm>
            <a:off x="8203945" y="1489770"/>
            <a:ext cx="342690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Crecimiento necesario sobre junio (2.314) · mejor mes: 2.431</a:t>
            </a:r>
            <a:endParaRPr lang="en-US" sz="864" dirty="0"/>
          </a:p>
        </p:txBody>
      </p:sp>
      <p:sp>
        <p:nvSpPr>
          <p:cNvPr id="5" name="Text 2"/>
          <p:cNvSpPr/>
          <p:nvPr/>
        </p:nvSpPr>
        <p:spPr>
          <a:xfrm>
            <a:off x="1213514" y="219075"/>
            <a:ext cx="391820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Resultados de Ventas · Primer Semestre 2026</a:t>
            </a:r>
            <a:endParaRPr lang="en-US" sz="1260" dirty="0"/>
          </a:p>
        </p:txBody>
      </p:sp>
      <p:sp>
        <p:nvSpPr>
          <p:cNvPr id="6" name="Text 3"/>
          <p:cNvSpPr/>
          <p:nvPr/>
        </p:nvSpPr>
        <p:spPr>
          <a:xfrm>
            <a:off x="761981" y="990600"/>
            <a:ext cx="342690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liquidadas (1S completo)</a:t>
            </a:r>
            <a:endParaRPr lang="en-US" sz="864" dirty="0"/>
          </a:p>
        </p:txBody>
      </p:sp>
      <p:sp>
        <p:nvSpPr>
          <p:cNvPr id="7" name="Text 4"/>
          <p:cNvSpPr/>
          <p:nvPr/>
        </p:nvSpPr>
        <p:spPr>
          <a:xfrm>
            <a:off x="4482889" y="1489770"/>
            <a:ext cx="3427061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 · Pico (abr–may) · Jun</a:t>
            </a:r>
            <a:endParaRPr lang="en-US" sz="864" dirty="0"/>
          </a:p>
        </p:txBody>
      </p:sp>
      <p:sp>
        <p:nvSpPr>
          <p:cNvPr id="8" name="Text 5"/>
          <p:cNvSpPr/>
          <p:nvPr/>
        </p:nvSpPr>
        <p:spPr>
          <a:xfrm>
            <a:off x="8203945" y="990600"/>
            <a:ext cx="342690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Brecha vs. meta 3.000/mes</a:t>
            </a:r>
            <a:endParaRPr lang="en-US" sz="864" dirty="0"/>
          </a:p>
        </p:txBody>
      </p:sp>
      <p:sp>
        <p:nvSpPr>
          <p:cNvPr id="9" name="Text 6"/>
          <p:cNvSpPr/>
          <p:nvPr/>
        </p:nvSpPr>
        <p:spPr>
          <a:xfrm>
            <a:off x="761981" y="1489770"/>
            <a:ext cx="342690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Cifra oficial ene–jun</a:t>
            </a:r>
            <a:endParaRPr lang="en-US" sz="864" dirty="0"/>
          </a:p>
        </p:txBody>
      </p:sp>
      <p:sp>
        <p:nvSpPr>
          <p:cNvPr id="10" name="Text 7"/>
          <p:cNvSpPr/>
          <p:nvPr/>
        </p:nvSpPr>
        <p:spPr>
          <a:xfrm>
            <a:off x="2449352" y="2164656"/>
            <a:ext cx="31693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(CP)</a:t>
            </a:r>
            <a:endParaRPr lang="en-US" sz="888" dirty="0"/>
          </a:p>
        </p:txBody>
      </p:sp>
      <p:sp>
        <p:nvSpPr>
          <p:cNvPr id="11" name="Text 8"/>
          <p:cNvSpPr/>
          <p:nvPr/>
        </p:nvSpPr>
        <p:spPr>
          <a:xfrm>
            <a:off x="4482889" y="990600"/>
            <a:ext cx="3427061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Asesores en equipo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5467809" y="2164656"/>
            <a:ext cx="31406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Combo Vida (VOL)</a:t>
            </a:r>
            <a:endParaRPr lang="en-US" sz="888" dirty="0"/>
          </a:p>
        </p:txBody>
      </p:sp>
      <p:sp>
        <p:nvSpPr>
          <p:cNvPr id="13" name="Text 10"/>
          <p:cNvSpPr/>
          <p:nvPr/>
        </p:nvSpPr>
        <p:spPr>
          <a:xfrm>
            <a:off x="10362941" y="209550"/>
            <a:ext cx="1320132" cy="220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 1 · Ventas</a:t>
            </a:r>
            <a:endParaRPr lang="en-US" sz="840" dirty="0"/>
          </a:p>
        </p:txBody>
      </p:sp>
      <p:sp>
        <p:nvSpPr>
          <p:cNvPr id="14" name="Text 11"/>
          <p:cNvSpPr/>
          <p:nvPr/>
        </p:nvSpPr>
        <p:spPr>
          <a:xfrm>
            <a:off x="3990875" y="2393256"/>
            <a:ext cx="15507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</a:t>
            </a:r>
            <a:endParaRPr lang="en-US" sz="888" dirty="0"/>
          </a:p>
        </p:txBody>
      </p:sp>
      <p:sp>
        <p:nvSpPr>
          <p:cNvPr id="15" name="Text 12"/>
          <p:cNvSpPr/>
          <p:nvPr/>
        </p:nvSpPr>
        <p:spPr>
          <a:xfrm>
            <a:off x="6981948" y="2393256"/>
            <a:ext cx="15507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10003232" y="2393256"/>
            <a:ext cx="15378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4482889" y="1162050"/>
            <a:ext cx="3427061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 → 21 → 21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388085" y="2164656"/>
            <a:ext cx="11143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Asesores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8458881" y="2164656"/>
            <a:ext cx="31593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General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6981948" y="2621856"/>
            <a:ext cx="155078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130,0 %</a:t>
            </a:r>
            <a:endParaRPr lang="en-US" sz="816" dirty="0"/>
          </a:p>
        </p:txBody>
      </p:sp>
      <p:sp>
        <p:nvSpPr>
          <p:cNvPr id="21" name="Text 18"/>
          <p:cNvSpPr/>
          <p:nvPr/>
        </p:nvSpPr>
        <p:spPr>
          <a:xfrm>
            <a:off x="10003232" y="2621856"/>
            <a:ext cx="153781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105,0 %</a:t>
            </a:r>
            <a:endParaRPr lang="en-US" sz="816" dirty="0"/>
          </a:p>
        </p:txBody>
      </p:sp>
      <p:sp>
        <p:nvSpPr>
          <p:cNvPr id="22" name="Text 19"/>
          <p:cNvSpPr/>
          <p:nvPr/>
        </p:nvSpPr>
        <p:spPr>
          <a:xfrm>
            <a:off x="3990875" y="2864743"/>
            <a:ext cx="155078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109,0 %</a:t>
            </a:r>
            <a:endParaRPr lang="en-US" sz="816" dirty="0"/>
          </a:p>
        </p:txBody>
      </p:sp>
      <p:sp>
        <p:nvSpPr>
          <p:cNvPr id="23" name="Text 20"/>
          <p:cNvSpPr/>
          <p:nvPr/>
        </p:nvSpPr>
        <p:spPr>
          <a:xfrm>
            <a:off x="6981948" y="2864743"/>
            <a:ext cx="155078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111,0 %</a:t>
            </a:r>
            <a:endParaRPr lang="en-US" sz="816" dirty="0"/>
          </a:p>
        </p:txBody>
      </p:sp>
      <p:sp>
        <p:nvSpPr>
          <p:cNvPr id="24" name="Text 21"/>
          <p:cNvSpPr/>
          <p:nvPr/>
        </p:nvSpPr>
        <p:spPr>
          <a:xfrm>
            <a:off x="10003232" y="2864743"/>
            <a:ext cx="15378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109,0 %</a:t>
            </a:r>
            <a:endParaRPr lang="en-US" sz="816" dirty="0"/>
          </a:p>
        </p:txBody>
      </p:sp>
      <p:sp>
        <p:nvSpPr>
          <p:cNvPr id="25" name="Text 22"/>
          <p:cNvSpPr/>
          <p:nvPr/>
        </p:nvSpPr>
        <p:spPr>
          <a:xfrm>
            <a:off x="3990875" y="3112393"/>
            <a:ext cx="155078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114,0 %</a:t>
            </a:r>
            <a:endParaRPr lang="en-US" sz="816" dirty="0"/>
          </a:p>
        </p:txBody>
      </p:sp>
      <p:sp>
        <p:nvSpPr>
          <p:cNvPr id="26" name="Text 23"/>
          <p:cNvSpPr/>
          <p:nvPr/>
        </p:nvSpPr>
        <p:spPr>
          <a:xfrm>
            <a:off x="6981948" y="3112393"/>
            <a:ext cx="155078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106,0 %</a:t>
            </a:r>
            <a:endParaRPr lang="en-US" sz="816" dirty="0"/>
          </a:p>
        </p:txBody>
      </p:sp>
      <p:sp>
        <p:nvSpPr>
          <p:cNvPr id="27" name="Text 24"/>
          <p:cNvSpPr/>
          <p:nvPr/>
        </p:nvSpPr>
        <p:spPr>
          <a:xfrm>
            <a:off x="10003232" y="3112393"/>
            <a:ext cx="15378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112,0 %</a:t>
            </a:r>
            <a:endParaRPr lang="en-US" sz="816" dirty="0"/>
          </a:p>
        </p:txBody>
      </p:sp>
      <p:sp>
        <p:nvSpPr>
          <p:cNvPr id="28" name="Text 25"/>
          <p:cNvSpPr/>
          <p:nvPr/>
        </p:nvSpPr>
        <p:spPr>
          <a:xfrm>
            <a:off x="6981948" y="3360043"/>
            <a:ext cx="155078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110,0 %</a:t>
            </a:r>
            <a:endParaRPr lang="en-US" sz="816" dirty="0"/>
          </a:p>
        </p:txBody>
      </p:sp>
      <p:sp>
        <p:nvSpPr>
          <p:cNvPr id="29" name="Text 26"/>
          <p:cNvSpPr/>
          <p:nvPr/>
        </p:nvSpPr>
        <p:spPr>
          <a:xfrm>
            <a:off x="6981948" y="3607693"/>
            <a:ext cx="155078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124,0 %</a:t>
            </a:r>
            <a:endParaRPr lang="en-US" sz="816" dirty="0"/>
          </a:p>
        </p:txBody>
      </p:sp>
      <p:sp>
        <p:nvSpPr>
          <p:cNvPr id="30" name="Text 27"/>
          <p:cNvSpPr/>
          <p:nvPr/>
        </p:nvSpPr>
        <p:spPr>
          <a:xfrm>
            <a:off x="6981948" y="3855343"/>
            <a:ext cx="155078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115,0 %</a:t>
            </a:r>
            <a:endParaRPr lang="en-US" sz="816" dirty="0"/>
          </a:p>
        </p:txBody>
      </p:sp>
      <p:sp>
        <p:nvSpPr>
          <p:cNvPr id="31" name="Text 28"/>
          <p:cNvSpPr/>
          <p:nvPr/>
        </p:nvSpPr>
        <p:spPr>
          <a:xfrm>
            <a:off x="6981948" y="4102993"/>
            <a:ext cx="155078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116,0 %</a:t>
            </a:r>
            <a:endParaRPr lang="en-US" sz="816" dirty="0"/>
          </a:p>
        </p:txBody>
      </p:sp>
      <p:sp>
        <p:nvSpPr>
          <p:cNvPr id="32" name="Text 29"/>
          <p:cNvSpPr/>
          <p:nvPr/>
        </p:nvSpPr>
        <p:spPr>
          <a:xfrm>
            <a:off x="3990875" y="2621856"/>
            <a:ext cx="155078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99,0 %</a:t>
            </a:r>
            <a:endParaRPr lang="en-US" sz="816" dirty="0"/>
          </a:p>
        </p:txBody>
      </p:sp>
      <p:sp>
        <p:nvSpPr>
          <p:cNvPr id="33" name="Text 30"/>
          <p:cNvSpPr/>
          <p:nvPr/>
        </p:nvSpPr>
        <p:spPr>
          <a:xfrm>
            <a:off x="3990875" y="3360043"/>
            <a:ext cx="155078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73,0 %</a:t>
            </a:r>
            <a:endParaRPr lang="en-US" sz="816" dirty="0"/>
          </a:p>
        </p:txBody>
      </p:sp>
      <p:sp>
        <p:nvSpPr>
          <p:cNvPr id="34" name="Text 31"/>
          <p:cNvSpPr/>
          <p:nvPr/>
        </p:nvSpPr>
        <p:spPr>
          <a:xfrm>
            <a:off x="10003232" y="3360043"/>
            <a:ext cx="15378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79,0 %</a:t>
            </a:r>
            <a:endParaRPr lang="en-US" sz="816" dirty="0"/>
          </a:p>
        </p:txBody>
      </p:sp>
      <p:sp>
        <p:nvSpPr>
          <p:cNvPr id="35" name="Text 32"/>
          <p:cNvSpPr/>
          <p:nvPr/>
        </p:nvSpPr>
        <p:spPr>
          <a:xfrm>
            <a:off x="3990875" y="3607693"/>
            <a:ext cx="155078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75,0 %</a:t>
            </a:r>
            <a:endParaRPr lang="en-US" sz="816" dirty="0"/>
          </a:p>
        </p:txBody>
      </p:sp>
      <p:sp>
        <p:nvSpPr>
          <p:cNvPr id="36" name="Text 33"/>
          <p:cNvSpPr/>
          <p:nvPr/>
        </p:nvSpPr>
        <p:spPr>
          <a:xfrm>
            <a:off x="10003232" y="3607693"/>
            <a:ext cx="15378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84,0 %</a:t>
            </a:r>
            <a:endParaRPr lang="en-US" sz="816" dirty="0"/>
          </a:p>
        </p:txBody>
      </p:sp>
      <p:sp>
        <p:nvSpPr>
          <p:cNvPr id="37" name="Text 34"/>
          <p:cNvSpPr/>
          <p:nvPr/>
        </p:nvSpPr>
        <p:spPr>
          <a:xfrm>
            <a:off x="3990875" y="3855343"/>
            <a:ext cx="155078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87,0 %</a:t>
            </a:r>
            <a:endParaRPr lang="en-US" sz="816" dirty="0"/>
          </a:p>
        </p:txBody>
      </p:sp>
      <p:sp>
        <p:nvSpPr>
          <p:cNvPr id="38" name="Text 35"/>
          <p:cNvSpPr/>
          <p:nvPr/>
        </p:nvSpPr>
        <p:spPr>
          <a:xfrm>
            <a:off x="10003232" y="3855343"/>
            <a:ext cx="15378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93,0 %</a:t>
            </a:r>
            <a:endParaRPr lang="en-US" sz="816" dirty="0"/>
          </a:p>
        </p:txBody>
      </p:sp>
      <p:sp>
        <p:nvSpPr>
          <p:cNvPr id="39" name="Text 36"/>
          <p:cNvSpPr/>
          <p:nvPr/>
        </p:nvSpPr>
        <p:spPr>
          <a:xfrm>
            <a:off x="2449352" y="4102993"/>
            <a:ext cx="835083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10.534</a:t>
            </a:r>
            <a:endParaRPr lang="en-US" sz="816" dirty="0"/>
          </a:p>
        </p:txBody>
      </p:sp>
      <p:sp>
        <p:nvSpPr>
          <p:cNvPr id="40" name="Text 37"/>
          <p:cNvSpPr/>
          <p:nvPr/>
        </p:nvSpPr>
        <p:spPr>
          <a:xfrm>
            <a:off x="3244670" y="4102993"/>
            <a:ext cx="783516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11.643</a:t>
            </a:r>
            <a:endParaRPr lang="en-US" sz="816" dirty="0"/>
          </a:p>
        </p:txBody>
      </p:sp>
      <p:sp>
        <p:nvSpPr>
          <p:cNvPr id="41" name="Text 38"/>
          <p:cNvSpPr/>
          <p:nvPr/>
        </p:nvSpPr>
        <p:spPr>
          <a:xfrm>
            <a:off x="3990875" y="4102993"/>
            <a:ext cx="155078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90,0 %</a:t>
            </a:r>
            <a:endParaRPr lang="en-US" sz="816" dirty="0"/>
          </a:p>
        </p:txBody>
      </p:sp>
      <p:sp>
        <p:nvSpPr>
          <p:cNvPr id="42" name="Text 39"/>
          <p:cNvSpPr/>
          <p:nvPr/>
        </p:nvSpPr>
        <p:spPr>
          <a:xfrm>
            <a:off x="8458881" y="4102993"/>
            <a:ext cx="835083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816" dirty="0"/>
          </a:p>
        </p:txBody>
      </p:sp>
      <p:sp>
        <p:nvSpPr>
          <p:cNvPr id="43" name="Text 40"/>
          <p:cNvSpPr/>
          <p:nvPr/>
        </p:nvSpPr>
        <p:spPr>
          <a:xfrm>
            <a:off x="9254199" y="4102993"/>
            <a:ext cx="786485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14.572</a:t>
            </a:r>
            <a:endParaRPr lang="en-US" sz="816" dirty="0"/>
          </a:p>
        </p:txBody>
      </p:sp>
      <p:sp>
        <p:nvSpPr>
          <p:cNvPr id="44" name="Text 41"/>
          <p:cNvSpPr/>
          <p:nvPr/>
        </p:nvSpPr>
        <p:spPr>
          <a:xfrm>
            <a:off x="10003232" y="4102993"/>
            <a:ext cx="153781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96,0 %</a:t>
            </a:r>
            <a:endParaRPr lang="en-US" sz="816" dirty="0"/>
          </a:p>
        </p:txBody>
      </p:sp>
      <p:sp>
        <p:nvSpPr>
          <p:cNvPr id="45" name="Text 42"/>
          <p:cNvSpPr/>
          <p:nvPr/>
        </p:nvSpPr>
        <p:spPr>
          <a:xfrm>
            <a:off x="761981" y="1162050"/>
            <a:ext cx="342690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1400" dirty="0"/>
          </a:p>
        </p:txBody>
      </p:sp>
      <p:sp>
        <p:nvSpPr>
          <p:cNvPr id="46" name="Text 43"/>
          <p:cNvSpPr/>
          <p:nvPr/>
        </p:nvSpPr>
        <p:spPr>
          <a:xfrm>
            <a:off x="2449352" y="2393256"/>
            <a:ext cx="8350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5467809" y="2393256"/>
            <a:ext cx="8350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</a:t>
            </a:r>
            <a:endParaRPr lang="en-US" sz="888" dirty="0"/>
          </a:p>
        </p:txBody>
      </p:sp>
      <p:sp>
        <p:nvSpPr>
          <p:cNvPr id="48" name="Text 45"/>
          <p:cNvSpPr/>
          <p:nvPr/>
        </p:nvSpPr>
        <p:spPr>
          <a:xfrm>
            <a:off x="8458881" y="2393256"/>
            <a:ext cx="8350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</a:t>
            </a:r>
            <a:endParaRPr lang="en-US" sz="888" dirty="0"/>
          </a:p>
        </p:txBody>
      </p:sp>
      <p:sp>
        <p:nvSpPr>
          <p:cNvPr id="49" name="Text 46"/>
          <p:cNvSpPr/>
          <p:nvPr/>
        </p:nvSpPr>
        <p:spPr>
          <a:xfrm>
            <a:off x="2449352" y="2621856"/>
            <a:ext cx="835083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1.689</a:t>
            </a:r>
            <a:endParaRPr lang="en-US" sz="816" dirty="0"/>
          </a:p>
        </p:txBody>
      </p:sp>
      <p:sp>
        <p:nvSpPr>
          <p:cNvPr id="50" name="Text 47"/>
          <p:cNvSpPr/>
          <p:nvPr/>
        </p:nvSpPr>
        <p:spPr>
          <a:xfrm>
            <a:off x="3244670" y="2621856"/>
            <a:ext cx="783516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1.703</a:t>
            </a:r>
            <a:endParaRPr lang="en-US" sz="816" dirty="0"/>
          </a:p>
        </p:txBody>
      </p:sp>
      <p:sp>
        <p:nvSpPr>
          <p:cNvPr id="51" name="Text 48"/>
          <p:cNvSpPr/>
          <p:nvPr/>
        </p:nvSpPr>
        <p:spPr>
          <a:xfrm>
            <a:off x="8458881" y="2621856"/>
            <a:ext cx="835083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2.245</a:t>
            </a:r>
            <a:endParaRPr lang="en-US" sz="816" dirty="0"/>
          </a:p>
        </p:txBody>
      </p:sp>
      <p:sp>
        <p:nvSpPr>
          <p:cNvPr id="52" name="Text 49"/>
          <p:cNvSpPr/>
          <p:nvPr/>
        </p:nvSpPr>
        <p:spPr>
          <a:xfrm>
            <a:off x="9254199" y="2621856"/>
            <a:ext cx="786485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2.132</a:t>
            </a:r>
            <a:endParaRPr lang="en-US" sz="816" dirty="0"/>
          </a:p>
        </p:txBody>
      </p:sp>
      <p:sp>
        <p:nvSpPr>
          <p:cNvPr id="53" name="Text 50"/>
          <p:cNvSpPr/>
          <p:nvPr/>
        </p:nvSpPr>
        <p:spPr>
          <a:xfrm>
            <a:off x="2449352" y="2864743"/>
            <a:ext cx="83508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1.819</a:t>
            </a:r>
            <a:endParaRPr lang="en-US" sz="816" dirty="0"/>
          </a:p>
        </p:txBody>
      </p:sp>
      <p:sp>
        <p:nvSpPr>
          <p:cNvPr id="54" name="Text 51"/>
          <p:cNvSpPr/>
          <p:nvPr/>
        </p:nvSpPr>
        <p:spPr>
          <a:xfrm>
            <a:off x="3244670" y="2864743"/>
            <a:ext cx="7835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1.670</a:t>
            </a:r>
            <a:endParaRPr lang="en-US" sz="816" dirty="0"/>
          </a:p>
        </p:txBody>
      </p:sp>
      <p:sp>
        <p:nvSpPr>
          <p:cNvPr id="55" name="Text 52"/>
          <p:cNvSpPr/>
          <p:nvPr/>
        </p:nvSpPr>
        <p:spPr>
          <a:xfrm>
            <a:off x="8458881" y="2864743"/>
            <a:ext cx="83508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2.374</a:t>
            </a:r>
            <a:endParaRPr lang="en-US" sz="816" dirty="0"/>
          </a:p>
        </p:txBody>
      </p:sp>
      <p:sp>
        <p:nvSpPr>
          <p:cNvPr id="56" name="Text 53"/>
          <p:cNvSpPr/>
          <p:nvPr/>
        </p:nvSpPr>
        <p:spPr>
          <a:xfrm>
            <a:off x="9254199" y="2864743"/>
            <a:ext cx="7864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2.170</a:t>
            </a:r>
            <a:endParaRPr lang="en-US" sz="816" dirty="0"/>
          </a:p>
        </p:txBody>
      </p:sp>
      <p:sp>
        <p:nvSpPr>
          <p:cNvPr id="57" name="Text 54"/>
          <p:cNvSpPr/>
          <p:nvPr/>
        </p:nvSpPr>
        <p:spPr>
          <a:xfrm>
            <a:off x="2449352" y="3112393"/>
            <a:ext cx="83508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1.901</a:t>
            </a:r>
            <a:endParaRPr lang="en-US" sz="816" dirty="0"/>
          </a:p>
        </p:txBody>
      </p:sp>
      <p:sp>
        <p:nvSpPr>
          <p:cNvPr id="58" name="Text 55"/>
          <p:cNvSpPr/>
          <p:nvPr/>
        </p:nvSpPr>
        <p:spPr>
          <a:xfrm>
            <a:off x="3244670" y="3112393"/>
            <a:ext cx="7835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1.670</a:t>
            </a:r>
            <a:endParaRPr lang="en-US" sz="816" dirty="0"/>
          </a:p>
        </p:txBody>
      </p:sp>
      <p:sp>
        <p:nvSpPr>
          <p:cNvPr id="59" name="Text 56"/>
          <p:cNvSpPr/>
          <p:nvPr/>
        </p:nvSpPr>
        <p:spPr>
          <a:xfrm>
            <a:off x="8458881" y="3112393"/>
            <a:ext cx="83508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2.431</a:t>
            </a:r>
            <a:endParaRPr lang="en-US" sz="816" dirty="0"/>
          </a:p>
        </p:txBody>
      </p:sp>
      <p:sp>
        <p:nvSpPr>
          <p:cNvPr id="60" name="Text 57"/>
          <p:cNvSpPr/>
          <p:nvPr/>
        </p:nvSpPr>
        <p:spPr>
          <a:xfrm>
            <a:off x="9254199" y="3112393"/>
            <a:ext cx="7864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2.170</a:t>
            </a:r>
            <a:endParaRPr lang="en-US" sz="816" dirty="0"/>
          </a:p>
        </p:txBody>
      </p:sp>
      <p:sp>
        <p:nvSpPr>
          <p:cNvPr id="61" name="Text 58"/>
          <p:cNvSpPr/>
          <p:nvPr/>
        </p:nvSpPr>
        <p:spPr>
          <a:xfrm>
            <a:off x="2449352" y="3360043"/>
            <a:ext cx="83508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1.816</a:t>
            </a:r>
            <a:endParaRPr lang="en-US" sz="816" dirty="0"/>
          </a:p>
        </p:txBody>
      </p:sp>
      <p:sp>
        <p:nvSpPr>
          <p:cNvPr id="62" name="Text 59"/>
          <p:cNvSpPr/>
          <p:nvPr/>
        </p:nvSpPr>
        <p:spPr>
          <a:xfrm>
            <a:off x="3244670" y="3360043"/>
            <a:ext cx="7835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2.500</a:t>
            </a:r>
            <a:endParaRPr lang="en-US" sz="816" dirty="0"/>
          </a:p>
        </p:txBody>
      </p:sp>
      <p:sp>
        <p:nvSpPr>
          <p:cNvPr id="63" name="Text 60"/>
          <p:cNvSpPr/>
          <p:nvPr/>
        </p:nvSpPr>
        <p:spPr>
          <a:xfrm>
            <a:off x="8458881" y="3360043"/>
            <a:ext cx="83508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2.367</a:t>
            </a:r>
            <a:endParaRPr lang="en-US" sz="816" dirty="0"/>
          </a:p>
        </p:txBody>
      </p:sp>
      <p:sp>
        <p:nvSpPr>
          <p:cNvPr id="64" name="Text 61"/>
          <p:cNvSpPr/>
          <p:nvPr/>
        </p:nvSpPr>
        <p:spPr>
          <a:xfrm>
            <a:off x="9254199" y="3360043"/>
            <a:ext cx="7864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3.000</a:t>
            </a:r>
            <a:endParaRPr lang="en-US" sz="816" dirty="0"/>
          </a:p>
        </p:txBody>
      </p:sp>
      <p:sp>
        <p:nvSpPr>
          <p:cNvPr id="65" name="Text 62"/>
          <p:cNvSpPr/>
          <p:nvPr/>
        </p:nvSpPr>
        <p:spPr>
          <a:xfrm>
            <a:off x="2449352" y="3607693"/>
            <a:ext cx="83508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1.568</a:t>
            </a:r>
            <a:endParaRPr lang="en-US" sz="816" dirty="0"/>
          </a:p>
        </p:txBody>
      </p:sp>
      <p:sp>
        <p:nvSpPr>
          <p:cNvPr id="66" name="Text 63"/>
          <p:cNvSpPr/>
          <p:nvPr/>
        </p:nvSpPr>
        <p:spPr>
          <a:xfrm>
            <a:off x="3244670" y="3607693"/>
            <a:ext cx="7835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2.100</a:t>
            </a:r>
            <a:endParaRPr lang="en-US" sz="816" dirty="0"/>
          </a:p>
        </p:txBody>
      </p:sp>
      <p:sp>
        <p:nvSpPr>
          <p:cNvPr id="67" name="Text 64"/>
          <p:cNvSpPr/>
          <p:nvPr/>
        </p:nvSpPr>
        <p:spPr>
          <a:xfrm>
            <a:off x="8458881" y="3607693"/>
            <a:ext cx="83508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2.186</a:t>
            </a:r>
            <a:endParaRPr lang="en-US" sz="816" dirty="0"/>
          </a:p>
        </p:txBody>
      </p:sp>
      <p:sp>
        <p:nvSpPr>
          <p:cNvPr id="68" name="Text 65"/>
          <p:cNvSpPr/>
          <p:nvPr/>
        </p:nvSpPr>
        <p:spPr>
          <a:xfrm>
            <a:off x="9254199" y="3607693"/>
            <a:ext cx="7864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2.600</a:t>
            </a:r>
            <a:endParaRPr lang="en-US" sz="816" dirty="0"/>
          </a:p>
        </p:txBody>
      </p:sp>
      <p:sp>
        <p:nvSpPr>
          <p:cNvPr id="69" name="Text 66"/>
          <p:cNvSpPr/>
          <p:nvPr/>
        </p:nvSpPr>
        <p:spPr>
          <a:xfrm>
            <a:off x="2449352" y="3855343"/>
            <a:ext cx="83508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1.741</a:t>
            </a:r>
            <a:endParaRPr lang="en-US" sz="816" dirty="0"/>
          </a:p>
        </p:txBody>
      </p:sp>
      <p:sp>
        <p:nvSpPr>
          <p:cNvPr id="70" name="Text 67"/>
          <p:cNvSpPr/>
          <p:nvPr/>
        </p:nvSpPr>
        <p:spPr>
          <a:xfrm>
            <a:off x="3244670" y="3855343"/>
            <a:ext cx="7835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2.000</a:t>
            </a:r>
            <a:endParaRPr lang="en-US" sz="816" dirty="0"/>
          </a:p>
        </p:txBody>
      </p:sp>
      <p:sp>
        <p:nvSpPr>
          <p:cNvPr id="71" name="Text 68"/>
          <p:cNvSpPr/>
          <p:nvPr/>
        </p:nvSpPr>
        <p:spPr>
          <a:xfrm>
            <a:off x="8458881" y="3855343"/>
            <a:ext cx="83508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2.314</a:t>
            </a:r>
            <a:endParaRPr lang="en-US" sz="816" dirty="0"/>
          </a:p>
        </p:txBody>
      </p:sp>
      <p:sp>
        <p:nvSpPr>
          <p:cNvPr id="72" name="Text 69"/>
          <p:cNvSpPr/>
          <p:nvPr/>
        </p:nvSpPr>
        <p:spPr>
          <a:xfrm>
            <a:off x="9254199" y="3855343"/>
            <a:ext cx="7864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2.500</a:t>
            </a:r>
            <a:endParaRPr lang="en-US" sz="816" dirty="0"/>
          </a:p>
        </p:txBody>
      </p:sp>
      <p:sp>
        <p:nvSpPr>
          <p:cNvPr id="73" name="Text 70"/>
          <p:cNvSpPr/>
          <p:nvPr/>
        </p:nvSpPr>
        <p:spPr>
          <a:xfrm>
            <a:off x="723882" y="4102993"/>
            <a:ext cx="697413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16" dirty="0"/>
          </a:p>
        </p:txBody>
      </p:sp>
      <p:sp>
        <p:nvSpPr>
          <p:cNvPr id="74" name="Text 71"/>
          <p:cNvSpPr/>
          <p:nvPr/>
        </p:nvSpPr>
        <p:spPr>
          <a:xfrm>
            <a:off x="5467809" y="4102993"/>
            <a:ext cx="835083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3.383</a:t>
            </a:r>
            <a:endParaRPr lang="en-US" sz="816" dirty="0"/>
          </a:p>
        </p:txBody>
      </p:sp>
      <p:sp>
        <p:nvSpPr>
          <p:cNvPr id="75" name="Text 72"/>
          <p:cNvSpPr/>
          <p:nvPr/>
        </p:nvSpPr>
        <p:spPr>
          <a:xfrm>
            <a:off x="6263126" y="4102993"/>
            <a:ext cx="754763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2.929</a:t>
            </a:r>
            <a:endParaRPr lang="en-US" sz="816" dirty="0"/>
          </a:p>
        </p:txBody>
      </p:sp>
      <p:sp>
        <p:nvSpPr>
          <p:cNvPr id="76" name="Text 73"/>
          <p:cNvSpPr/>
          <p:nvPr/>
        </p:nvSpPr>
        <p:spPr>
          <a:xfrm>
            <a:off x="8203945" y="1162050"/>
            <a:ext cx="342690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+30 %</a:t>
            </a:r>
            <a:endParaRPr lang="en-US" sz="1400" dirty="0"/>
          </a:p>
        </p:txBody>
      </p:sp>
      <p:sp>
        <p:nvSpPr>
          <p:cNvPr id="77" name="Text 74"/>
          <p:cNvSpPr/>
          <p:nvPr/>
        </p:nvSpPr>
        <p:spPr>
          <a:xfrm>
            <a:off x="10378419" y="1908870"/>
            <a:ext cx="524896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1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Vanti</a:t>
            </a:r>
            <a:endParaRPr lang="en-US" sz="816" dirty="0"/>
          </a:p>
        </p:txBody>
      </p:sp>
      <p:sp>
        <p:nvSpPr>
          <p:cNvPr id="78" name="Text 75"/>
          <p:cNvSpPr/>
          <p:nvPr/>
        </p:nvSpPr>
        <p:spPr>
          <a:xfrm>
            <a:off x="3244670" y="2393256"/>
            <a:ext cx="7835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</a:t>
            </a:r>
            <a:endParaRPr lang="en-US" sz="888" dirty="0"/>
          </a:p>
        </p:txBody>
      </p:sp>
      <p:sp>
        <p:nvSpPr>
          <p:cNvPr id="79" name="Text 76"/>
          <p:cNvSpPr/>
          <p:nvPr/>
        </p:nvSpPr>
        <p:spPr>
          <a:xfrm>
            <a:off x="6263126" y="2393256"/>
            <a:ext cx="7547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</a:t>
            </a:r>
            <a:endParaRPr lang="en-US" sz="888" dirty="0"/>
          </a:p>
        </p:txBody>
      </p:sp>
      <p:sp>
        <p:nvSpPr>
          <p:cNvPr id="80" name="Text 77"/>
          <p:cNvSpPr/>
          <p:nvPr/>
        </p:nvSpPr>
        <p:spPr>
          <a:xfrm>
            <a:off x="9254199" y="2393256"/>
            <a:ext cx="7864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10935468" y="1908870"/>
            <a:ext cx="558962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16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</a:t>
            </a:r>
            <a:endParaRPr lang="en-US" sz="816" dirty="0"/>
          </a:p>
        </p:txBody>
      </p:sp>
      <p:sp>
        <p:nvSpPr>
          <p:cNvPr id="82" name="Text 79"/>
          <p:cNvSpPr/>
          <p:nvPr/>
        </p:nvSpPr>
        <p:spPr>
          <a:xfrm>
            <a:off x="723882" y="2164656"/>
            <a:ext cx="6974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83" name="Text 80"/>
          <p:cNvSpPr/>
          <p:nvPr/>
        </p:nvSpPr>
        <p:spPr>
          <a:xfrm>
            <a:off x="723882" y="2621856"/>
            <a:ext cx="697413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16" dirty="0"/>
          </a:p>
        </p:txBody>
      </p:sp>
      <p:sp>
        <p:nvSpPr>
          <p:cNvPr id="84" name="Text 81"/>
          <p:cNvSpPr/>
          <p:nvPr/>
        </p:nvSpPr>
        <p:spPr>
          <a:xfrm>
            <a:off x="5467809" y="2621856"/>
            <a:ext cx="835083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556</a:t>
            </a:r>
            <a:endParaRPr lang="en-US" sz="816" dirty="0"/>
          </a:p>
        </p:txBody>
      </p:sp>
      <p:sp>
        <p:nvSpPr>
          <p:cNvPr id="85" name="Text 82"/>
          <p:cNvSpPr/>
          <p:nvPr/>
        </p:nvSpPr>
        <p:spPr>
          <a:xfrm>
            <a:off x="6263126" y="2621856"/>
            <a:ext cx="754763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429</a:t>
            </a:r>
            <a:endParaRPr lang="en-US" sz="816" dirty="0"/>
          </a:p>
        </p:txBody>
      </p:sp>
      <p:sp>
        <p:nvSpPr>
          <p:cNvPr id="86" name="Text 83"/>
          <p:cNvSpPr/>
          <p:nvPr/>
        </p:nvSpPr>
        <p:spPr>
          <a:xfrm>
            <a:off x="723882" y="2864743"/>
            <a:ext cx="69741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16" dirty="0"/>
          </a:p>
        </p:txBody>
      </p:sp>
      <p:sp>
        <p:nvSpPr>
          <p:cNvPr id="87" name="Text 84"/>
          <p:cNvSpPr/>
          <p:nvPr/>
        </p:nvSpPr>
        <p:spPr>
          <a:xfrm>
            <a:off x="5467809" y="2864743"/>
            <a:ext cx="83508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555</a:t>
            </a:r>
            <a:endParaRPr lang="en-US" sz="816" dirty="0"/>
          </a:p>
        </p:txBody>
      </p:sp>
      <p:sp>
        <p:nvSpPr>
          <p:cNvPr id="88" name="Text 85"/>
          <p:cNvSpPr/>
          <p:nvPr/>
        </p:nvSpPr>
        <p:spPr>
          <a:xfrm>
            <a:off x="6263126" y="2864743"/>
            <a:ext cx="7547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endParaRPr lang="en-US" sz="816" dirty="0"/>
          </a:p>
        </p:txBody>
      </p:sp>
      <p:sp>
        <p:nvSpPr>
          <p:cNvPr id="89" name="Text 86"/>
          <p:cNvSpPr/>
          <p:nvPr/>
        </p:nvSpPr>
        <p:spPr>
          <a:xfrm>
            <a:off x="723882" y="3112393"/>
            <a:ext cx="69741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16" dirty="0"/>
          </a:p>
        </p:txBody>
      </p:sp>
      <p:sp>
        <p:nvSpPr>
          <p:cNvPr id="90" name="Text 87"/>
          <p:cNvSpPr/>
          <p:nvPr/>
        </p:nvSpPr>
        <p:spPr>
          <a:xfrm>
            <a:off x="5467809" y="3112393"/>
            <a:ext cx="83508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530</a:t>
            </a:r>
            <a:endParaRPr lang="en-US" sz="816" dirty="0"/>
          </a:p>
        </p:txBody>
      </p:sp>
      <p:sp>
        <p:nvSpPr>
          <p:cNvPr id="91" name="Text 88"/>
          <p:cNvSpPr/>
          <p:nvPr/>
        </p:nvSpPr>
        <p:spPr>
          <a:xfrm>
            <a:off x="6263126" y="3112393"/>
            <a:ext cx="7547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endParaRPr lang="en-US" sz="816" dirty="0"/>
          </a:p>
        </p:txBody>
      </p:sp>
      <p:sp>
        <p:nvSpPr>
          <p:cNvPr id="92" name="Text 89"/>
          <p:cNvSpPr/>
          <p:nvPr/>
        </p:nvSpPr>
        <p:spPr>
          <a:xfrm>
            <a:off x="723882" y="3360043"/>
            <a:ext cx="69741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16" dirty="0"/>
          </a:p>
        </p:txBody>
      </p:sp>
      <p:sp>
        <p:nvSpPr>
          <p:cNvPr id="93" name="Text 90"/>
          <p:cNvSpPr/>
          <p:nvPr/>
        </p:nvSpPr>
        <p:spPr>
          <a:xfrm>
            <a:off x="5467809" y="3360043"/>
            <a:ext cx="83508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551</a:t>
            </a:r>
            <a:endParaRPr lang="en-US" sz="816" dirty="0"/>
          </a:p>
        </p:txBody>
      </p:sp>
      <p:sp>
        <p:nvSpPr>
          <p:cNvPr id="94" name="Text 91"/>
          <p:cNvSpPr/>
          <p:nvPr/>
        </p:nvSpPr>
        <p:spPr>
          <a:xfrm>
            <a:off x="6263126" y="3360043"/>
            <a:ext cx="7547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endParaRPr lang="en-US" sz="816" dirty="0"/>
          </a:p>
        </p:txBody>
      </p:sp>
      <p:sp>
        <p:nvSpPr>
          <p:cNvPr id="95" name="Text 92"/>
          <p:cNvSpPr/>
          <p:nvPr/>
        </p:nvSpPr>
        <p:spPr>
          <a:xfrm>
            <a:off x="723882" y="3607693"/>
            <a:ext cx="69741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16" dirty="0"/>
          </a:p>
        </p:txBody>
      </p:sp>
      <p:sp>
        <p:nvSpPr>
          <p:cNvPr id="96" name="Text 93"/>
          <p:cNvSpPr/>
          <p:nvPr/>
        </p:nvSpPr>
        <p:spPr>
          <a:xfrm>
            <a:off x="5467809" y="3607693"/>
            <a:ext cx="83508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618</a:t>
            </a:r>
            <a:endParaRPr lang="en-US" sz="816" dirty="0"/>
          </a:p>
        </p:txBody>
      </p:sp>
      <p:sp>
        <p:nvSpPr>
          <p:cNvPr id="97" name="Text 94"/>
          <p:cNvSpPr/>
          <p:nvPr/>
        </p:nvSpPr>
        <p:spPr>
          <a:xfrm>
            <a:off x="6263126" y="3607693"/>
            <a:ext cx="7547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endParaRPr lang="en-US" sz="816" dirty="0"/>
          </a:p>
        </p:txBody>
      </p:sp>
      <p:sp>
        <p:nvSpPr>
          <p:cNvPr id="98" name="Text 95"/>
          <p:cNvSpPr/>
          <p:nvPr/>
        </p:nvSpPr>
        <p:spPr>
          <a:xfrm>
            <a:off x="723882" y="3855343"/>
            <a:ext cx="69741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16" dirty="0"/>
          </a:p>
        </p:txBody>
      </p:sp>
      <p:sp>
        <p:nvSpPr>
          <p:cNvPr id="99" name="Text 96"/>
          <p:cNvSpPr/>
          <p:nvPr/>
        </p:nvSpPr>
        <p:spPr>
          <a:xfrm>
            <a:off x="5467809" y="3855343"/>
            <a:ext cx="83508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573</a:t>
            </a:r>
            <a:endParaRPr lang="en-US" sz="816" dirty="0"/>
          </a:p>
        </p:txBody>
      </p:sp>
      <p:sp>
        <p:nvSpPr>
          <p:cNvPr id="100" name="Text 97"/>
          <p:cNvSpPr/>
          <p:nvPr/>
        </p:nvSpPr>
        <p:spPr>
          <a:xfrm>
            <a:off x="6263126" y="3855343"/>
            <a:ext cx="7547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endParaRPr lang="en-US" sz="816" dirty="0"/>
          </a:p>
        </p:txBody>
      </p:sp>
      <p:sp>
        <p:nvSpPr>
          <p:cNvPr id="101" name="Text 98"/>
          <p:cNvSpPr/>
          <p:nvPr/>
        </p:nvSpPr>
        <p:spPr>
          <a:xfrm>
            <a:off x="1388085" y="2621856"/>
            <a:ext cx="111433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816" dirty="0"/>
          </a:p>
        </p:txBody>
      </p:sp>
      <p:sp>
        <p:nvSpPr>
          <p:cNvPr id="102" name="Text 99"/>
          <p:cNvSpPr/>
          <p:nvPr/>
        </p:nvSpPr>
        <p:spPr>
          <a:xfrm>
            <a:off x="1388085" y="2864743"/>
            <a:ext cx="11143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</a:t>
            </a:r>
            <a:endParaRPr lang="en-US" sz="816" dirty="0"/>
          </a:p>
        </p:txBody>
      </p:sp>
      <p:sp>
        <p:nvSpPr>
          <p:cNvPr id="103" name="Text 100"/>
          <p:cNvSpPr/>
          <p:nvPr/>
        </p:nvSpPr>
        <p:spPr>
          <a:xfrm>
            <a:off x="1388085" y="3112393"/>
            <a:ext cx="11143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816" dirty="0"/>
          </a:p>
        </p:txBody>
      </p:sp>
      <p:sp>
        <p:nvSpPr>
          <p:cNvPr id="104" name="Text 101"/>
          <p:cNvSpPr/>
          <p:nvPr/>
        </p:nvSpPr>
        <p:spPr>
          <a:xfrm>
            <a:off x="1388085" y="3360043"/>
            <a:ext cx="11143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816" dirty="0"/>
          </a:p>
        </p:txBody>
      </p:sp>
      <p:sp>
        <p:nvSpPr>
          <p:cNvPr id="105" name="Text 102"/>
          <p:cNvSpPr/>
          <p:nvPr/>
        </p:nvSpPr>
        <p:spPr>
          <a:xfrm>
            <a:off x="1388085" y="3607693"/>
            <a:ext cx="11143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816" dirty="0"/>
          </a:p>
        </p:txBody>
      </p:sp>
      <p:sp>
        <p:nvSpPr>
          <p:cNvPr id="106" name="Text 103"/>
          <p:cNvSpPr/>
          <p:nvPr/>
        </p:nvSpPr>
        <p:spPr>
          <a:xfrm>
            <a:off x="1388085" y="3855343"/>
            <a:ext cx="11143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816" dirty="0"/>
          </a:p>
        </p:txBody>
      </p:sp>
      <p:sp>
        <p:nvSpPr>
          <p:cNvPr id="107" name="Text 104"/>
          <p:cNvSpPr/>
          <p:nvPr/>
        </p:nvSpPr>
        <p:spPr>
          <a:xfrm>
            <a:off x="1388085" y="4102993"/>
            <a:ext cx="111433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81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3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90575" y="5452170"/>
            <a:ext cx="10987817" cy="167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78 % del descarte son registros re-enviados (49 %) y clientes con el producto activo (29 %) — depurar la base en origen podría liberar  al semestre.</a:t>
            </a:r>
            <a:endParaRPr lang="en-US" sz="840" dirty="0"/>
          </a:p>
        </p:txBody>
      </p:sp>
      <p:sp>
        <p:nvSpPr>
          <p:cNvPr id="4" name="Text 1"/>
          <p:cNvSpPr/>
          <p:nvPr/>
        </p:nvSpPr>
        <p:spPr>
          <a:xfrm>
            <a:off x="6314917" y="4956870"/>
            <a:ext cx="5410541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Ancho del embudo en escala visual (no lineal) — los valores y porcentajes son los reales.</a:t>
            </a:r>
            <a:endParaRPr lang="en-US" sz="648" dirty="0"/>
          </a:p>
        </p:txBody>
      </p:sp>
      <p:sp>
        <p:nvSpPr>
          <p:cNvPr id="5" name="Text 2"/>
          <p:cNvSpPr/>
          <p:nvPr/>
        </p:nvSpPr>
        <p:spPr>
          <a:xfrm>
            <a:off x="6314917" y="3544342"/>
            <a:ext cx="1605160" cy="214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efectivamente marcados por el equipo</a:t>
            </a:r>
            <a:endParaRPr lang="en-US" sz="672" dirty="0"/>
          </a:p>
        </p:txBody>
      </p:sp>
      <p:sp>
        <p:nvSpPr>
          <p:cNvPr id="6" name="Text 3"/>
          <p:cNvSpPr/>
          <p:nvPr/>
        </p:nvSpPr>
        <p:spPr>
          <a:xfrm>
            <a:off x="9134247" y="150882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venta por cada 66 registros recibidos</a:t>
            </a:r>
            <a:endParaRPr lang="en-US" sz="864" dirty="0"/>
          </a:p>
        </p:txBody>
      </p:sp>
      <p:sp>
        <p:nvSpPr>
          <p:cNvPr id="7" name="Text 4"/>
          <p:cNvSpPr/>
          <p:nvPr/>
        </p:nvSpPr>
        <p:spPr>
          <a:xfrm>
            <a:off x="6314917" y="2528590"/>
            <a:ext cx="1605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Bases enviadas por Vanti (Power BI)</a:t>
            </a:r>
            <a:endParaRPr lang="en-US" sz="672" dirty="0"/>
          </a:p>
        </p:txBody>
      </p:sp>
      <p:sp>
        <p:nvSpPr>
          <p:cNvPr id="8" name="Text 5"/>
          <p:cNvSpPr/>
          <p:nvPr/>
        </p:nvSpPr>
        <p:spPr>
          <a:xfrm>
            <a:off x="1213514" y="219075"/>
            <a:ext cx="302045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Consolidado de las Bases · 1S 2026</a:t>
            </a:r>
            <a:endParaRPr lang="en-US" sz="1260" dirty="0"/>
          </a:p>
        </p:txBody>
      </p:sp>
      <p:sp>
        <p:nvSpPr>
          <p:cNvPr id="9" name="Text 6"/>
          <p:cNvSpPr/>
          <p:nvPr/>
        </p:nvSpPr>
        <p:spPr>
          <a:xfrm>
            <a:off x="6314917" y="4128790"/>
            <a:ext cx="1605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Clientes con contacto efectivo</a:t>
            </a:r>
            <a:endParaRPr lang="en-US" sz="672" dirty="0"/>
          </a:p>
        </p:txBody>
      </p:sp>
      <p:sp>
        <p:nvSpPr>
          <p:cNvPr id="10" name="Text 7"/>
          <p:cNvSpPr/>
          <p:nvPr/>
        </p:nvSpPr>
        <p:spPr>
          <a:xfrm>
            <a:off x="761981" y="100965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recibidos (ene–jun)</a:t>
            </a:r>
            <a:endParaRPr lang="en-US" sz="864" dirty="0"/>
          </a:p>
        </p:txBody>
      </p:sp>
      <p:sp>
        <p:nvSpPr>
          <p:cNvPr id="11" name="Text 8"/>
          <p:cNvSpPr/>
          <p:nvPr/>
        </p:nvSpPr>
        <p:spPr>
          <a:xfrm>
            <a:off x="761981" y="150882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Fuente: dashboards Power BI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3552736" y="150882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Solo 40 % apto para gestión</a:t>
            </a:r>
            <a:endParaRPr lang="en-US" sz="864" dirty="0"/>
          </a:p>
        </p:txBody>
      </p:sp>
      <p:sp>
        <p:nvSpPr>
          <p:cNvPr id="13" name="Text 10"/>
          <p:cNvSpPr/>
          <p:nvPr/>
        </p:nvSpPr>
        <p:spPr>
          <a:xfrm>
            <a:off x="6314917" y="3061990"/>
            <a:ext cx="1605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Tras depuración y descarte</a:t>
            </a:r>
            <a:endParaRPr lang="en-US" sz="672" dirty="0"/>
          </a:p>
        </p:txBody>
      </p:sp>
      <p:sp>
        <p:nvSpPr>
          <p:cNvPr id="14" name="Text 11"/>
          <p:cNvSpPr/>
          <p:nvPr/>
        </p:nvSpPr>
        <p:spPr>
          <a:xfrm>
            <a:off x="3552736" y="100965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Rechazo promedio de base</a:t>
            </a:r>
            <a:endParaRPr lang="en-US" sz="864" dirty="0"/>
          </a:p>
        </p:txBody>
      </p:sp>
      <p:sp>
        <p:nvSpPr>
          <p:cNvPr id="15" name="Text 12"/>
          <p:cNvSpPr/>
          <p:nvPr/>
        </p:nvSpPr>
        <p:spPr>
          <a:xfrm>
            <a:off x="9939089" y="2466082"/>
            <a:ext cx="1605160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100 % · punto de partida</a:t>
            </a:r>
            <a:endParaRPr lang="en-US" sz="744" dirty="0"/>
          </a:p>
        </p:txBody>
      </p:sp>
      <p:sp>
        <p:nvSpPr>
          <p:cNvPr id="16" name="Text 13"/>
          <p:cNvSpPr/>
          <p:nvPr/>
        </p:nvSpPr>
        <p:spPr>
          <a:xfrm>
            <a:off x="9134247" y="100965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1S (liquidación)</a:t>
            </a:r>
            <a:endParaRPr lang="en-US" sz="864" dirty="0"/>
          </a:p>
        </p:txBody>
      </p:sp>
      <p:sp>
        <p:nvSpPr>
          <p:cNvPr id="17" name="Text 14"/>
          <p:cNvSpPr/>
          <p:nvPr/>
        </p:nvSpPr>
        <p:spPr>
          <a:xfrm>
            <a:off x="6343491" y="100965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 (gestionables)</a:t>
            </a:r>
            <a:endParaRPr lang="en-US" sz="864" dirty="0"/>
          </a:p>
        </p:txBody>
      </p:sp>
      <p:sp>
        <p:nvSpPr>
          <p:cNvPr id="18" name="Text 15"/>
          <p:cNvSpPr/>
          <p:nvPr/>
        </p:nvSpPr>
        <p:spPr>
          <a:xfrm>
            <a:off x="6343491" y="150882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 912.083 recibidos</a:t>
            </a:r>
            <a:endParaRPr lang="en-US" sz="864" dirty="0"/>
          </a:p>
        </p:txBody>
      </p:sp>
      <p:sp>
        <p:nvSpPr>
          <p:cNvPr id="19" name="Text 16"/>
          <p:cNvSpPr/>
          <p:nvPr/>
        </p:nvSpPr>
        <p:spPr>
          <a:xfrm>
            <a:off x="6314917" y="2405955"/>
            <a:ext cx="1605160" cy="1287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recibidos</a:t>
            </a:r>
            <a:endParaRPr lang="en-US" sz="840" dirty="0"/>
          </a:p>
        </p:txBody>
      </p:sp>
      <p:sp>
        <p:nvSpPr>
          <p:cNvPr id="20" name="Text 17"/>
          <p:cNvSpPr/>
          <p:nvPr/>
        </p:nvSpPr>
        <p:spPr>
          <a:xfrm>
            <a:off x="6314917" y="2939355"/>
            <a:ext cx="1605160" cy="1287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 para gestión</a:t>
            </a:r>
            <a:endParaRPr lang="en-US" sz="840" dirty="0"/>
          </a:p>
        </p:txBody>
      </p:sp>
      <p:sp>
        <p:nvSpPr>
          <p:cNvPr id="21" name="Text 18"/>
          <p:cNvSpPr/>
          <p:nvPr/>
        </p:nvSpPr>
        <p:spPr>
          <a:xfrm>
            <a:off x="9939089" y="2999482"/>
            <a:ext cx="1605160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del paso anterior</a:t>
            </a:r>
            <a:endParaRPr lang="en-US" sz="744" dirty="0"/>
          </a:p>
        </p:txBody>
      </p:sp>
      <p:sp>
        <p:nvSpPr>
          <p:cNvPr id="22" name="Text 19"/>
          <p:cNvSpPr/>
          <p:nvPr/>
        </p:nvSpPr>
        <p:spPr>
          <a:xfrm>
            <a:off x="9939089" y="3532882"/>
            <a:ext cx="1605160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del paso anterior</a:t>
            </a:r>
            <a:endParaRPr lang="en-US" sz="744" dirty="0"/>
          </a:p>
        </p:txBody>
      </p:sp>
      <p:sp>
        <p:nvSpPr>
          <p:cNvPr id="23" name="Text 20"/>
          <p:cNvSpPr/>
          <p:nvPr/>
        </p:nvSpPr>
        <p:spPr>
          <a:xfrm>
            <a:off x="9939089" y="4066282"/>
            <a:ext cx="1605160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del paso anterior</a:t>
            </a:r>
            <a:endParaRPr lang="en-US" sz="744" dirty="0"/>
          </a:p>
        </p:txBody>
      </p:sp>
      <p:sp>
        <p:nvSpPr>
          <p:cNvPr id="24" name="Text 21"/>
          <p:cNvSpPr/>
          <p:nvPr/>
        </p:nvSpPr>
        <p:spPr>
          <a:xfrm>
            <a:off x="9939089" y="4599682"/>
            <a:ext cx="1605160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del paso anterior</a:t>
            </a:r>
            <a:endParaRPr lang="en-US" sz="744" dirty="0"/>
          </a:p>
        </p:txBody>
      </p:sp>
      <p:sp>
        <p:nvSpPr>
          <p:cNvPr id="25" name="Text 22"/>
          <p:cNvSpPr/>
          <p:nvPr/>
        </p:nvSpPr>
        <p:spPr>
          <a:xfrm>
            <a:off x="10451640" y="209550"/>
            <a:ext cx="1226998" cy="220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 1 · Bases</a:t>
            </a:r>
            <a:endParaRPr lang="en-US" sz="840" dirty="0"/>
          </a:p>
        </p:txBody>
      </p:sp>
      <p:sp>
        <p:nvSpPr>
          <p:cNvPr id="26" name="Text 23"/>
          <p:cNvSpPr/>
          <p:nvPr/>
        </p:nvSpPr>
        <p:spPr>
          <a:xfrm>
            <a:off x="6314917" y="4662190"/>
            <a:ext cx="1605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Cifra oficial</a:t>
            </a:r>
            <a:endParaRPr lang="en-US" sz="672" dirty="0"/>
          </a:p>
        </p:txBody>
      </p:sp>
      <p:sp>
        <p:nvSpPr>
          <p:cNvPr id="27" name="Text 24"/>
          <p:cNvSpPr/>
          <p:nvPr/>
        </p:nvSpPr>
        <p:spPr>
          <a:xfrm>
            <a:off x="6314917" y="3421707"/>
            <a:ext cx="1605160" cy="1287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Gestionados</a:t>
            </a:r>
            <a:endParaRPr lang="en-US" sz="840" dirty="0"/>
          </a:p>
        </p:txBody>
      </p:sp>
      <p:sp>
        <p:nvSpPr>
          <p:cNvPr id="28" name="Text 25"/>
          <p:cNvSpPr/>
          <p:nvPr/>
        </p:nvSpPr>
        <p:spPr>
          <a:xfrm>
            <a:off x="6314917" y="4006155"/>
            <a:ext cx="1605160" cy="1287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Contactados</a:t>
            </a:r>
            <a:endParaRPr lang="en-US" sz="840" dirty="0"/>
          </a:p>
        </p:txBody>
      </p:sp>
      <p:sp>
        <p:nvSpPr>
          <p:cNvPr id="29" name="Text 26"/>
          <p:cNvSpPr/>
          <p:nvPr/>
        </p:nvSpPr>
        <p:spPr>
          <a:xfrm>
            <a:off x="2267786" y="2218455"/>
            <a:ext cx="11712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1306529" y="2218455"/>
            <a:ext cx="1009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3383225" y="2218455"/>
            <a:ext cx="10663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1306529" y="2447055"/>
            <a:ext cx="100932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201.409</a:t>
            </a:r>
            <a:endParaRPr lang="en-US" sz="840" dirty="0"/>
          </a:p>
        </p:txBody>
      </p:sp>
      <p:sp>
        <p:nvSpPr>
          <p:cNvPr id="33" name="Text 30"/>
          <p:cNvSpPr/>
          <p:nvPr/>
        </p:nvSpPr>
        <p:spPr>
          <a:xfrm>
            <a:off x="4398803" y="2447055"/>
            <a:ext cx="765389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102.168</a:t>
            </a:r>
            <a:endParaRPr lang="en-US" sz="840" dirty="0"/>
          </a:p>
        </p:txBody>
      </p:sp>
      <p:sp>
        <p:nvSpPr>
          <p:cNvPr id="34" name="Text 31"/>
          <p:cNvSpPr/>
          <p:nvPr/>
        </p:nvSpPr>
        <p:spPr>
          <a:xfrm>
            <a:off x="1306529" y="2937592"/>
            <a:ext cx="100932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134.897</a:t>
            </a:r>
            <a:endParaRPr lang="en-US" sz="840" dirty="0"/>
          </a:p>
        </p:txBody>
      </p:sp>
      <p:sp>
        <p:nvSpPr>
          <p:cNvPr id="35" name="Text 32"/>
          <p:cNvSpPr/>
          <p:nvPr/>
        </p:nvSpPr>
        <p:spPr>
          <a:xfrm>
            <a:off x="1306529" y="3185242"/>
            <a:ext cx="100932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153.111</a:t>
            </a:r>
            <a:endParaRPr lang="en-US" sz="840" dirty="0"/>
          </a:p>
        </p:txBody>
      </p:sp>
      <p:sp>
        <p:nvSpPr>
          <p:cNvPr id="36" name="Text 33"/>
          <p:cNvSpPr/>
          <p:nvPr/>
        </p:nvSpPr>
        <p:spPr>
          <a:xfrm>
            <a:off x="2267786" y="3185242"/>
            <a:ext cx="117121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114.123</a:t>
            </a:r>
            <a:endParaRPr lang="en-US" sz="840" dirty="0"/>
          </a:p>
        </p:txBody>
      </p:sp>
      <p:sp>
        <p:nvSpPr>
          <p:cNvPr id="37" name="Text 34"/>
          <p:cNvSpPr/>
          <p:nvPr/>
        </p:nvSpPr>
        <p:spPr>
          <a:xfrm>
            <a:off x="1306529" y="3432892"/>
            <a:ext cx="100932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154.335</a:t>
            </a:r>
            <a:endParaRPr lang="en-US" sz="840" dirty="0"/>
          </a:p>
        </p:txBody>
      </p:sp>
      <p:sp>
        <p:nvSpPr>
          <p:cNvPr id="38" name="Text 35"/>
          <p:cNvSpPr/>
          <p:nvPr/>
        </p:nvSpPr>
        <p:spPr>
          <a:xfrm>
            <a:off x="2267786" y="3432892"/>
            <a:ext cx="117121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116.691</a:t>
            </a:r>
            <a:endParaRPr lang="en-US" sz="840" dirty="0"/>
          </a:p>
        </p:txBody>
      </p:sp>
      <p:sp>
        <p:nvSpPr>
          <p:cNvPr id="39" name="Text 36"/>
          <p:cNvSpPr/>
          <p:nvPr/>
        </p:nvSpPr>
        <p:spPr>
          <a:xfrm>
            <a:off x="1306529" y="3680542"/>
            <a:ext cx="100932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173.413</a:t>
            </a:r>
            <a:endParaRPr lang="en-US" sz="840" dirty="0"/>
          </a:p>
        </p:txBody>
      </p:sp>
      <p:sp>
        <p:nvSpPr>
          <p:cNvPr id="40" name="Text 37"/>
          <p:cNvSpPr/>
          <p:nvPr/>
        </p:nvSpPr>
        <p:spPr>
          <a:xfrm>
            <a:off x="2267786" y="3680542"/>
            <a:ext cx="117121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109.130</a:t>
            </a:r>
            <a:endParaRPr lang="en-US" sz="840" dirty="0"/>
          </a:p>
        </p:txBody>
      </p:sp>
      <p:sp>
        <p:nvSpPr>
          <p:cNvPr id="41" name="Text 38"/>
          <p:cNvSpPr/>
          <p:nvPr/>
        </p:nvSpPr>
        <p:spPr>
          <a:xfrm>
            <a:off x="1306529" y="3928192"/>
            <a:ext cx="100932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912.083</a:t>
            </a:r>
            <a:endParaRPr lang="en-US" sz="840" dirty="0"/>
          </a:p>
        </p:txBody>
      </p:sp>
      <p:sp>
        <p:nvSpPr>
          <p:cNvPr id="42" name="Text 39"/>
          <p:cNvSpPr/>
          <p:nvPr/>
        </p:nvSpPr>
        <p:spPr>
          <a:xfrm>
            <a:off x="2267786" y="3928192"/>
            <a:ext cx="1171211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548.368</a:t>
            </a:r>
            <a:endParaRPr lang="en-US" sz="840" dirty="0"/>
          </a:p>
        </p:txBody>
      </p:sp>
      <p:sp>
        <p:nvSpPr>
          <p:cNvPr id="43" name="Text 40"/>
          <p:cNvSpPr/>
          <p:nvPr/>
        </p:nvSpPr>
        <p:spPr>
          <a:xfrm>
            <a:off x="4398803" y="3928192"/>
            <a:ext cx="765389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363.715</a:t>
            </a:r>
            <a:endParaRPr lang="en-US" sz="840" dirty="0"/>
          </a:p>
        </p:txBody>
      </p:sp>
      <p:sp>
        <p:nvSpPr>
          <p:cNvPr id="44" name="Text 41"/>
          <p:cNvSpPr/>
          <p:nvPr/>
        </p:nvSpPr>
        <p:spPr>
          <a:xfrm>
            <a:off x="761981" y="1181100"/>
            <a:ext cx="245024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912.083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6343491" y="1181100"/>
            <a:ext cx="245024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363.715</a:t>
            </a:r>
            <a:endParaRPr lang="en-US" sz="1400" dirty="0"/>
          </a:p>
        </p:txBody>
      </p:sp>
      <p:sp>
        <p:nvSpPr>
          <p:cNvPr id="46" name="Text 43"/>
          <p:cNvSpPr/>
          <p:nvPr/>
        </p:nvSpPr>
        <p:spPr>
          <a:xfrm>
            <a:off x="7938889" y="2251770"/>
            <a:ext cx="2000200" cy="560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912.083</a:t>
            </a:r>
            <a:endParaRPr lang="en-US" sz="912" dirty="0"/>
          </a:p>
        </p:txBody>
      </p:sp>
      <p:sp>
        <p:nvSpPr>
          <p:cNvPr id="47" name="Text 44"/>
          <p:cNvSpPr/>
          <p:nvPr/>
        </p:nvSpPr>
        <p:spPr>
          <a:xfrm>
            <a:off x="7938889" y="2785170"/>
            <a:ext cx="2000200" cy="560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363.715</a:t>
            </a:r>
            <a:endParaRPr lang="en-US" sz="912" dirty="0"/>
          </a:p>
        </p:txBody>
      </p:sp>
      <p:sp>
        <p:nvSpPr>
          <p:cNvPr id="48" name="Text 45"/>
          <p:cNvSpPr/>
          <p:nvPr/>
        </p:nvSpPr>
        <p:spPr>
          <a:xfrm>
            <a:off x="7938889" y="3318570"/>
            <a:ext cx="2000200" cy="560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321.087</a:t>
            </a:r>
            <a:endParaRPr lang="en-US" sz="912" dirty="0"/>
          </a:p>
        </p:txBody>
      </p:sp>
      <p:sp>
        <p:nvSpPr>
          <p:cNvPr id="49" name="Text 46"/>
          <p:cNvSpPr/>
          <p:nvPr/>
        </p:nvSpPr>
        <p:spPr>
          <a:xfrm>
            <a:off x="7938889" y="3851970"/>
            <a:ext cx="2000200" cy="560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129.696</a:t>
            </a:r>
            <a:endParaRPr lang="en-US" sz="912" dirty="0"/>
          </a:p>
        </p:txBody>
      </p:sp>
      <p:sp>
        <p:nvSpPr>
          <p:cNvPr id="50" name="Text 47"/>
          <p:cNvSpPr/>
          <p:nvPr/>
        </p:nvSpPr>
        <p:spPr>
          <a:xfrm>
            <a:off x="5127745" y="2218455"/>
            <a:ext cx="7864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51" name="Text 48"/>
          <p:cNvSpPr/>
          <p:nvPr/>
        </p:nvSpPr>
        <p:spPr>
          <a:xfrm>
            <a:off x="2267786" y="2447055"/>
            <a:ext cx="1171211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99.241</a:t>
            </a:r>
            <a:endParaRPr lang="en-US" sz="840" dirty="0"/>
          </a:p>
        </p:txBody>
      </p:sp>
      <p:sp>
        <p:nvSpPr>
          <p:cNvPr id="52" name="Text 49"/>
          <p:cNvSpPr/>
          <p:nvPr/>
        </p:nvSpPr>
        <p:spPr>
          <a:xfrm>
            <a:off x="1306529" y="2689942"/>
            <a:ext cx="100932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94.918</a:t>
            </a:r>
            <a:endParaRPr lang="en-US" sz="840" dirty="0"/>
          </a:p>
        </p:txBody>
      </p:sp>
      <p:sp>
        <p:nvSpPr>
          <p:cNvPr id="53" name="Text 50"/>
          <p:cNvSpPr/>
          <p:nvPr/>
        </p:nvSpPr>
        <p:spPr>
          <a:xfrm>
            <a:off x="2267786" y="2689942"/>
            <a:ext cx="117121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48.185</a:t>
            </a:r>
            <a:endParaRPr lang="en-US" sz="840" dirty="0"/>
          </a:p>
        </p:txBody>
      </p:sp>
      <p:sp>
        <p:nvSpPr>
          <p:cNvPr id="54" name="Text 51"/>
          <p:cNvSpPr/>
          <p:nvPr/>
        </p:nvSpPr>
        <p:spPr>
          <a:xfrm>
            <a:off x="4398803" y="2689942"/>
            <a:ext cx="76538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46.733</a:t>
            </a:r>
            <a:endParaRPr lang="en-US" sz="840" dirty="0"/>
          </a:p>
        </p:txBody>
      </p:sp>
      <p:sp>
        <p:nvSpPr>
          <p:cNvPr id="55" name="Text 52"/>
          <p:cNvSpPr/>
          <p:nvPr/>
        </p:nvSpPr>
        <p:spPr>
          <a:xfrm>
            <a:off x="2267786" y="2937592"/>
            <a:ext cx="117121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60.998</a:t>
            </a:r>
            <a:endParaRPr lang="en-US" sz="840" dirty="0"/>
          </a:p>
        </p:txBody>
      </p:sp>
      <p:sp>
        <p:nvSpPr>
          <p:cNvPr id="56" name="Text 53"/>
          <p:cNvSpPr/>
          <p:nvPr/>
        </p:nvSpPr>
        <p:spPr>
          <a:xfrm>
            <a:off x="4398803" y="2937592"/>
            <a:ext cx="76538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73.899</a:t>
            </a:r>
            <a:endParaRPr lang="en-US" sz="840" dirty="0"/>
          </a:p>
        </p:txBody>
      </p:sp>
      <p:sp>
        <p:nvSpPr>
          <p:cNvPr id="57" name="Text 54"/>
          <p:cNvSpPr/>
          <p:nvPr/>
        </p:nvSpPr>
        <p:spPr>
          <a:xfrm>
            <a:off x="4398803" y="3185242"/>
            <a:ext cx="76538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38.988</a:t>
            </a:r>
            <a:endParaRPr lang="en-US" sz="840" dirty="0"/>
          </a:p>
        </p:txBody>
      </p:sp>
      <p:sp>
        <p:nvSpPr>
          <p:cNvPr id="58" name="Text 55"/>
          <p:cNvSpPr/>
          <p:nvPr/>
        </p:nvSpPr>
        <p:spPr>
          <a:xfrm>
            <a:off x="4398803" y="3432892"/>
            <a:ext cx="76538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37.644</a:t>
            </a:r>
            <a:endParaRPr lang="en-US" sz="840" dirty="0"/>
          </a:p>
        </p:txBody>
      </p:sp>
      <p:sp>
        <p:nvSpPr>
          <p:cNvPr id="59" name="Text 56"/>
          <p:cNvSpPr/>
          <p:nvPr/>
        </p:nvSpPr>
        <p:spPr>
          <a:xfrm>
            <a:off x="4398803" y="3680542"/>
            <a:ext cx="76538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64.283</a:t>
            </a:r>
            <a:endParaRPr lang="en-US" sz="840" dirty="0"/>
          </a:p>
        </p:txBody>
      </p:sp>
      <p:sp>
        <p:nvSpPr>
          <p:cNvPr id="60" name="Text 57"/>
          <p:cNvSpPr/>
          <p:nvPr/>
        </p:nvSpPr>
        <p:spPr>
          <a:xfrm>
            <a:off x="5127745" y="3928192"/>
            <a:ext cx="786485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840" dirty="0"/>
          </a:p>
        </p:txBody>
      </p:sp>
      <p:sp>
        <p:nvSpPr>
          <p:cNvPr id="61" name="Text 58"/>
          <p:cNvSpPr/>
          <p:nvPr/>
        </p:nvSpPr>
        <p:spPr>
          <a:xfrm>
            <a:off x="9134247" y="1181100"/>
            <a:ext cx="245024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1400" dirty="0"/>
          </a:p>
        </p:txBody>
      </p:sp>
      <p:sp>
        <p:nvSpPr>
          <p:cNvPr id="62" name="Text 59"/>
          <p:cNvSpPr/>
          <p:nvPr/>
        </p:nvSpPr>
        <p:spPr>
          <a:xfrm>
            <a:off x="7938889" y="4385370"/>
            <a:ext cx="2000200" cy="560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912" dirty="0"/>
          </a:p>
        </p:txBody>
      </p:sp>
      <p:sp>
        <p:nvSpPr>
          <p:cNvPr id="63" name="Text 60"/>
          <p:cNvSpPr/>
          <p:nvPr/>
        </p:nvSpPr>
        <p:spPr>
          <a:xfrm>
            <a:off x="4398803" y="2218455"/>
            <a:ext cx="7653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64" name="Text 61"/>
          <p:cNvSpPr/>
          <p:nvPr/>
        </p:nvSpPr>
        <p:spPr>
          <a:xfrm>
            <a:off x="5127745" y="2447055"/>
            <a:ext cx="786485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2.245</a:t>
            </a:r>
            <a:endParaRPr lang="en-US" sz="840" dirty="0"/>
          </a:p>
        </p:txBody>
      </p:sp>
      <p:sp>
        <p:nvSpPr>
          <p:cNvPr id="65" name="Text 62"/>
          <p:cNvSpPr/>
          <p:nvPr/>
        </p:nvSpPr>
        <p:spPr>
          <a:xfrm>
            <a:off x="5127745" y="2689942"/>
            <a:ext cx="7864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2.374</a:t>
            </a:r>
            <a:endParaRPr lang="en-US" sz="840" dirty="0"/>
          </a:p>
        </p:txBody>
      </p:sp>
      <p:sp>
        <p:nvSpPr>
          <p:cNvPr id="66" name="Text 63"/>
          <p:cNvSpPr/>
          <p:nvPr/>
        </p:nvSpPr>
        <p:spPr>
          <a:xfrm>
            <a:off x="5127745" y="2937592"/>
            <a:ext cx="7864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2.431</a:t>
            </a:r>
            <a:endParaRPr lang="en-US" sz="840" dirty="0"/>
          </a:p>
        </p:txBody>
      </p:sp>
      <p:sp>
        <p:nvSpPr>
          <p:cNvPr id="67" name="Text 64"/>
          <p:cNvSpPr/>
          <p:nvPr/>
        </p:nvSpPr>
        <p:spPr>
          <a:xfrm>
            <a:off x="5127745" y="3185242"/>
            <a:ext cx="7864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2.367</a:t>
            </a:r>
            <a:endParaRPr lang="en-US" sz="840" dirty="0"/>
          </a:p>
        </p:txBody>
      </p:sp>
      <p:sp>
        <p:nvSpPr>
          <p:cNvPr id="68" name="Text 65"/>
          <p:cNvSpPr/>
          <p:nvPr/>
        </p:nvSpPr>
        <p:spPr>
          <a:xfrm>
            <a:off x="5127745" y="3432892"/>
            <a:ext cx="7864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2.186</a:t>
            </a:r>
            <a:endParaRPr lang="en-US" sz="840" dirty="0"/>
          </a:p>
        </p:txBody>
      </p:sp>
      <p:sp>
        <p:nvSpPr>
          <p:cNvPr id="69" name="Text 66"/>
          <p:cNvSpPr/>
          <p:nvPr/>
        </p:nvSpPr>
        <p:spPr>
          <a:xfrm>
            <a:off x="5127745" y="3680542"/>
            <a:ext cx="7864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2.314</a:t>
            </a:r>
            <a:endParaRPr lang="en-US" sz="840" dirty="0"/>
          </a:p>
        </p:txBody>
      </p:sp>
      <p:sp>
        <p:nvSpPr>
          <p:cNvPr id="70" name="Text 67"/>
          <p:cNvSpPr/>
          <p:nvPr/>
        </p:nvSpPr>
        <p:spPr>
          <a:xfrm>
            <a:off x="723882" y="3928192"/>
            <a:ext cx="61178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40" dirty="0"/>
          </a:p>
        </p:txBody>
      </p:sp>
      <p:sp>
        <p:nvSpPr>
          <p:cNvPr id="71" name="Text 68"/>
          <p:cNvSpPr/>
          <p:nvPr/>
        </p:nvSpPr>
        <p:spPr>
          <a:xfrm>
            <a:off x="6314917" y="4539555"/>
            <a:ext cx="1605160" cy="1287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</a:t>
            </a:r>
            <a:endParaRPr lang="en-US" sz="840" dirty="0"/>
          </a:p>
        </p:txBody>
      </p:sp>
      <p:sp>
        <p:nvSpPr>
          <p:cNvPr id="72" name="Text 69"/>
          <p:cNvSpPr/>
          <p:nvPr/>
        </p:nvSpPr>
        <p:spPr>
          <a:xfrm>
            <a:off x="3383225" y="2447055"/>
            <a:ext cx="1066357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49 %</a:t>
            </a:r>
            <a:endParaRPr lang="en-US" sz="840" dirty="0"/>
          </a:p>
        </p:txBody>
      </p:sp>
      <p:sp>
        <p:nvSpPr>
          <p:cNvPr id="73" name="Text 70"/>
          <p:cNvSpPr/>
          <p:nvPr/>
        </p:nvSpPr>
        <p:spPr>
          <a:xfrm>
            <a:off x="3383225" y="2689942"/>
            <a:ext cx="106635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51 %</a:t>
            </a:r>
            <a:endParaRPr lang="en-US" sz="840" dirty="0"/>
          </a:p>
        </p:txBody>
      </p:sp>
      <p:sp>
        <p:nvSpPr>
          <p:cNvPr id="74" name="Text 71"/>
          <p:cNvSpPr/>
          <p:nvPr/>
        </p:nvSpPr>
        <p:spPr>
          <a:xfrm>
            <a:off x="3383225" y="2937592"/>
            <a:ext cx="106635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45 %</a:t>
            </a:r>
            <a:endParaRPr lang="en-US" sz="840" dirty="0"/>
          </a:p>
        </p:txBody>
      </p:sp>
      <p:sp>
        <p:nvSpPr>
          <p:cNvPr id="75" name="Text 72"/>
          <p:cNvSpPr/>
          <p:nvPr/>
        </p:nvSpPr>
        <p:spPr>
          <a:xfrm>
            <a:off x="3383225" y="3185242"/>
            <a:ext cx="106635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75 %</a:t>
            </a:r>
            <a:endParaRPr lang="en-US" sz="840" dirty="0"/>
          </a:p>
        </p:txBody>
      </p:sp>
      <p:sp>
        <p:nvSpPr>
          <p:cNvPr id="76" name="Text 73"/>
          <p:cNvSpPr/>
          <p:nvPr/>
        </p:nvSpPr>
        <p:spPr>
          <a:xfrm>
            <a:off x="3383225" y="3432892"/>
            <a:ext cx="106635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76 %</a:t>
            </a:r>
            <a:endParaRPr lang="en-US" sz="840" dirty="0"/>
          </a:p>
        </p:txBody>
      </p:sp>
      <p:sp>
        <p:nvSpPr>
          <p:cNvPr id="77" name="Text 74"/>
          <p:cNvSpPr/>
          <p:nvPr/>
        </p:nvSpPr>
        <p:spPr>
          <a:xfrm>
            <a:off x="3383225" y="3680542"/>
            <a:ext cx="106635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63 %</a:t>
            </a:r>
            <a:endParaRPr lang="en-US" sz="840" dirty="0"/>
          </a:p>
        </p:txBody>
      </p:sp>
      <p:sp>
        <p:nvSpPr>
          <p:cNvPr id="78" name="Text 75"/>
          <p:cNvSpPr/>
          <p:nvPr/>
        </p:nvSpPr>
        <p:spPr>
          <a:xfrm>
            <a:off x="3383225" y="3928192"/>
            <a:ext cx="1066357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60 %</a:t>
            </a:r>
            <a:endParaRPr lang="en-US" sz="840" dirty="0"/>
          </a:p>
        </p:txBody>
      </p:sp>
      <p:sp>
        <p:nvSpPr>
          <p:cNvPr id="79" name="Text 76"/>
          <p:cNvSpPr/>
          <p:nvPr/>
        </p:nvSpPr>
        <p:spPr>
          <a:xfrm>
            <a:off x="3552736" y="1181100"/>
            <a:ext cx="245024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60 %</a:t>
            </a:r>
            <a:endParaRPr lang="en-US" sz="1400" dirty="0"/>
          </a:p>
        </p:txBody>
      </p:sp>
      <p:sp>
        <p:nvSpPr>
          <p:cNvPr id="80" name="Text 77"/>
          <p:cNvSpPr/>
          <p:nvPr/>
        </p:nvSpPr>
        <p:spPr>
          <a:xfrm>
            <a:off x="723882" y="2218455"/>
            <a:ext cx="6117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723882" y="2447055"/>
            <a:ext cx="61178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40" dirty="0"/>
          </a:p>
        </p:txBody>
      </p:sp>
      <p:sp>
        <p:nvSpPr>
          <p:cNvPr id="82" name="Text 79"/>
          <p:cNvSpPr/>
          <p:nvPr/>
        </p:nvSpPr>
        <p:spPr>
          <a:xfrm>
            <a:off x="723882" y="2689942"/>
            <a:ext cx="61178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40" dirty="0"/>
          </a:p>
        </p:txBody>
      </p:sp>
      <p:sp>
        <p:nvSpPr>
          <p:cNvPr id="83" name="Text 80"/>
          <p:cNvSpPr/>
          <p:nvPr/>
        </p:nvSpPr>
        <p:spPr>
          <a:xfrm>
            <a:off x="723882" y="2937592"/>
            <a:ext cx="61178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40" dirty="0"/>
          </a:p>
        </p:txBody>
      </p:sp>
      <p:sp>
        <p:nvSpPr>
          <p:cNvPr id="84" name="Text 81"/>
          <p:cNvSpPr/>
          <p:nvPr/>
        </p:nvSpPr>
        <p:spPr>
          <a:xfrm>
            <a:off x="723882" y="3185242"/>
            <a:ext cx="61178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40" dirty="0"/>
          </a:p>
        </p:txBody>
      </p:sp>
      <p:sp>
        <p:nvSpPr>
          <p:cNvPr id="85" name="Text 82"/>
          <p:cNvSpPr/>
          <p:nvPr/>
        </p:nvSpPr>
        <p:spPr>
          <a:xfrm>
            <a:off x="723882" y="3432892"/>
            <a:ext cx="61178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40" dirty="0"/>
          </a:p>
        </p:txBody>
      </p:sp>
      <p:sp>
        <p:nvSpPr>
          <p:cNvPr id="86" name="Text 83"/>
          <p:cNvSpPr/>
          <p:nvPr/>
        </p:nvSpPr>
        <p:spPr>
          <a:xfrm>
            <a:off x="723882" y="3680542"/>
            <a:ext cx="61178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4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67333" y="4853880"/>
            <a:ext cx="4960496" cy="696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78 % del descarte corresponde a bases repetidas y clientes con producto activo. Depurar estos registros en origen podría recuperar hasta  por semestre, equivalentes a ~ adicionales aplicando la conversión actual del canal. Una coordinación con Vanti para limpiar la base antes del cargue liberaría capacidad operativa sin aumentar el equipo.</a:t>
            </a:r>
            <a:endParaRPr lang="en-US" sz="696" dirty="0"/>
          </a:p>
        </p:txBody>
      </p:sp>
      <p:sp>
        <p:nvSpPr>
          <p:cNvPr id="4" name="Text 1"/>
          <p:cNvSpPr/>
          <p:nvPr/>
        </p:nvSpPr>
        <p:spPr>
          <a:xfrm>
            <a:off x="704832" y="3720405"/>
            <a:ext cx="546054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CP Clientes Satisfechos: campaña puntual solo en enero (no recurrente).</a:t>
            </a:r>
            <a:endParaRPr lang="en-US" sz="600" dirty="0"/>
          </a:p>
        </p:txBody>
      </p:sp>
      <p:sp>
        <p:nvSpPr>
          <p:cNvPr id="5" name="Text 2"/>
          <p:cNvSpPr/>
          <p:nvPr/>
        </p:nvSpPr>
        <p:spPr>
          <a:xfrm>
            <a:off x="9067573" y="1282005"/>
            <a:ext cx="25602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Campaña con mayor volumen de registros (255.138) en el semestre</a:t>
            </a:r>
            <a:endParaRPr lang="en-US" sz="600" dirty="0"/>
          </a:p>
        </p:txBody>
      </p:sp>
      <p:sp>
        <p:nvSpPr>
          <p:cNvPr id="6" name="Text 3"/>
          <p:cNvSpPr/>
          <p:nvPr/>
        </p:nvSpPr>
        <p:spPr>
          <a:xfrm>
            <a:off x="3505112" y="1282005"/>
            <a:ext cx="25602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 más alta del portafolio · 3× el promedio del canal</a:t>
            </a:r>
            <a:endParaRPr lang="en-US" sz="600" dirty="0"/>
          </a:p>
        </p:txBody>
      </p:sp>
      <p:sp>
        <p:nvSpPr>
          <p:cNvPr id="7" name="Text 4"/>
          <p:cNvSpPr/>
          <p:nvPr/>
        </p:nvSpPr>
        <p:spPr>
          <a:xfrm>
            <a:off x="6286343" y="1282005"/>
            <a:ext cx="25602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4,6 % de conversión · en el objetivo de la campaña (5 %)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286343" y="4653855"/>
            <a:ext cx="546054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548.368 registros descartados (60 % de la base total)</a:t>
            </a:r>
            <a:endParaRPr lang="en-US" sz="576" dirty="0"/>
          </a:p>
        </p:txBody>
      </p:sp>
      <p:sp>
        <p:nvSpPr>
          <p:cNvPr id="9" name="Text 6"/>
          <p:cNvSpPr/>
          <p:nvPr/>
        </p:nvSpPr>
        <p:spPr>
          <a:xfrm>
            <a:off x="723882" y="1282005"/>
            <a:ext cx="25602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62 % del total del semestre · 19,5 % de conversión</a:t>
            </a:r>
            <a:endParaRPr lang="en-US" sz="600" dirty="0"/>
          </a:p>
        </p:txBody>
      </p:sp>
      <p:sp>
        <p:nvSpPr>
          <p:cNvPr id="10" name="Text 7"/>
          <p:cNvSpPr/>
          <p:nvPr/>
        </p:nvSpPr>
        <p:spPr>
          <a:xfrm>
            <a:off x="704832" y="5758755"/>
            <a:ext cx="546054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Cada mes: aptos → gestión → contacto → ventas</a:t>
            </a:r>
            <a:endParaRPr lang="en-US" sz="576" dirty="0"/>
          </a:p>
        </p:txBody>
      </p:sp>
      <p:sp>
        <p:nvSpPr>
          <p:cNvPr id="11" name="Text 8"/>
          <p:cNvSpPr/>
          <p:nvPr/>
        </p:nvSpPr>
        <p:spPr>
          <a:xfrm>
            <a:off x="6286343" y="3720405"/>
            <a:ext cx="5460546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 de rechazo (semestre)</a:t>
            </a:r>
            <a:endParaRPr lang="en-US" sz="840" dirty="0"/>
          </a:p>
        </p:txBody>
      </p:sp>
      <p:sp>
        <p:nvSpPr>
          <p:cNvPr id="12" name="Text 9"/>
          <p:cNvSpPr/>
          <p:nvPr/>
        </p:nvSpPr>
        <p:spPr>
          <a:xfrm>
            <a:off x="6286343" y="3920430"/>
            <a:ext cx="12001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3" name="Text 10"/>
          <p:cNvSpPr/>
          <p:nvPr/>
        </p:nvSpPr>
        <p:spPr>
          <a:xfrm>
            <a:off x="6286343" y="4025205"/>
            <a:ext cx="12001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Producto ya activo (CP / MS)</a:t>
            </a:r>
            <a:endParaRPr lang="en-US" sz="576" dirty="0"/>
          </a:p>
        </p:txBody>
      </p:sp>
      <p:sp>
        <p:nvSpPr>
          <p:cNvPr id="14" name="Text 11"/>
          <p:cNvSpPr/>
          <p:nvPr/>
        </p:nvSpPr>
        <p:spPr>
          <a:xfrm>
            <a:off x="6286343" y="4129980"/>
            <a:ext cx="12001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Dirección repetida/errónea</a:t>
            </a:r>
            <a:endParaRPr lang="en-US" sz="576" dirty="0"/>
          </a:p>
        </p:txBody>
      </p:sp>
      <p:sp>
        <p:nvSpPr>
          <p:cNvPr id="15" name="Text 12"/>
          <p:cNvSpPr/>
          <p:nvPr/>
        </p:nvSpPr>
        <p:spPr>
          <a:xfrm>
            <a:off x="6286343" y="4234755"/>
            <a:ext cx="12001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Contrato / cédula repetida</a:t>
            </a:r>
            <a:endParaRPr lang="en-US" sz="576" dirty="0"/>
          </a:p>
        </p:txBody>
      </p:sp>
      <p:sp>
        <p:nvSpPr>
          <p:cNvPr id="16" name="Text 13"/>
          <p:cNvSpPr/>
          <p:nvPr/>
        </p:nvSpPr>
        <p:spPr>
          <a:xfrm>
            <a:off x="1213514" y="219075"/>
            <a:ext cx="22308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Desempeño por Campaña</a:t>
            </a:r>
            <a:endParaRPr lang="en-US" sz="1260" dirty="0"/>
          </a:p>
        </p:txBody>
      </p:sp>
      <p:sp>
        <p:nvSpPr>
          <p:cNvPr id="17" name="Text 14"/>
          <p:cNvSpPr/>
          <p:nvPr/>
        </p:nvSpPr>
        <p:spPr>
          <a:xfrm>
            <a:off x="704832" y="3244178"/>
            <a:ext cx="141967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CP Clientes Satisf.*</a:t>
            </a:r>
            <a:endParaRPr lang="en-US" sz="792" dirty="0"/>
          </a:p>
        </p:txBody>
      </p:sp>
      <p:sp>
        <p:nvSpPr>
          <p:cNvPr id="18" name="Text 15"/>
          <p:cNvSpPr/>
          <p:nvPr/>
        </p:nvSpPr>
        <p:spPr>
          <a:xfrm>
            <a:off x="704832" y="2996528"/>
            <a:ext cx="141967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Masiva Voluntarios</a:t>
            </a:r>
            <a:endParaRPr lang="en-US" sz="792" dirty="0"/>
          </a:p>
        </p:txBody>
      </p:sp>
      <p:sp>
        <p:nvSpPr>
          <p:cNvPr id="19" name="Text 16"/>
          <p:cNvSpPr/>
          <p:nvPr/>
        </p:nvSpPr>
        <p:spPr>
          <a:xfrm>
            <a:off x="9067573" y="971550"/>
            <a:ext cx="2560256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Masiva Voluntarios</a:t>
            </a:r>
            <a:endParaRPr lang="en-US" sz="720" dirty="0"/>
          </a:p>
        </p:txBody>
      </p:sp>
      <p:sp>
        <p:nvSpPr>
          <p:cNvPr id="20" name="Text 17"/>
          <p:cNvSpPr/>
          <p:nvPr/>
        </p:nvSpPr>
        <p:spPr>
          <a:xfrm>
            <a:off x="10153843" y="209550"/>
            <a:ext cx="1539685" cy="220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 1 · Campañas</a:t>
            </a:r>
            <a:endParaRPr lang="en-US" sz="840" dirty="0"/>
          </a:p>
        </p:txBody>
      </p:sp>
      <p:sp>
        <p:nvSpPr>
          <p:cNvPr id="21" name="Text 18"/>
          <p:cNvSpPr/>
          <p:nvPr/>
        </p:nvSpPr>
        <p:spPr>
          <a:xfrm>
            <a:off x="6286343" y="4444305"/>
            <a:ext cx="12001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errado</a:t>
            </a:r>
            <a:endParaRPr lang="en-US" sz="576" dirty="0"/>
          </a:p>
        </p:txBody>
      </p:sp>
      <p:sp>
        <p:nvSpPr>
          <p:cNvPr id="22" name="Text 19"/>
          <p:cNvSpPr/>
          <p:nvPr/>
        </p:nvSpPr>
        <p:spPr>
          <a:xfrm>
            <a:off x="4552985" y="2029741"/>
            <a:ext cx="1419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Conv./contacto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704832" y="2258341"/>
            <a:ext cx="1419673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Bienvenidas CP</a:t>
            </a:r>
            <a:endParaRPr lang="en-US" sz="792" dirty="0"/>
          </a:p>
        </p:txBody>
      </p:sp>
      <p:sp>
        <p:nvSpPr>
          <p:cNvPr id="24" name="Text 21"/>
          <p:cNvSpPr/>
          <p:nvPr/>
        </p:nvSpPr>
        <p:spPr>
          <a:xfrm>
            <a:off x="723882" y="971550"/>
            <a:ext cx="2560256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Bienvenidas CP</a:t>
            </a:r>
            <a:endParaRPr lang="en-US" sz="720" dirty="0"/>
          </a:p>
        </p:txBody>
      </p:sp>
      <p:sp>
        <p:nvSpPr>
          <p:cNvPr id="25" name="Text 22"/>
          <p:cNvSpPr/>
          <p:nvPr/>
        </p:nvSpPr>
        <p:spPr>
          <a:xfrm>
            <a:off x="704832" y="2501228"/>
            <a:ext cx="141967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Autogestión</a:t>
            </a:r>
            <a:endParaRPr lang="en-US" sz="792" dirty="0"/>
          </a:p>
        </p:txBody>
      </p:sp>
      <p:sp>
        <p:nvSpPr>
          <p:cNvPr id="26" name="Text 23"/>
          <p:cNvSpPr/>
          <p:nvPr/>
        </p:nvSpPr>
        <p:spPr>
          <a:xfrm>
            <a:off x="3505112" y="971550"/>
            <a:ext cx="2560256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Autogestión</a:t>
            </a:r>
            <a:endParaRPr lang="en-US" sz="720" dirty="0"/>
          </a:p>
        </p:txBody>
      </p:sp>
      <p:sp>
        <p:nvSpPr>
          <p:cNvPr id="27" name="Text 24"/>
          <p:cNvSpPr/>
          <p:nvPr/>
        </p:nvSpPr>
        <p:spPr>
          <a:xfrm>
            <a:off x="6286343" y="4339530"/>
            <a:ext cx="12001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Supera edad</a:t>
            </a:r>
            <a:endParaRPr lang="en-US" sz="576" dirty="0"/>
          </a:p>
        </p:txBody>
      </p:sp>
      <p:sp>
        <p:nvSpPr>
          <p:cNvPr id="28" name="Text 25"/>
          <p:cNvSpPr/>
          <p:nvPr/>
        </p:nvSpPr>
        <p:spPr>
          <a:xfrm>
            <a:off x="3617028" y="2029741"/>
            <a:ext cx="9827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29" name="Text 26"/>
          <p:cNvSpPr/>
          <p:nvPr/>
        </p:nvSpPr>
        <p:spPr>
          <a:xfrm>
            <a:off x="8492962" y="2001166"/>
            <a:ext cx="185221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2056902" y="2029741"/>
            <a:ext cx="8736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7013201" y="2001166"/>
            <a:ext cx="155374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704832" y="2748878"/>
            <a:ext cx="141967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CP Stock</a:t>
            </a:r>
            <a:endParaRPr lang="en-US" sz="792" dirty="0"/>
          </a:p>
        </p:txBody>
      </p:sp>
      <p:sp>
        <p:nvSpPr>
          <p:cNvPr id="33" name="Text 30"/>
          <p:cNvSpPr/>
          <p:nvPr/>
        </p:nvSpPr>
        <p:spPr>
          <a:xfrm>
            <a:off x="3075159" y="4096666"/>
            <a:ext cx="87071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</a:t>
            </a:r>
            <a:endParaRPr lang="en-US" sz="888" dirty="0"/>
          </a:p>
        </p:txBody>
      </p:sp>
      <p:sp>
        <p:nvSpPr>
          <p:cNvPr id="34" name="Text 31"/>
          <p:cNvSpPr/>
          <p:nvPr/>
        </p:nvSpPr>
        <p:spPr>
          <a:xfrm>
            <a:off x="6286343" y="971550"/>
            <a:ext cx="2560256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CP Stock</a:t>
            </a:r>
            <a:endParaRPr lang="en-US" sz="720" dirty="0"/>
          </a:p>
        </p:txBody>
      </p:sp>
      <p:sp>
        <p:nvSpPr>
          <p:cNvPr id="35" name="Text 32"/>
          <p:cNvSpPr/>
          <p:nvPr/>
        </p:nvSpPr>
        <p:spPr>
          <a:xfrm>
            <a:off x="704832" y="2029741"/>
            <a:ext cx="14196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Campaña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2056902" y="2258341"/>
            <a:ext cx="873681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114.696</a:t>
            </a:r>
            <a:endParaRPr lang="en-US" sz="792" dirty="0"/>
          </a:p>
        </p:txBody>
      </p:sp>
      <p:sp>
        <p:nvSpPr>
          <p:cNvPr id="37" name="Text 34"/>
          <p:cNvSpPr/>
          <p:nvPr/>
        </p:nvSpPr>
        <p:spPr>
          <a:xfrm>
            <a:off x="2056902" y="2748878"/>
            <a:ext cx="87368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420.641</a:t>
            </a:r>
            <a:endParaRPr lang="en-US" sz="792" dirty="0"/>
          </a:p>
        </p:txBody>
      </p:sp>
      <p:sp>
        <p:nvSpPr>
          <p:cNvPr id="38" name="Text 35"/>
          <p:cNvSpPr/>
          <p:nvPr/>
        </p:nvSpPr>
        <p:spPr>
          <a:xfrm>
            <a:off x="2056902" y="2996528"/>
            <a:ext cx="87368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255.138</a:t>
            </a:r>
            <a:endParaRPr lang="en-US" sz="792" dirty="0"/>
          </a:p>
        </p:txBody>
      </p:sp>
      <p:sp>
        <p:nvSpPr>
          <p:cNvPr id="39" name="Text 36"/>
          <p:cNvSpPr/>
          <p:nvPr/>
        </p:nvSpPr>
        <p:spPr>
          <a:xfrm>
            <a:off x="2056902" y="3244178"/>
            <a:ext cx="87368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108.659</a:t>
            </a:r>
            <a:endParaRPr lang="en-US" sz="792" dirty="0"/>
          </a:p>
        </p:txBody>
      </p:sp>
      <p:sp>
        <p:nvSpPr>
          <p:cNvPr id="40" name="Text 37"/>
          <p:cNvSpPr/>
          <p:nvPr/>
        </p:nvSpPr>
        <p:spPr>
          <a:xfrm>
            <a:off x="2056902" y="3491828"/>
            <a:ext cx="873681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910.820</a:t>
            </a:r>
            <a:endParaRPr lang="en-US" sz="720" dirty="0"/>
          </a:p>
        </p:txBody>
      </p:sp>
      <p:sp>
        <p:nvSpPr>
          <p:cNvPr id="41" name="Text 38"/>
          <p:cNvSpPr/>
          <p:nvPr/>
        </p:nvSpPr>
        <p:spPr>
          <a:xfrm>
            <a:off x="1686329" y="4096666"/>
            <a:ext cx="74616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Gestión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2396966" y="4096666"/>
            <a:ext cx="71210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Gest.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3904408" y="4096666"/>
            <a:ext cx="68694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Ctto.</a:t>
            </a:r>
            <a:endParaRPr lang="en-US" sz="888" dirty="0"/>
          </a:p>
        </p:txBody>
      </p:sp>
      <p:sp>
        <p:nvSpPr>
          <p:cNvPr id="44" name="Text 41"/>
          <p:cNvSpPr/>
          <p:nvPr/>
        </p:nvSpPr>
        <p:spPr>
          <a:xfrm>
            <a:off x="5200520" y="4096666"/>
            <a:ext cx="74007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Conv.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1125261" y="4268116"/>
            <a:ext cx="589121" cy="2047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102.168</a:t>
            </a:r>
            <a:endParaRPr lang="en-US" sz="660" dirty="0"/>
          </a:p>
        </p:txBody>
      </p:sp>
      <p:sp>
        <p:nvSpPr>
          <p:cNvPr id="46" name="Text 43"/>
          <p:cNvSpPr/>
          <p:nvPr/>
        </p:nvSpPr>
        <p:spPr>
          <a:xfrm>
            <a:off x="1686329" y="4268116"/>
            <a:ext cx="746168" cy="2047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102.168</a:t>
            </a:r>
            <a:endParaRPr lang="en-US" sz="660" dirty="0"/>
          </a:p>
        </p:txBody>
      </p:sp>
      <p:sp>
        <p:nvSpPr>
          <p:cNvPr id="47" name="Text 44"/>
          <p:cNvSpPr/>
          <p:nvPr/>
        </p:nvSpPr>
        <p:spPr>
          <a:xfrm>
            <a:off x="1125261" y="5520653"/>
            <a:ext cx="589121" cy="2047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363.715</a:t>
            </a:r>
            <a:endParaRPr lang="en-US" sz="624" dirty="0"/>
          </a:p>
        </p:txBody>
      </p:sp>
      <p:sp>
        <p:nvSpPr>
          <p:cNvPr id="48" name="Text 45"/>
          <p:cNvSpPr/>
          <p:nvPr/>
        </p:nvSpPr>
        <p:spPr>
          <a:xfrm>
            <a:off x="1686329" y="5520653"/>
            <a:ext cx="746168" cy="2047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321.087</a:t>
            </a:r>
            <a:endParaRPr lang="en-US" sz="624" dirty="0"/>
          </a:p>
        </p:txBody>
      </p:sp>
      <p:sp>
        <p:nvSpPr>
          <p:cNvPr id="49" name="Text 46"/>
          <p:cNvSpPr/>
          <p:nvPr/>
        </p:nvSpPr>
        <p:spPr>
          <a:xfrm>
            <a:off x="3075159" y="5520653"/>
            <a:ext cx="870712" cy="2047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129.696</a:t>
            </a:r>
            <a:endParaRPr lang="en-US" sz="624" dirty="0"/>
          </a:p>
        </p:txBody>
      </p:sp>
      <p:sp>
        <p:nvSpPr>
          <p:cNvPr id="50" name="Text 47"/>
          <p:cNvSpPr/>
          <p:nvPr/>
        </p:nvSpPr>
        <p:spPr>
          <a:xfrm>
            <a:off x="10256978" y="2001166"/>
            <a:ext cx="129137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Rech.</a:t>
            </a:r>
            <a:endParaRPr lang="en-US" sz="888" dirty="0"/>
          </a:p>
        </p:txBody>
      </p:sp>
      <p:sp>
        <p:nvSpPr>
          <p:cNvPr id="51" name="Text 48"/>
          <p:cNvSpPr/>
          <p:nvPr/>
        </p:nvSpPr>
        <p:spPr>
          <a:xfrm>
            <a:off x="7013201" y="2172616"/>
            <a:ext cx="1553749" cy="2047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201.409</a:t>
            </a:r>
            <a:endParaRPr lang="en-US" sz="672" dirty="0"/>
          </a:p>
        </p:txBody>
      </p:sp>
      <p:sp>
        <p:nvSpPr>
          <p:cNvPr id="52" name="Text 49"/>
          <p:cNvSpPr/>
          <p:nvPr/>
        </p:nvSpPr>
        <p:spPr>
          <a:xfrm>
            <a:off x="7013201" y="2586953"/>
            <a:ext cx="155374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134.897</a:t>
            </a:r>
            <a:endParaRPr lang="en-US" sz="672" dirty="0"/>
          </a:p>
        </p:txBody>
      </p:sp>
      <p:sp>
        <p:nvSpPr>
          <p:cNvPr id="53" name="Text 50"/>
          <p:cNvSpPr/>
          <p:nvPr/>
        </p:nvSpPr>
        <p:spPr>
          <a:xfrm>
            <a:off x="7013201" y="2796503"/>
            <a:ext cx="155374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153.111</a:t>
            </a:r>
            <a:endParaRPr lang="en-US" sz="672" dirty="0"/>
          </a:p>
        </p:txBody>
      </p:sp>
      <p:sp>
        <p:nvSpPr>
          <p:cNvPr id="54" name="Text 51"/>
          <p:cNvSpPr/>
          <p:nvPr/>
        </p:nvSpPr>
        <p:spPr>
          <a:xfrm>
            <a:off x="8492962" y="2796503"/>
            <a:ext cx="185221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114.123</a:t>
            </a:r>
            <a:endParaRPr lang="en-US" sz="672" dirty="0"/>
          </a:p>
        </p:txBody>
      </p:sp>
      <p:sp>
        <p:nvSpPr>
          <p:cNvPr id="55" name="Text 52"/>
          <p:cNvSpPr/>
          <p:nvPr/>
        </p:nvSpPr>
        <p:spPr>
          <a:xfrm>
            <a:off x="7013201" y="3006053"/>
            <a:ext cx="155374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154.335</a:t>
            </a:r>
            <a:endParaRPr lang="en-US" sz="672" dirty="0"/>
          </a:p>
        </p:txBody>
      </p:sp>
      <p:sp>
        <p:nvSpPr>
          <p:cNvPr id="56" name="Text 53"/>
          <p:cNvSpPr/>
          <p:nvPr/>
        </p:nvSpPr>
        <p:spPr>
          <a:xfrm>
            <a:off x="8492962" y="3006053"/>
            <a:ext cx="185221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116.691</a:t>
            </a:r>
            <a:endParaRPr lang="en-US" sz="672" dirty="0"/>
          </a:p>
        </p:txBody>
      </p:sp>
      <p:sp>
        <p:nvSpPr>
          <p:cNvPr id="57" name="Text 54"/>
          <p:cNvSpPr/>
          <p:nvPr/>
        </p:nvSpPr>
        <p:spPr>
          <a:xfrm>
            <a:off x="7013201" y="3215603"/>
            <a:ext cx="155374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173.413</a:t>
            </a:r>
            <a:endParaRPr lang="en-US" sz="672" dirty="0"/>
          </a:p>
        </p:txBody>
      </p:sp>
      <p:sp>
        <p:nvSpPr>
          <p:cNvPr id="58" name="Text 55"/>
          <p:cNvSpPr/>
          <p:nvPr/>
        </p:nvSpPr>
        <p:spPr>
          <a:xfrm>
            <a:off x="8492962" y="3215603"/>
            <a:ext cx="185221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109.130</a:t>
            </a:r>
            <a:endParaRPr lang="en-US" sz="672" dirty="0"/>
          </a:p>
        </p:txBody>
      </p:sp>
      <p:sp>
        <p:nvSpPr>
          <p:cNvPr id="59" name="Text 56"/>
          <p:cNvSpPr/>
          <p:nvPr/>
        </p:nvSpPr>
        <p:spPr>
          <a:xfrm>
            <a:off x="7013201" y="3425153"/>
            <a:ext cx="1553749" cy="2047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912.083</a:t>
            </a:r>
            <a:endParaRPr lang="en-US" sz="624" dirty="0"/>
          </a:p>
        </p:txBody>
      </p:sp>
      <p:sp>
        <p:nvSpPr>
          <p:cNvPr id="60" name="Text 57"/>
          <p:cNvSpPr/>
          <p:nvPr/>
        </p:nvSpPr>
        <p:spPr>
          <a:xfrm>
            <a:off x="8492962" y="3425153"/>
            <a:ext cx="1852216" cy="2047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548.368</a:t>
            </a:r>
            <a:endParaRPr lang="en-US" sz="624" dirty="0"/>
          </a:p>
        </p:txBody>
      </p:sp>
      <p:sp>
        <p:nvSpPr>
          <p:cNvPr id="61" name="Text 58"/>
          <p:cNvSpPr/>
          <p:nvPr/>
        </p:nvSpPr>
        <p:spPr>
          <a:xfrm>
            <a:off x="2888979" y="2029741"/>
            <a:ext cx="7644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62" name="Text 59"/>
          <p:cNvSpPr/>
          <p:nvPr/>
        </p:nvSpPr>
        <p:spPr>
          <a:xfrm>
            <a:off x="4552985" y="2258341"/>
            <a:ext cx="1419986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19,5 %</a:t>
            </a:r>
            <a:endParaRPr lang="en-US" sz="792" dirty="0"/>
          </a:p>
        </p:txBody>
      </p:sp>
      <p:sp>
        <p:nvSpPr>
          <p:cNvPr id="63" name="Text 60"/>
          <p:cNvSpPr/>
          <p:nvPr/>
        </p:nvSpPr>
        <p:spPr>
          <a:xfrm>
            <a:off x="2056902" y="2501228"/>
            <a:ext cx="87368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11.686</a:t>
            </a:r>
            <a:endParaRPr lang="en-US" sz="792" dirty="0"/>
          </a:p>
        </p:txBody>
      </p:sp>
      <p:sp>
        <p:nvSpPr>
          <p:cNvPr id="64" name="Text 61"/>
          <p:cNvSpPr/>
          <p:nvPr/>
        </p:nvSpPr>
        <p:spPr>
          <a:xfrm>
            <a:off x="4552985" y="2501228"/>
            <a:ext cx="141998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26,6 %</a:t>
            </a:r>
            <a:endParaRPr lang="en-US" sz="792" dirty="0"/>
          </a:p>
        </p:txBody>
      </p:sp>
      <p:sp>
        <p:nvSpPr>
          <p:cNvPr id="65" name="Text 62"/>
          <p:cNvSpPr/>
          <p:nvPr/>
        </p:nvSpPr>
        <p:spPr>
          <a:xfrm>
            <a:off x="2888979" y="3491828"/>
            <a:ext cx="764451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11.142</a:t>
            </a:r>
            <a:endParaRPr lang="en-US" sz="720" dirty="0"/>
          </a:p>
        </p:txBody>
      </p:sp>
      <p:sp>
        <p:nvSpPr>
          <p:cNvPr id="66" name="Text 63"/>
          <p:cNvSpPr/>
          <p:nvPr/>
        </p:nvSpPr>
        <p:spPr>
          <a:xfrm>
            <a:off x="4558640" y="4096666"/>
            <a:ext cx="67397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67" name="Text 64"/>
          <p:cNvSpPr/>
          <p:nvPr/>
        </p:nvSpPr>
        <p:spPr>
          <a:xfrm>
            <a:off x="3075159" y="4268116"/>
            <a:ext cx="870712" cy="2047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21.204</a:t>
            </a:r>
            <a:endParaRPr lang="en-US" sz="660" dirty="0"/>
          </a:p>
        </p:txBody>
      </p:sp>
      <p:sp>
        <p:nvSpPr>
          <p:cNvPr id="68" name="Text 65"/>
          <p:cNvSpPr/>
          <p:nvPr/>
        </p:nvSpPr>
        <p:spPr>
          <a:xfrm>
            <a:off x="1125261" y="4472903"/>
            <a:ext cx="58912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46.733</a:t>
            </a:r>
            <a:endParaRPr lang="en-US" sz="660" dirty="0"/>
          </a:p>
        </p:txBody>
      </p:sp>
      <p:sp>
        <p:nvSpPr>
          <p:cNvPr id="69" name="Text 66"/>
          <p:cNvSpPr/>
          <p:nvPr/>
        </p:nvSpPr>
        <p:spPr>
          <a:xfrm>
            <a:off x="1686329" y="4472903"/>
            <a:ext cx="74616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46.426</a:t>
            </a:r>
            <a:endParaRPr lang="en-US" sz="660" dirty="0"/>
          </a:p>
        </p:txBody>
      </p:sp>
      <p:sp>
        <p:nvSpPr>
          <p:cNvPr id="70" name="Text 67"/>
          <p:cNvSpPr/>
          <p:nvPr/>
        </p:nvSpPr>
        <p:spPr>
          <a:xfrm>
            <a:off x="3075159" y="4472903"/>
            <a:ext cx="87071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19.832</a:t>
            </a:r>
            <a:endParaRPr lang="en-US" sz="660" dirty="0"/>
          </a:p>
        </p:txBody>
      </p:sp>
      <p:sp>
        <p:nvSpPr>
          <p:cNvPr id="71" name="Text 68"/>
          <p:cNvSpPr/>
          <p:nvPr/>
        </p:nvSpPr>
        <p:spPr>
          <a:xfrm>
            <a:off x="1125261" y="4682453"/>
            <a:ext cx="58912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73.899</a:t>
            </a:r>
            <a:endParaRPr lang="en-US" sz="660" dirty="0"/>
          </a:p>
        </p:txBody>
      </p:sp>
      <p:sp>
        <p:nvSpPr>
          <p:cNvPr id="72" name="Text 69"/>
          <p:cNvSpPr/>
          <p:nvPr/>
        </p:nvSpPr>
        <p:spPr>
          <a:xfrm>
            <a:off x="1686329" y="4682453"/>
            <a:ext cx="74616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60.402</a:t>
            </a:r>
            <a:endParaRPr lang="en-US" sz="660" dirty="0"/>
          </a:p>
        </p:txBody>
      </p:sp>
      <p:sp>
        <p:nvSpPr>
          <p:cNvPr id="73" name="Text 70"/>
          <p:cNvSpPr/>
          <p:nvPr/>
        </p:nvSpPr>
        <p:spPr>
          <a:xfrm>
            <a:off x="3075159" y="4682453"/>
            <a:ext cx="87071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27.138</a:t>
            </a:r>
            <a:endParaRPr lang="en-US" sz="660" dirty="0"/>
          </a:p>
        </p:txBody>
      </p:sp>
      <p:sp>
        <p:nvSpPr>
          <p:cNvPr id="74" name="Text 71"/>
          <p:cNvSpPr/>
          <p:nvPr/>
        </p:nvSpPr>
        <p:spPr>
          <a:xfrm>
            <a:off x="1125261" y="4892003"/>
            <a:ext cx="58912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38.988</a:t>
            </a:r>
            <a:endParaRPr lang="en-US" sz="660" dirty="0"/>
          </a:p>
        </p:txBody>
      </p:sp>
      <p:sp>
        <p:nvSpPr>
          <p:cNvPr id="75" name="Text 72"/>
          <p:cNvSpPr/>
          <p:nvPr/>
        </p:nvSpPr>
        <p:spPr>
          <a:xfrm>
            <a:off x="1686329" y="4892003"/>
            <a:ext cx="74616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31.039</a:t>
            </a:r>
            <a:endParaRPr lang="en-US" sz="660" dirty="0"/>
          </a:p>
        </p:txBody>
      </p:sp>
      <p:sp>
        <p:nvSpPr>
          <p:cNvPr id="76" name="Text 73"/>
          <p:cNvSpPr/>
          <p:nvPr/>
        </p:nvSpPr>
        <p:spPr>
          <a:xfrm>
            <a:off x="3075159" y="4892003"/>
            <a:ext cx="87071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16.200</a:t>
            </a:r>
            <a:endParaRPr lang="en-US" sz="660" dirty="0"/>
          </a:p>
        </p:txBody>
      </p:sp>
      <p:sp>
        <p:nvSpPr>
          <p:cNvPr id="77" name="Text 74"/>
          <p:cNvSpPr/>
          <p:nvPr/>
        </p:nvSpPr>
        <p:spPr>
          <a:xfrm>
            <a:off x="1125261" y="5101553"/>
            <a:ext cx="58912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37.644</a:t>
            </a:r>
            <a:endParaRPr lang="en-US" sz="660" dirty="0"/>
          </a:p>
        </p:txBody>
      </p:sp>
      <p:sp>
        <p:nvSpPr>
          <p:cNvPr id="78" name="Text 75"/>
          <p:cNvSpPr/>
          <p:nvPr/>
        </p:nvSpPr>
        <p:spPr>
          <a:xfrm>
            <a:off x="1686329" y="5101553"/>
            <a:ext cx="74616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37.642</a:t>
            </a:r>
            <a:endParaRPr lang="en-US" sz="660" dirty="0"/>
          </a:p>
        </p:txBody>
      </p:sp>
      <p:sp>
        <p:nvSpPr>
          <p:cNvPr id="79" name="Text 76"/>
          <p:cNvSpPr/>
          <p:nvPr/>
        </p:nvSpPr>
        <p:spPr>
          <a:xfrm>
            <a:off x="3075159" y="5101553"/>
            <a:ext cx="87071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24.031</a:t>
            </a:r>
            <a:endParaRPr lang="en-US" sz="660" dirty="0"/>
          </a:p>
        </p:txBody>
      </p:sp>
      <p:sp>
        <p:nvSpPr>
          <p:cNvPr id="80" name="Text 77"/>
          <p:cNvSpPr/>
          <p:nvPr/>
        </p:nvSpPr>
        <p:spPr>
          <a:xfrm>
            <a:off x="1125261" y="5311103"/>
            <a:ext cx="58912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64.283</a:t>
            </a:r>
            <a:endParaRPr lang="en-US" sz="660" dirty="0"/>
          </a:p>
        </p:txBody>
      </p:sp>
      <p:sp>
        <p:nvSpPr>
          <p:cNvPr id="81" name="Text 78"/>
          <p:cNvSpPr/>
          <p:nvPr/>
        </p:nvSpPr>
        <p:spPr>
          <a:xfrm>
            <a:off x="1686329" y="5311103"/>
            <a:ext cx="74616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43.410</a:t>
            </a:r>
            <a:endParaRPr lang="en-US" sz="660" dirty="0"/>
          </a:p>
        </p:txBody>
      </p:sp>
      <p:sp>
        <p:nvSpPr>
          <p:cNvPr id="82" name="Text 79"/>
          <p:cNvSpPr/>
          <p:nvPr/>
        </p:nvSpPr>
        <p:spPr>
          <a:xfrm>
            <a:off x="3075159" y="5311103"/>
            <a:ext cx="87071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21.291</a:t>
            </a:r>
            <a:endParaRPr lang="en-US" sz="660" dirty="0"/>
          </a:p>
        </p:txBody>
      </p:sp>
      <p:sp>
        <p:nvSpPr>
          <p:cNvPr id="83" name="Text 80"/>
          <p:cNvSpPr/>
          <p:nvPr/>
        </p:nvSpPr>
        <p:spPr>
          <a:xfrm>
            <a:off x="4558640" y="5520653"/>
            <a:ext cx="673974" cy="2047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624" dirty="0"/>
          </a:p>
        </p:txBody>
      </p:sp>
      <p:sp>
        <p:nvSpPr>
          <p:cNvPr id="84" name="Text 81"/>
          <p:cNvSpPr/>
          <p:nvPr/>
        </p:nvSpPr>
        <p:spPr>
          <a:xfrm>
            <a:off x="8492962" y="2172616"/>
            <a:ext cx="1852216" cy="2047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99.241</a:t>
            </a:r>
            <a:endParaRPr lang="en-US" sz="672" dirty="0"/>
          </a:p>
        </p:txBody>
      </p:sp>
      <p:sp>
        <p:nvSpPr>
          <p:cNvPr id="85" name="Text 82"/>
          <p:cNvSpPr/>
          <p:nvPr/>
        </p:nvSpPr>
        <p:spPr>
          <a:xfrm>
            <a:off x="10256978" y="2172616"/>
            <a:ext cx="1291379" cy="2047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49,3 %</a:t>
            </a:r>
            <a:endParaRPr lang="en-US" sz="672" dirty="0"/>
          </a:p>
        </p:txBody>
      </p:sp>
      <p:sp>
        <p:nvSpPr>
          <p:cNvPr id="86" name="Text 83"/>
          <p:cNvSpPr/>
          <p:nvPr/>
        </p:nvSpPr>
        <p:spPr>
          <a:xfrm>
            <a:off x="7013201" y="2377403"/>
            <a:ext cx="155374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94.918</a:t>
            </a:r>
            <a:endParaRPr lang="en-US" sz="672" dirty="0"/>
          </a:p>
        </p:txBody>
      </p:sp>
      <p:sp>
        <p:nvSpPr>
          <p:cNvPr id="87" name="Text 84"/>
          <p:cNvSpPr/>
          <p:nvPr/>
        </p:nvSpPr>
        <p:spPr>
          <a:xfrm>
            <a:off x="8492962" y="2377403"/>
            <a:ext cx="185221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48.185</a:t>
            </a:r>
            <a:endParaRPr lang="en-US" sz="672" dirty="0"/>
          </a:p>
        </p:txBody>
      </p:sp>
      <p:sp>
        <p:nvSpPr>
          <p:cNvPr id="88" name="Text 85"/>
          <p:cNvSpPr/>
          <p:nvPr/>
        </p:nvSpPr>
        <p:spPr>
          <a:xfrm>
            <a:off x="10256978" y="2377403"/>
            <a:ext cx="129137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50,8 %</a:t>
            </a:r>
            <a:endParaRPr lang="en-US" sz="672" dirty="0"/>
          </a:p>
        </p:txBody>
      </p:sp>
      <p:sp>
        <p:nvSpPr>
          <p:cNvPr id="89" name="Text 86"/>
          <p:cNvSpPr/>
          <p:nvPr/>
        </p:nvSpPr>
        <p:spPr>
          <a:xfrm>
            <a:off x="8492962" y="2586953"/>
            <a:ext cx="185221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60.998</a:t>
            </a:r>
            <a:endParaRPr lang="en-US" sz="672" dirty="0"/>
          </a:p>
        </p:txBody>
      </p:sp>
      <p:sp>
        <p:nvSpPr>
          <p:cNvPr id="90" name="Text 87"/>
          <p:cNvSpPr/>
          <p:nvPr/>
        </p:nvSpPr>
        <p:spPr>
          <a:xfrm>
            <a:off x="10256978" y="2586953"/>
            <a:ext cx="129137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45,2 %</a:t>
            </a:r>
            <a:endParaRPr lang="en-US" sz="672" dirty="0"/>
          </a:p>
        </p:txBody>
      </p:sp>
      <p:sp>
        <p:nvSpPr>
          <p:cNvPr id="91" name="Text 88"/>
          <p:cNvSpPr/>
          <p:nvPr/>
        </p:nvSpPr>
        <p:spPr>
          <a:xfrm>
            <a:off x="10256978" y="2796503"/>
            <a:ext cx="129137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74,5 %</a:t>
            </a:r>
            <a:endParaRPr lang="en-US" sz="672" dirty="0"/>
          </a:p>
        </p:txBody>
      </p:sp>
      <p:sp>
        <p:nvSpPr>
          <p:cNvPr id="92" name="Text 89"/>
          <p:cNvSpPr/>
          <p:nvPr/>
        </p:nvSpPr>
        <p:spPr>
          <a:xfrm>
            <a:off x="10256978" y="3006053"/>
            <a:ext cx="129137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75,6 %</a:t>
            </a:r>
            <a:endParaRPr lang="en-US" sz="672" dirty="0"/>
          </a:p>
        </p:txBody>
      </p:sp>
      <p:sp>
        <p:nvSpPr>
          <p:cNvPr id="93" name="Text 90"/>
          <p:cNvSpPr/>
          <p:nvPr/>
        </p:nvSpPr>
        <p:spPr>
          <a:xfrm>
            <a:off x="10256978" y="3215603"/>
            <a:ext cx="129137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62,9 %</a:t>
            </a:r>
            <a:endParaRPr lang="en-US" sz="672" dirty="0"/>
          </a:p>
        </p:txBody>
      </p:sp>
      <p:sp>
        <p:nvSpPr>
          <p:cNvPr id="94" name="Text 91"/>
          <p:cNvSpPr/>
          <p:nvPr/>
        </p:nvSpPr>
        <p:spPr>
          <a:xfrm>
            <a:off x="10256978" y="3425153"/>
            <a:ext cx="1291379" cy="2047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60,1 %</a:t>
            </a:r>
            <a:endParaRPr lang="en-US" sz="624" dirty="0"/>
          </a:p>
        </p:txBody>
      </p:sp>
      <p:sp>
        <p:nvSpPr>
          <p:cNvPr id="95" name="Text 92"/>
          <p:cNvSpPr/>
          <p:nvPr/>
        </p:nvSpPr>
        <p:spPr>
          <a:xfrm>
            <a:off x="1088204" y="1143000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600" dirty="0"/>
          </a:p>
        </p:txBody>
      </p:sp>
      <p:sp>
        <p:nvSpPr>
          <p:cNvPr id="96" name="Text 93"/>
          <p:cNvSpPr/>
          <p:nvPr/>
        </p:nvSpPr>
        <p:spPr>
          <a:xfrm>
            <a:off x="3505112" y="1114425"/>
            <a:ext cx="2560256" cy="135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26,6 %</a:t>
            </a:r>
            <a:endParaRPr lang="en-US" sz="1020" dirty="0"/>
          </a:p>
        </p:txBody>
      </p:sp>
      <p:sp>
        <p:nvSpPr>
          <p:cNvPr id="97" name="Text 94"/>
          <p:cNvSpPr/>
          <p:nvPr/>
        </p:nvSpPr>
        <p:spPr>
          <a:xfrm>
            <a:off x="6649177" y="1143000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600" dirty="0"/>
          </a:p>
        </p:txBody>
      </p:sp>
      <p:sp>
        <p:nvSpPr>
          <p:cNvPr id="98" name="Text 95"/>
          <p:cNvSpPr/>
          <p:nvPr/>
        </p:nvSpPr>
        <p:spPr>
          <a:xfrm>
            <a:off x="9317301" y="1143000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600" dirty="0"/>
          </a:p>
        </p:txBody>
      </p:sp>
      <p:sp>
        <p:nvSpPr>
          <p:cNvPr id="99" name="Text 96"/>
          <p:cNvSpPr/>
          <p:nvPr/>
        </p:nvSpPr>
        <p:spPr>
          <a:xfrm>
            <a:off x="2888979" y="2258341"/>
            <a:ext cx="764451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6.881</a:t>
            </a:r>
            <a:endParaRPr lang="en-US" sz="792" dirty="0"/>
          </a:p>
        </p:txBody>
      </p:sp>
      <p:sp>
        <p:nvSpPr>
          <p:cNvPr id="100" name="Text 97"/>
          <p:cNvSpPr/>
          <p:nvPr/>
        </p:nvSpPr>
        <p:spPr>
          <a:xfrm>
            <a:off x="2888979" y="2748878"/>
            <a:ext cx="76445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3.073</a:t>
            </a:r>
            <a:endParaRPr lang="en-US" sz="792" dirty="0"/>
          </a:p>
        </p:txBody>
      </p:sp>
      <p:sp>
        <p:nvSpPr>
          <p:cNvPr id="101" name="Text 98"/>
          <p:cNvSpPr/>
          <p:nvPr/>
        </p:nvSpPr>
        <p:spPr>
          <a:xfrm>
            <a:off x="4552985" y="2748878"/>
            <a:ext cx="141998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4,6 %</a:t>
            </a:r>
            <a:endParaRPr lang="en-US" sz="792" dirty="0"/>
          </a:p>
        </p:txBody>
      </p:sp>
      <p:sp>
        <p:nvSpPr>
          <p:cNvPr id="102" name="Text 99"/>
          <p:cNvSpPr/>
          <p:nvPr/>
        </p:nvSpPr>
        <p:spPr>
          <a:xfrm>
            <a:off x="4552985" y="2996528"/>
            <a:ext cx="141998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1,9 %</a:t>
            </a:r>
            <a:endParaRPr lang="en-US" sz="792" dirty="0"/>
          </a:p>
        </p:txBody>
      </p:sp>
      <p:sp>
        <p:nvSpPr>
          <p:cNvPr id="103" name="Text 100"/>
          <p:cNvSpPr/>
          <p:nvPr/>
        </p:nvSpPr>
        <p:spPr>
          <a:xfrm>
            <a:off x="4552985" y="3244178"/>
            <a:ext cx="141998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1,2 %</a:t>
            </a:r>
            <a:endParaRPr lang="en-US" sz="792" dirty="0"/>
          </a:p>
        </p:txBody>
      </p:sp>
      <p:sp>
        <p:nvSpPr>
          <p:cNvPr id="104" name="Text 101"/>
          <p:cNvSpPr/>
          <p:nvPr/>
        </p:nvSpPr>
        <p:spPr>
          <a:xfrm>
            <a:off x="704832" y="3491828"/>
            <a:ext cx="1419673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720" dirty="0"/>
          </a:p>
        </p:txBody>
      </p:sp>
      <p:sp>
        <p:nvSpPr>
          <p:cNvPr id="105" name="Text 102"/>
          <p:cNvSpPr/>
          <p:nvPr/>
        </p:nvSpPr>
        <p:spPr>
          <a:xfrm>
            <a:off x="4552985" y="3491828"/>
            <a:ext cx="1419986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8,6 %</a:t>
            </a:r>
            <a:endParaRPr lang="en-US" sz="720" dirty="0"/>
          </a:p>
        </p:txBody>
      </p:sp>
      <p:sp>
        <p:nvSpPr>
          <p:cNvPr id="106" name="Text 103"/>
          <p:cNvSpPr/>
          <p:nvPr/>
        </p:nvSpPr>
        <p:spPr>
          <a:xfrm>
            <a:off x="1125261" y="4096666"/>
            <a:ext cx="58912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107" name="Text 104"/>
          <p:cNvSpPr/>
          <p:nvPr/>
        </p:nvSpPr>
        <p:spPr>
          <a:xfrm>
            <a:off x="4558640" y="4268116"/>
            <a:ext cx="673974" cy="2047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2.245</a:t>
            </a:r>
            <a:endParaRPr lang="en-US" sz="660" dirty="0"/>
          </a:p>
        </p:txBody>
      </p:sp>
      <p:sp>
        <p:nvSpPr>
          <p:cNvPr id="108" name="Text 105"/>
          <p:cNvSpPr/>
          <p:nvPr/>
        </p:nvSpPr>
        <p:spPr>
          <a:xfrm>
            <a:off x="4558640" y="4472903"/>
            <a:ext cx="67397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2.374</a:t>
            </a:r>
            <a:endParaRPr lang="en-US" sz="660" dirty="0"/>
          </a:p>
        </p:txBody>
      </p:sp>
      <p:sp>
        <p:nvSpPr>
          <p:cNvPr id="109" name="Text 106"/>
          <p:cNvSpPr/>
          <p:nvPr/>
        </p:nvSpPr>
        <p:spPr>
          <a:xfrm>
            <a:off x="4558640" y="4682453"/>
            <a:ext cx="67397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2.431</a:t>
            </a:r>
            <a:endParaRPr lang="en-US" sz="660" dirty="0"/>
          </a:p>
        </p:txBody>
      </p:sp>
      <p:sp>
        <p:nvSpPr>
          <p:cNvPr id="110" name="Text 107"/>
          <p:cNvSpPr/>
          <p:nvPr/>
        </p:nvSpPr>
        <p:spPr>
          <a:xfrm>
            <a:off x="4558640" y="4892003"/>
            <a:ext cx="67397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2.367</a:t>
            </a:r>
            <a:endParaRPr lang="en-US" sz="660" dirty="0"/>
          </a:p>
        </p:txBody>
      </p:sp>
      <p:sp>
        <p:nvSpPr>
          <p:cNvPr id="111" name="Text 108"/>
          <p:cNvSpPr/>
          <p:nvPr/>
        </p:nvSpPr>
        <p:spPr>
          <a:xfrm>
            <a:off x="4558640" y="5101553"/>
            <a:ext cx="67397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2.186</a:t>
            </a:r>
            <a:endParaRPr lang="en-US" sz="660" dirty="0"/>
          </a:p>
        </p:txBody>
      </p:sp>
      <p:sp>
        <p:nvSpPr>
          <p:cNvPr id="112" name="Text 109"/>
          <p:cNvSpPr/>
          <p:nvPr/>
        </p:nvSpPr>
        <p:spPr>
          <a:xfrm>
            <a:off x="4558640" y="5311103"/>
            <a:ext cx="67397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2.314</a:t>
            </a:r>
            <a:endParaRPr lang="en-US" sz="660" dirty="0"/>
          </a:p>
        </p:txBody>
      </p:sp>
      <p:sp>
        <p:nvSpPr>
          <p:cNvPr id="113" name="Text 110"/>
          <p:cNvSpPr/>
          <p:nvPr/>
        </p:nvSpPr>
        <p:spPr>
          <a:xfrm>
            <a:off x="704832" y="5520653"/>
            <a:ext cx="441450" cy="2047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24" dirty="0"/>
          </a:p>
        </p:txBody>
      </p:sp>
      <p:sp>
        <p:nvSpPr>
          <p:cNvPr id="114" name="Text 111"/>
          <p:cNvSpPr/>
          <p:nvPr/>
        </p:nvSpPr>
        <p:spPr>
          <a:xfrm>
            <a:off x="6286343" y="3425153"/>
            <a:ext cx="763201" cy="2047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24" dirty="0"/>
          </a:p>
        </p:txBody>
      </p:sp>
      <p:sp>
        <p:nvSpPr>
          <p:cNvPr id="115" name="Text 112"/>
          <p:cNvSpPr/>
          <p:nvPr/>
        </p:nvSpPr>
        <p:spPr>
          <a:xfrm>
            <a:off x="723882" y="1114425"/>
            <a:ext cx="2560256" cy="135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6.881</a:t>
            </a:r>
            <a:endParaRPr lang="en-US" sz="1020" dirty="0"/>
          </a:p>
        </p:txBody>
      </p:sp>
      <p:sp>
        <p:nvSpPr>
          <p:cNvPr id="116" name="Text 113"/>
          <p:cNvSpPr/>
          <p:nvPr/>
        </p:nvSpPr>
        <p:spPr>
          <a:xfrm>
            <a:off x="6286343" y="1114425"/>
            <a:ext cx="2560256" cy="135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3.073</a:t>
            </a:r>
            <a:endParaRPr lang="en-US" sz="1020" dirty="0"/>
          </a:p>
        </p:txBody>
      </p:sp>
      <p:sp>
        <p:nvSpPr>
          <p:cNvPr id="117" name="Text 114"/>
          <p:cNvSpPr/>
          <p:nvPr/>
        </p:nvSpPr>
        <p:spPr>
          <a:xfrm>
            <a:off x="6286343" y="4549080"/>
            <a:ext cx="12001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</a:t>
            </a:r>
            <a:endParaRPr lang="en-US" sz="576" dirty="0"/>
          </a:p>
        </p:txBody>
      </p:sp>
      <p:sp>
        <p:nvSpPr>
          <p:cNvPr id="118" name="Text 115"/>
          <p:cNvSpPr/>
          <p:nvPr/>
        </p:nvSpPr>
        <p:spPr>
          <a:xfrm>
            <a:off x="3617028" y="2258341"/>
            <a:ext cx="982755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79 %</a:t>
            </a:r>
            <a:endParaRPr lang="en-US" sz="792" dirty="0"/>
          </a:p>
        </p:txBody>
      </p:sp>
      <p:sp>
        <p:nvSpPr>
          <p:cNvPr id="119" name="Text 116"/>
          <p:cNvSpPr/>
          <p:nvPr/>
        </p:nvSpPr>
        <p:spPr>
          <a:xfrm>
            <a:off x="3617028" y="2501228"/>
            <a:ext cx="98275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71 %</a:t>
            </a:r>
            <a:endParaRPr lang="en-US" sz="792" dirty="0"/>
          </a:p>
        </p:txBody>
      </p:sp>
      <p:sp>
        <p:nvSpPr>
          <p:cNvPr id="120" name="Text 117"/>
          <p:cNvSpPr/>
          <p:nvPr/>
        </p:nvSpPr>
        <p:spPr>
          <a:xfrm>
            <a:off x="3617028" y="2748878"/>
            <a:ext cx="98275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49 %</a:t>
            </a:r>
            <a:endParaRPr lang="en-US" sz="792" dirty="0"/>
          </a:p>
        </p:txBody>
      </p:sp>
      <p:sp>
        <p:nvSpPr>
          <p:cNvPr id="121" name="Text 118"/>
          <p:cNvSpPr/>
          <p:nvPr/>
        </p:nvSpPr>
        <p:spPr>
          <a:xfrm>
            <a:off x="3617028" y="2996528"/>
            <a:ext cx="98275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17 %</a:t>
            </a:r>
            <a:endParaRPr lang="en-US" sz="792" dirty="0"/>
          </a:p>
        </p:txBody>
      </p:sp>
      <p:sp>
        <p:nvSpPr>
          <p:cNvPr id="122" name="Text 119"/>
          <p:cNvSpPr/>
          <p:nvPr/>
        </p:nvSpPr>
        <p:spPr>
          <a:xfrm>
            <a:off x="3617028" y="3244178"/>
            <a:ext cx="98275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19 %</a:t>
            </a:r>
            <a:endParaRPr lang="en-US" sz="792" dirty="0"/>
          </a:p>
        </p:txBody>
      </p:sp>
      <p:sp>
        <p:nvSpPr>
          <p:cNvPr id="123" name="Text 120"/>
          <p:cNvSpPr/>
          <p:nvPr/>
        </p:nvSpPr>
        <p:spPr>
          <a:xfrm>
            <a:off x="3617028" y="3491828"/>
            <a:ext cx="982755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40 %</a:t>
            </a:r>
            <a:endParaRPr lang="en-US" sz="720" dirty="0"/>
          </a:p>
        </p:txBody>
      </p:sp>
      <p:sp>
        <p:nvSpPr>
          <p:cNvPr id="124" name="Text 121"/>
          <p:cNvSpPr/>
          <p:nvPr/>
        </p:nvSpPr>
        <p:spPr>
          <a:xfrm>
            <a:off x="2396966" y="4268116"/>
            <a:ext cx="712102" cy="2047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100%</a:t>
            </a:r>
            <a:endParaRPr lang="en-US" sz="660" dirty="0"/>
          </a:p>
        </p:txBody>
      </p:sp>
      <p:sp>
        <p:nvSpPr>
          <p:cNvPr id="125" name="Text 122"/>
          <p:cNvSpPr/>
          <p:nvPr/>
        </p:nvSpPr>
        <p:spPr>
          <a:xfrm>
            <a:off x="2396966" y="5101553"/>
            <a:ext cx="71210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100%</a:t>
            </a:r>
            <a:endParaRPr lang="en-US" sz="660" dirty="0"/>
          </a:p>
        </p:txBody>
      </p:sp>
      <p:sp>
        <p:nvSpPr>
          <p:cNvPr id="126" name="Text 123"/>
          <p:cNvSpPr/>
          <p:nvPr/>
        </p:nvSpPr>
        <p:spPr>
          <a:xfrm>
            <a:off x="2888979" y="2501228"/>
            <a:ext cx="76445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791</a:t>
            </a:r>
            <a:endParaRPr lang="en-US" sz="792" dirty="0"/>
          </a:p>
        </p:txBody>
      </p:sp>
      <p:sp>
        <p:nvSpPr>
          <p:cNvPr id="127" name="Text 124"/>
          <p:cNvSpPr/>
          <p:nvPr/>
        </p:nvSpPr>
        <p:spPr>
          <a:xfrm>
            <a:off x="2888979" y="2996528"/>
            <a:ext cx="76445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318</a:t>
            </a:r>
            <a:endParaRPr lang="en-US" sz="792" dirty="0"/>
          </a:p>
        </p:txBody>
      </p:sp>
      <p:sp>
        <p:nvSpPr>
          <p:cNvPr id="128" name="Text 125"/>
          <p:cNvSpPr/>
          <p:nvPr/>
        </p:nvSpPr>
        <p:spPr>
          <a:xfrm>
            <a:off x="704832" y="4096666"/>
            <a:ext cx="4414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29" name="Text 126"/>
          <p:cNvSpPr/>
          <p:nvPr/>
        </p:nvSpPr>
        <p:spPr>
          <a:xfrm>
            <a:off x="704832" y="4268116"/>
            <a:ext cx="441450" cy="2047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660" dirty="0"/>
          </a:p>
        </p:txBody>
      </p:sp>
      <p:sp>
        <p:nvSpPr>
          <p:cNvPr id="130" name="Text 127"/>
          <p:cNvSpPr/>
          <p:nvPr/>
        </p:nvSpPr>
        <p:spPr>
          <a:xfrm>
            <a:off x="3904408" y="4268116"/>
            <a:ext cx="686944" cy="2047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21%</a:t>
            </a:r>
            <a:endParaRPr lang="en-US" sz="660" dirty="0"/>
          </a:p>
        </p:txBody>
      </p:sp>
      <p:sp>
        <p:nvSpPr>
          <p:cNvPr id="131" name="Text 128"/>
          <p:cNvSpPr/>
          <p:nvPr/>
        </p:nvSpPr>
        <p:spPr>
          <a:xfrm>
            <a:off x="5200520" y="4268116"/>
            <a:ext cx="740074" cy="2047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11%</a:t>
            </a:r>
            <a:endParaRPr lang="en-US" sz="660" dirty="0"/>
          </a:p>
        </p:txBody>
      </p:sp>
      <p:sp>
        <p:nvSpPr>
          <p:cNvPr id="132" name="Text 129"/>
          <p:cNvSpPr/>
          <p:nvPr/>
        </p:nvSpPr>
        <p:spPr>
          <a:xfrm>
            <a:off x="704832" y="4472903"/>
            <a:ext cx="4414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660" dirty="0"/>
          </a:p>
        </p:txBody>
      </p:sp>
      <p:sp>
        <p:nvSpPr>
          <p:cNvPr id="133" name="Text 130"/>
          <p:cNvSpPr/>
          <p:nvPr/>
        </p:nvSpPr>
        <p:spPr>
          <a:xfrm>
            <a:off x="2396966" y="4472903"/>
            <a:ext cx="71210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99%</a:t>
            </a:r>
            <a:endParaRPr lang="en-US" sz="660" dirty="0"/>
          </a:p>
        </p:txBody>
      </p:sp>
      <p:sp>
        <p:nvSpPr>
          <p:cNvPr id="134" name="Text 131"/>
          <p:cNvSpPr/>
          <p:nvPr/>
        </p:nvSpPr>
        <p:spPr>
          <a:xfrm>
            <a:off x="3904408" y="4472903"/>
            <a:ext cx="6869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43%</a:t>
            </a:r>
            <a:endParaRPr lang="en-US" sz="660" dirty="0"/>
          </a:p>
        </p:txBody>
      </p:sp>
      <p:sp>
        <p:nvSpPr>
          <p:cNvPr id="135" name="Text 132"/>
          <p:cNvSpPr/>
          <p:nvPr/>
        </p:nvSpPr>
        <p:spPr>
          <a:xfrm>
            <a:off x="5200520" y="4472903"/>
            <a:ext cx="74007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12%</a:t>
            </a:r>
            <a:endParaRPr lang="en-US" sz="660" dirty="0"/>
          </a:p>
        </p:txBody>
      </p:sp>
      <p:sp>
        <p:nvSpPr>
          <p:cNvPr id="136" name="Text 133"/>
          <p:cNvSpPr/>
          <p:nvPr/>
        </p:nvSpPr>
        <p:spPr>
          <a:xfrm>
            <a:off x="704832" y="4682453"/>
            <a:ext cx="4414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60" dirty="0"/>
          </a:p>
        </p:txBody>
      </p:sp>
      <p:sp>
        <p:nvSpPr>
          <p:cNvPr id="137" name="Text 134"/>
          <p:cNvSpPr/>
          <p:nvPr/>
        </p:nvSpPr>
        <p:spPr>
          <a:xfrm>
            <a:off x="2396966" y="4682453"/>
            <a:ext cx="71210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82%</a:t>
            </a:r>
            <a:endParaRPr lang="en-US" sz="660" dirty="0"/>
          </a:p>
        </p:txBody>
      </p:sp>
      <p:sp>
        <p:nvSpPr>
          <p:cNvPr id="138" name="Text 135"/>
          <p:cNvSpPr/>
          <p:nvPr/>
        </p:nvSpPr>
        <p:spPr>
          <a:xfrm>
            <a:off x="3904408" y="4682453"/>
            <a:ext cx="6869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45%</a:t>
            </a:r>
            <a:endParaRPr lang="en-US" sz="660" dirty="0"/>
          </a:p>
        </p:txBody>
      </p:sp>
      <p:sp>
        <p:nvSpPr>
          <p:cNvPr id="139" name="Text 136"/>
          <p:cNvSpPr/>
          <p:nvPr/>
        </p:nvSpPr>
        <p:spPr>
          <a:xfrm>
            <a:off x="704832" y="4892003"/>
            <a:ext cx="4414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660" dirty="0"/>
          </a:p>
        </p:txBody>
      </p:sp>
      <p:sp>
        <p:nvSpPr>
          <p:cNvPr id="140" name="Text 137"/>
          <p:cNvSpPr/>
          <p:nvPr/>
        </p:nvSpPr>
        <p:spPr>
          <a:xfrm>
            <a:off x="2396966" y="4892003"/>
            <a:ext cx="71210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80%</a:t>
            </a:r>
            <a:endParaRPr lang="en-US" sz="660" dirty="0"/>
          </a:p>
        </p:txBody>
      </p:sp>
      <p:sp>
        <p:nvSpPr>
          <p:cNvPr id="141" name="Text 138"/>
          <p:cNvSpPr/>
          <p:nvPr/>
        </p:nvSpPr>
        <p:spPr>
          <a:xfrm>
            <a:off x="3904408" y="4892003"/>
            <a:ext cx="6869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52%</a:t>
            </a:r>
            <a:endParaRPr lang="en-US" sz="660" dirty="0"/>
          </a:p>
        </p:txBody>
      </p:sp>
      <p:sp>
        <p:nvSpPr>
          <p:cNvPr id="142" name="Text 139"/>
          <p:cNvSpPr/>
          <p:nvPr/>
        </p:nvSpPr>
        <p:spPr>
          <a:xfrm>
            <a:off x="5200520" y="4892003"/>
            <a:ext cx="74007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15%</a:t>
            </a:r>
            <a:endParaRPr lang="en-US" sz="660" dirty="0"/>
          </a:p>
        </p:txBody>
      </p:sp>
      <p:sp>
        <p:nvSpPr>
          <p:cNvPr id="143" name="Text 140"/>
          <p:cNvSpPr/>
          <p:nvPr/>
        </p:nvSpPr>
        <p:spPr>
          <a:xfrm>
            <a:off x="704832" y="5101553"/>
            <a:ext cx="4414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660" dirty="0"/>
          </a:p>
        </p:txBody>
      </p:sp>
      <p:sp>
        <p:nvSpPr>
          <p:cNvPr id="144" name="Text 141"/>
          <p:cNvSpPr/>
          <p:nvPr/>
        </p:nvSpPr>
        <p:spPr>
          <a:xfrm>
            <a:off x="3904408" y="5101553"/>
            <a:ext cx="6869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64%</a:t>
            </a:r>
            <a:endParaRPr lang="en-US" sz="660" dirty="0"/>
          </a:p>
        </p:txBody>
      </p:sp>
      <p:sp>
        <p:nvSpPr>
          <p:cNvPr id="145" name="Text 142"/>
          <p:cNvSpPr/>
          <p:nvPr/>
        </p:nvSpPr>
        <p:spPr>
          <a:xfrm>
            <a:off x="704832" y="5311103"/>
            <a:ext cx="4414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60" dirty="0"/>
          </a:p>
        </p:txBody>
      </p:sp>
      <p:sp>
        <p:nvSpPr>
          <p:cNvPr id="146" name="Text 143"/>
          <p:cNvSpPr/>
          <p:nvPr/>
        </p:nvSpPr>
        <p:spPr>
          <a:xfrm>
            <a:off x="2396966" y="5311103"/>
            <a:ext cx="71210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68%</a:t>
            </a:r>
            <a:endParaRPr lang="en-US" sz="660" dirty="0"/>
          </a:p>
        </p:txBody>
      </p:sp>
      <p:sp>
        <p:nvSpPr>
          <p:cNvPr id="147" name="Text 144"/>
          <p:cNvSpPr/>
          <p:nvPr/>
        </p:nvSpPr>
        <p:spPr>
          <a:xfrm>
            <a:off x="3904408" y="5311103"/>
            <a:ext cx="6869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49%</a:t>
            </a:r>
            <a:endParaRPr lang="en-US" sz="660" dirty="0"/>
          </a:p>
        </p:txBody>
      </p:sp>
      <p:sp>
        <p:nvSpPr>
          <p:cNvPr id="148" name="Text 145"/>
          <p:cNvSpPr/>
          <p:nvPr/>
        </p:nvSpPr>
        <p:spPr>
          <a:xfrm>
            <a:off x="5200520" y="5311103"/>
            <a:ext cx="74007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11%</a:t>
            </a:r>
            <a:endParaRPr lang="en-US" sz="660" dirty="0"/>
          </a:p>
        </p:txBody>
      </p:sp>
      <p:sp>
        <p:nvSpPr>
          <p:cNvPr id="149" name="Text 146"/>
          <p:cNvSpPr/>
          <p:nvPr/>
        </p:nvSpPr>
        <p:spPr>
          <a:xfrm>
            <a:off x="2396966" y="5520653"/>
            <a:ext cx="712102" cy="2047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88%</a:t>
            </a:r>
            <a:endParaRPr lang="en-US" sz="624" dirty="0"/>
          </a:p>
        </p:txBody>
      </p:sp>
      <p:sp>
        <p:nvSpPr>
          <p:cNvPr id="150" name="Text 147"/>
          <p:cNvSpPr/>
          <p:nvPr/>
        </p:nvSpPr>
        <p:spPr>
          <a:xfrm>
            <a:off x="3904408" y="5520653"/>
            <a:ext cx="686944" cy="2047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40%</a:t>
            </a:r>
            <a:endParaRPr lang="en-US" sz="624" dirty="0"/>
          </a:p>
        </p:txBody>
      </p:sp>
      <p:sp>
        <p:nvSpPr>
          <p:cNvPr id="151" name="Text 148"/>
          <p:cNvSpPr/>
          <p:nvPr/>
        </p:nvSpPr>
        <p:spPr>
          <a:xfrm>
            <a:off x="5200520" y="5520653"/>
            <a:ext cx="740074" cy="2047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11%</a:t>
            </a:r>
            <a:endParaRPr lang="en-US" sz="624" dirty="0"/>
          </a:p>
        </p:txBody>
      </p:sp>
      <p:sp>
        <p:nvSpPr>
          <p:cNvPr id="152" name="Text 149"/>
          <p:cNvSpPr/>
          <p:nvPr/>
        </p:nvSpPr>
        <p:spPr>
          <a:xfrm>
            <a:off x="6286343" y="2001166"/>
            <a:ext cx="76320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53" name="Text 150"/>
          <p:cNvSpPr/>
          <p:nvPr/>
        </p:nvSpPr>
        <p:spPr>
          <a:xfrm>
            <a:off x="6286343" y="2172616"/>
            <a:ext cx="763201" cy="2047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672" dirty="0"/>
          </a:p>
        </p:txBody>
      </p:sp>
      <p:sp>
        <p:nvSpPr>
          <p:cNvPr id="154" name="Text 151"/>
          <p:cNvSpPr/>
          <p:nvPr/>
        </p:nvSpPr>
        <p:spPr>
          <a:xfrm>
            <a:off x="6286343" y="2377403"/>
            <a:ext cx="76320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672" dirty="0"/>
          </a:p>
        </p:txBody>
      </p:sp>
      <p:sp>
        <p:nvSpPr>
          <p:cNvPr id="155" name="Text 152"/>
          <p:cNvSpPr/>
          <p:nvPr/>
        </p:nvSpPr>
        <p:spPr>
          <a:xfrm>
            <a:off x="6286343" y="2586953"/>
            <a:ext cx="76320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72" dirty="0"/>
          </a:p>
        </p:txBody>
      </p:sp>
      <p:sp>
        <p:nvSpPr>
          <p:cNvPr id="156" name="Text 153"/>
          <p:cNvSpPr/>
          <p:nvPr/>
        </p:nvSpPr>
        <p:spPr>
          <a:xfrm>
            <a:off x="6286343" y="2796503"/>
            <a:ext cx="76320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672" dirty="0"/>
          </a:p>
        </p:txBody>
      </p:sp>
      <p:sp>
        <p:nvSpPr>
          <p:cNvPr id="157" name="Text 154"/>
          <p:cNvSpPr/>
          <p:nvPr/>
        </p:nvSpPr>
        <p:spPr>
          <a:xfrm>
            <a:off x="6286343" y="3006053"/>
            <a:ext cx="76320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672" dirty="0"/>
          </a:p>
        </p:txBody>
      </p:sp>
      <p:sp>
        <p:nvSpPr>
          <p:cNvPr id="158" name="Text 155"/>
          <p:cNvSpPr/>
          <p:nvPr/>
        </p:nvSpPr>
        <p:spPr>
          <a:xfrm>
            <a:off x="6286343" y="3215603"/>
            <a:ext cx="76320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72" dirty="0"/>
          </a:p>
        </p:txBody>
      </p:sp>
      <p:sp>
        <p:nvSpPr>
          <p:cNvPr id="159" name="Text 156"/>
          <p:cNvSpPr/>
          <p:nvPr/>
        </p:nvSpPr>
        <p:spPr>
          <a:xfrm>
            <a:off x="9067573" y="1114425"/>
            <a:ext cx="2560256" cy="135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318</a:t>
            </a:r>
            <a:endParaRPr lang="en-US" sz="1020" dirty="0"/>
          </a:p>
        </p:txBody>
      </p:sp>
      <p:sp>
        <p:nvSpPr>
          <p:cNvPr id="160" name="Text 157"/>
          <p:cNvSpPr/>
          <p:nvPr/>
        </p:nvSpPr>
        <p:spPr>
          <a:xfrm>
            <a:off x="11220169" y="3920430"/>
            <a:ext cx="2800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49%</a:t>
            </a:r>
            <a:endParaRPr lang="en-US" sz="576" dirty="0"/>
          </a:p>
        </p:txBody>
      </p:sp>
      <p:sp>
        <p:nvSpPr>
          <p:cNvPr id="161" name="Text 158"/>
          <p:cNvSpPr/>
          <p:nvPr/>
        </p:nvSpPr>
        <p:spPr>
          <a:xfrm>
            <a:off x="11220169" y="4025205"/>
            <a:ext cx="2800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29%</a:t>
            </a:r>
            <a:endParaRPr lang="en-US" sz="576" dirty="0"/>
          </a:p>
        </p:txBody>
      </p:sp>
      <p:sp>
        <p:nvSpPr>
          <p:cNvPr id="162" name="Text 159"/>
          <p:cNvSpPr/>
          <p:nvPr/>
        </p:nvSpPr>
        <p:spPr>
          <a:xfrm>
            <a:off x="2888979" y="3244178"/>
            <a:ext cx="76445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792" dirty="0"/>
          </a:p>
        </p:txBody>
      </p:sp>
      <p:sp>
        <p:nvSpPr>
          <p:cNvPr id="163" name="Text 160"/>
          <p:cNvSpPr/>
          <p:nvPr/>
        </p:nvSpPr>
        <p:spPr>
          <a:xfrm>
            <a:off x="5200520" y="4682453"/>
            <a:ext cx="74007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9%</a:t>
            </a:r>
            <a:endParaRPr lang="en-US" sz="660" dirty="0"/>
          </a:p>
        </p:txBody>
      </p:sp>
      <p:sp>
        <p:nvSpPr>
          <p:cNvPr id="164" name="Text 161"/>
          <p:cNvSpPr/>
          <p:nvPr/>
        </p:nvSpPr>
        <p:spPr>
          <a:xfrm>
            <a:off x="5200520" y="5101553"/>
            <a:ext cx="74007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9%</a:t>
            </a:r>
            <a:endParaRPr lang="en-US" sz="660" dirty="0"/>
          </a:p>
        </p:txBody>
      </p:sp>
      <p:sp>
        <p:nvSpPr>
          <p:cNvPr id="165" name="Text 162"/>
          <p:cNvSpPr/>
          <p:nvPr/>
        </p:nvSpPr>
        <p:spPr>
          <a:xfrm>
            <a:off x="11220169" y="4129980"/>
            <a:ext cx="2800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4%</a:t>
            </a:r>
            <a:endParaRPr lang="en-US" sz="576" dirty="0"/>
          </a:p>
        </p:txBody>
      </p:sp>
      <p:sp>
        <p:nvSpPr>
          <p:cNvPr id="166" name="Text 163"/>
          <p:cNvSpPr/>
          <p:nvPr/>
        </p:nvSpPr>
        <p:spPr>
          <a:xfrm>
            <a:off x="11220169" y="4234755"/>
            <a:ext cx="2800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4%</a:t>
            </a:r>
            <a:endParaRPr lang="en-US" sz="576" dirty="0"/>
          </a:p>
        </p:txBody>
      </p:sp>
      <p:sp>
        <p:nvSpPr>
          <p:cNvPr id="167" name="Text 164"/>
          <p:cNvSpPr/>
          <p:nvPr/>
        </p:nvSpPr>
        <p:spPr>
          <a:xfrm>
            <a:off x="11220169" y="4339530"/>
            <a:ext cx="2800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3%</a:t>
            </a:r>
            <a:endParaRPr lang="en-US" sz="576" dirty="0"/>
          </a:p>
        </p:txBody>
      </p:sp>
      <p:sp>
        <p:nvSpPr>
          <p:cNvPr id="168" name="Text 165"/>
          <p:cNvSpPr/>
          <p:nvPr/>
        </p:nvSpPr>
        <p:spPr>
          <a:xfrm>
            <a:off x="11220169" y="4444305"/>
            <a:ext cx="2800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3%</a:t>
            </a:r>
            <a:endParaRPr lang="en-US" sz="576" dirty="0"/>
          </a:p>
        </p:txBody>
      </p:sp>
      <p:sp>
        <p:nvSpPr>
          <p:cNvPr id="169" name="Text 166"/>
          <p:cNvSpPr/>
          <p:nvPr/>
        </p:nvSpPr>
        <p:spPr>
          <a:xfrm>
            <a:off x="11220169" y="4549080"/>
            <a:ext cx="2800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8%</a:t>
            </a:r>
            <a:endParaRPr lang="en-US" sz="576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5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48284" y="5367784"/>
            <a:ext cx="4960496" cy="417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con intención de compra validada ·  en el semestre · Crecimiento de  · El equipo focalizado pasó de 14 a 266 ventas/mes () · 26,6% de conversión,  · La autogestión es la campaña de mayor efectividad del portafolio.</a:t>
            </a:r>
            <a:endParaRPr lang="en-US" sz="696" dirty="0"/>
          </a:p>
        </p:txBody>
      </p:sp>
      <p:sp>
        <p:nvSpPr>
          <p:cNvPr id="4" name="Text 1"/>
          <p:cNvSpPr/>
          <p:nvPr/>
        </p:nvSpPr>
        <p:spPr>
          <a:xfrm>
            <a:off x="6314917" y="3575745"/>
            <a:ext cx="5410541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¿Por qué se descartaron? (tipificación rechazos — autogestión)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6314917" y="4537770"/>
            <a:ext cx="5410541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7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63,8 % de la base total · 7.460 registros descartados en 1S</a:t>
            </a:r>
            <a:endParaRPr lang="en-US" sz="576" dirty="0"/>
          </a:p>
        </p:txBody>
      </p:sp>
      <p:sp>
        <p:nvSpPr>
          <p:cNvPr id="6" name="Text 3"/>
          <p:cNvSpPr/>
          <p:nvPr/>
        </p:nvSpPr>
        <p:spPr>
          <a:xfrm>
            <a:off x="9134247" y="1527870"/>
            <a:ext cx="2450245" cy="280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Convierte 3.0 veces mejor que el resto de la base</a:t>
            </a:r>
            <a:endParaRPr lang="en-US" sz="864" dirty="0"/>
          </a:p>
        </p:txBody>
      </p:sp>
      <p:sp>
        <p:nvSpPr>
          <p:cNvPr id="7" name="Text 4"/>
          <p:cNvSpPr/>
          <p:nvPr/>
        </p:nvSpPr>
        <p:spPr>
          <a:xfrm>
            <a:off x="1213514" y="219075"/>
            <a:ext cx="367771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Campaña Autogestión · Histórico y Análisis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761981" y="152787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Solicitudes de financiación autogestionada</a:t>
            </a:r>
            <a:endParaRPr lang="en-US" sz="864" dirty="0"/>
          </a:p>
        </p:txBody>
      </p:sp>
      <p:sp>
        <p:nvSpPr>
          <p:cNvPr id="9" name="Text 6"/>
          <p:cNvSpPr/>
          <p:nvPr/>
        </p:nvSpPr>
        <p:spPr>
          <a:xfrm>
            <a:off x="6343491" y="152787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7.460 registros descartados en el semestre</a:t>
            </a:r>
            <a:endParaRPr lang="en-US" sz="864" dirty="0"/>
          </a:p>
        </p:txBody>
      </p:sp>
      <p:sp>
        <p:nvSpPr>
          <p:cNvPr id="10" name="Text 7"/>
          <p:cNvSpPr/>
          <p:nvPr/>
        </p:nvSpPr>
        <p:spPr>
          <a:xfrm>
            <a:off x="6314917" y="3851970"/>
            <a:ext cx="12801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Recibido Anteriormente</a:t>
            </a:r>
            <a:endParaRPr lang="en-US" sz="600" dirty="0"/>
          </a:p>
        </p:txBody>
      </p:sp>
      <p:sp>
        <p:nvSpPr>
          <p:cNvPr id="11" name="Text 8"/>
          <p:cNvSpPr/>
          <p:nvPr/>
        </p:nvSpPr>
        <p:spPr>
          <a:xfrm>
            <a:off x="9134247" y="102870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Vs. promedio general del canal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6314917" y="4080570"/>
            <a:ext cx="12801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600" dirty="0"/>
          </a:p>
        </p:txBody>
      </p:sp>
      <p:sp>
        <p:nvSpPr>
          <p:cNvPr id="13" name="Text 10"/>
          <p:cNvSpPr/>
          <p:nvPr/>
        </p:nvSpPr>
        <p:spPr>
          <a:xfrm>
            <a:off x="3552736" y="152787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26,6 % sobre contactados</a:t>
            </a:r>
            <a:endParaRPr lang="en-US" sz="864" dirty="0"/>
          </a:p>
        </p:txBody>
      </p:sp>
      <p:sp>
        <p:nvSpPr>
          <p:cNvPr id="14" name="Text 11"/>
          <p:cNvSpPr/>
          <p:nvPr/>
        </p:nvSpPr>
        <p:spPr>
          <a:xfrm>
            <a:off x="6314917" y="3737670"/>
            <a:ext cx="12801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Activa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9936261" y="209550"/>
            <a:ext cx="1768146" cy="220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 1 · Autogestión</a:t>
            </a:r>
            <a:endParaRPr lang="en-US" sz="840" dirty="0"/>
          </a:p>
        </p:txBody>
      </p:sp>
      <p:sp>
        <p:nvSpPr>
          <p:cNvPr id="16" name="Text 13"/>
          <p:cNvSpPr/>
          <p:nvPr/>
        </p:nvSpPr>
        <p:spPr>
          <a:xfrm>
            <a:off x="723882" y="5604592"/>
            <a:ext cx="1460146" cy="220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Joelis J. Barros 4ª</a:t>
            </a:r>
            <a:endParaRPr lang="en-US" sz="840" dirty="0"/>
          </a:p>
        </p:txBody>
      </p:sp>
      <p:sp>
        <p:nvSpPr>
          <p:cNvPr id="17" name="Text 14"/>
          <p:cNvSpPr/>
          <p:nvPr/>
        </p:nvSpPr>
        <p:spPr>
          <a:xfrm>
            <a:off x="6314917" y="4309170"/>
            <a:ext cx="12801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Microseguro Activo</a:t>
            </a:r>
            <a:endParaRPr lang="en-US" sz="600" dirty="0"/>
          </a:p>
        </p:txBody>
      </p:sp>
      <p:sp>
        <p:nvSpPr>
          <p:cNvPr id="18" name="Text 15"/>
          <p:cNvSpPr/>
          <p:nvPr/>
        </p:nvSpPr>
        <p:spPr>
          <a:xfrm>
            <a:off x="8988548" y="5099745"/>
            <a:ext cx="118449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Sobremarcación OCM</a:t>
            </a:r>
            <a:endParaRPr lang="en-US" sz="624" dirty="0"/>
          </a:p>
        </p:txBody>
      </p:sp>
      <p:sp>
        <p:nvSpPr>
          <p:cNvPr id="19" name="Text 16"/>
          <p:cNvSpPr/>
          <p:nvPr/>
        </p:nvSpPr>
        <p:spPr>
          <a:xfrm>
            <a:off x="723882" y="5166442"/>
            <a:ext cx="146014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Melissa P. Orozco</a:t>
            </a:r>
            <a:endParaRPr lang="en-US" sz="840" dirty="0"/>
          </a:p>
        </p:txBody>
      </p:sp>
      <p:sp>
        <p:nvSpPr>
          <p:cNvPr id="20" name="Text 17"/>
          <p:cNvSpPr/>
          <p:nvPr/>
        </p:nvSpPr>
        <p:spPr>
          <a:xfrm>
            <a:off x="6314917" y="3966270"/>
            <a:ext cx="12801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Contrato Repetido</a:t>
            </a:r>
            <a:endParaRPr lang="en-US" sz="600" dirty="0"/>
          </a:p>
        </p:txBody>
      </p:sp>
      <p:sp>
        <p:nvSpPr>
          <p:cNvPr id="21" name="Text 18"/>
          <p:cNvSpPr/>
          <p:nvPr/>
        </p:nvSpPr>
        <p:spPr>
          <a:xfrm>
            <a:off x="6314917" y="4194870"/>
            <a:ext cx="12801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Localidad Errónea</a:t>
            </a:r>
            <a:endParaRPr lang="en-US" sz="600" dirty="0"/>
          </a:p>
        </p:txBody>
      </p:sp>
      <p:sp>
        <p:nvSpPr>
          <p:cNvPr id="22" name="Text 19"/>
          <p:cNvSpPr/>
          <p:nvPr/>
        </p:nvSpPr>
        <p:spPr>
          <a:xfrm>
            <a:off x="723882" y="5825453"/>
            <a:ext cx="1460146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4 asesores</a:t>
            </a:r>
            <a:endParaRPr lang="en-US" sz="720" dirty="0"/>
          </a:p>
        </p:txBody>
      </p:sp>
      <p:sp>
        <p:nvSpPr>
          <p:cNvPr id="23" name="Text 20"/>
          <p:cNvSpPr/>
          <p:nvPr/>
        </p:nvSpPr>
        <p:spPr>
          <a:xfrm>
            <a:off x="6343491" y="102870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Rechazo promedio</a:t>
            </a:r>
            <a:endParaRPr lang="en-US" sz="864" dirty="0"/>
          </a:p>
        </p:txBody>
      </p:sp>
      <p:sp>
        <p:nvSpPr>
          <p:cNvPr id="24" name="Text 21"/>
          <p:cNvSpPr/>
          <p:nvPr/>
        </p:nvSpPr>
        <p:spPr>
          <a:xfrm>
            <a:off x="7665945" y="5099745"/>
            <a:ext cx="118465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Foco: 3 asesores</a:t>
            </a:r>
            <a:endParaRPr lang="en-US" sz="624" dirty="0"/>
          </a:p>
        </p:txBody>
      </p:sp>
      <p:sp>
        <p:nvSpPr>
          <p:cNvPr id="25" name="Text 22"/>
          <p:cNvSpPr/>
          <p:nvPr/>
        </p:nvSpPr>
        <p:spPr>
          <a:xfrm>
            <a:off x="723882" y="4952130"/>
            <a:ext cx="1460146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Jesús D. Cortés</a:t>
            </a:r>
            <a:endParaRPr lang="en-US" sz="840" dirty="0"/>
          </a:p>
        </p:txBody>
      </p:sp>
      <p:sp>
        <p:nvSpPr>
          <p:cNvPr id="26" name="Text 23"/>
          <p:cNvSpPr/>
          <p:nvPr/>
        </p:nvSpPr>
        <p:spPr>
          <a:xfrm>
            <a:off x="6314917" y="4423470"/>
            <a:ext cx="12801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(&lt;1% c/u)</a:t>
            </a:r>
            <a:endParaRPr lang="en-US" sz="600" dirty="0"/>
          </a:p>
        </p:txBody>
      </p:sp>
      <p:sp>
        <p:nvSpPr>
          <p:cNvPr id="27" name="Text 24"/>
          <p:cNvSpPr/>
          <p:nvPr/>
        </p:nvSpPr>
        <p:spPr>
          <a:xfrm>
            <a:off x="723882" y="5385517"/>
            <a:ext cx="146014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Luisa L. Percy</a:t>
            </a:r>
            <a:endParaRPr lang="en-US" sz="840" dirty="0"/>
          </a:p>
        </p:txBody>
      </p:sp>
      <p:sp>
        <p:nvSpPr>
          <p:cNvPr id="28" name="Text 25"/>
          <p:cNvSpPr/>
          <p:nvPr/>
        </p:nvSpPr>
        <p:spPr>
          <a:xfrm>
            <a:off x="761981" y="102870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(1S)</a:t>
            </a:r>
            <a:endParaRPr lang="en-US" sz="864" dirty="0"/>
          </a:p>
        </p:txBody>
      </p:sp>
      <p:sp>
        <p:nvSpPr>
          <p:cNvPr id="29" name="Text 26"/>
          <p:cNvSpPr/>
          <p:nvPr/>
        </p:nvSpPr>
        <p:spPr>
          <a:xfrm>
            <a:off x="6343491" y="5099745"/>
            <a:ext cx="118449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Sin focalizar</a:t>
            </a:r>
            <a:endParaRPr lang="en-US" sz="624" dirty="0"/>
          </a:p>
        </p:txBody>
      </p:sp>
      <p:sp>
        <p:nvSpPr>
          <p:cNvPr id="30" name="Text 27"/>
          <p:cNvSpPr/>
          <p:nvPr/>
        </p:nvSpPr>
        <p:spPr>
          <a:xfrm>
            <a:off x="10311001" y="5099745"/>
            <a:ext cx="118465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+1 asesor (4)</a:t>
            </a:r>
            <a:endParaRPr lang="en-US" sz="624" dirty="0"/>
          </a:p>
        </p:txBody>
      </p:sp>
      <p:sp>
        <p:nvSpPr>
          <p:cNvPr id="31" name="Text 28"/>
          <p:cNvSpPr/>
          <p:nvPr/>
        </p:nvSpPr>
        <p:spPr>
          <a:xfrm>
            <a:off x="3552736" y="102870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(1S)</a:t>
            </a:r>
            <a:endParaRPr lang="en-US" sz="864" dirty="0"/>
          </a:p>
        </p:txBody>
      </p:sp>
      <p:sp>
        <p:nvSpPr>
          <p:cNvPr id="32" name="Text 29"/>
          <p:cNvSpPr/>
          <p:nvPr/>
        </p:nvSpPr>
        <p:spPr>
          <a:xfrm>
            <a:off x="4091927" y="2456580"/>
            <a:ext cx="9288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4976539" y="2456580"/>
            <a:ext cx="9452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</a:t>
            </a:r>
            <a:endParaRPr lang="en-US" sz="888" dirty="0"/>
          </a:p>
        </p:txBody>
      </p:sp>
      <p:sp>
        <p:nvSpPr>
          <p:cNvPr id="34" name="Text 31"/>
          <p:cNvSpPr/>
          <p:nvPr/>
        </p:nvSpPr>
        <p:spPr>
          <a:xfrm>
            <a:off x="1234945" y="2456580"/>
            <a:ext cx="8343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</a:t>
            </a:r>
            <a:endParaRPr lang="en-US" sz="888" dirty="0"/>
          </a:p>
        </p:txBody>
      </p:sp>
      <p:sp>
        <p:nvSpPr>
          <p:cNvPr id="35" name="Text 32"/>
          <p:cNvSpPr/>
          <p:nvPr/>
        </p:nvSpPr>
        <p:spPr>
          <a:xfrm>
            <a:off x="2666636" y="2456580"/>
            <a:ext cx="7730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Rechazo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3402870" y="2456580"/>
            <a:ext cx="7235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Rech.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2029518" y="2456580"/>
            <a:ext cx="6689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3402870" y="2685180"/>
            <a:ext cx="72351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41,2 %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4091927" y="2685180"/>
            <a:ext cx="928843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80,9 %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4976539" y="2685180"/>
            <a:ext cx="945251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30,7 %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3402870" y="2928067"/>
            <a:ext cx="7235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57,9 %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4091927" y="2928067"/>
            <a:ext cx="92884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81,3 %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4976539" y="2928067"/>
            <a:ext cx="94525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32,4 %</a:t>
            </a:r>
            <a:endParaRPr lang="en-US" sz="888" dirty="0"/>
          </a:p>
        </p:txBody>
      </p:sp>
      <p:sp>
        <p:nvSpPr>
          <p:cNvPr id="44" name="Text 41"/>
          <p:cNvSpPr/>
          <p:nvPr/>
        </p:nvSpPr>
        <p:spPr>
          <a:xfrm>
            <a:off x="3402870" y="3175717"/>
            <a:ext cx="7235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63,8 %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4091927" y="3175717"/>
            <a:ext cx="92884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74,8 %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4976539" y="3175717"/>
            <a:ext cx="94525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17,2 %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3402870" y="3423367"/>
            <a:ext cx="7235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58,3 %</a:t>
            </a:r>
            <a:endParaRPr lang="en-US" sz="888" dirty="0"/>
          </a:p>
        </p:txBody>
      </p:sp>
      <p:sp>
        <p:nvSpPr>
          <p:cNvPr id="48" name="Text 45"/>
          <p:cNvSpPr/>
          <p:nvPr/>
        </p:nvSpPr>
        <p:spPr>
          <a:xfrm>
            <a:off x="4091927" y="3423367"/>
            <a:ext cx="92884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71,0 %</a:t>
            </a:r>
            <a:endParaRPr lang="en-US" sz="888" dirty="0"/>
          </a:p>
        </p:txBody>
      </p:sp>
      <p:sp>
        <p:nvSpPr>
          <p:cNvPr id="49" name="Text 46"/>
          <p:cNvSpPr/>
          <p:nvPr/>
        </p:nvSpPr>
        <p:spPr>
          <a:xfrm>
            <a:off x="4976539" y="3423367"/>
            <a:ext cx="94525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20,7 %</a:t>
            </a:r>
            <a:endParaRPr lang="en-US" sz="888" dirty="0"/>
          </a:p>
        </p:txBody>
      </p:sp>
      <p:sp>
        <p:nvSpPr>
          <p:cNvPr id="50" name="Text 47"/>
          <p:cNvSpPr/>
          <p:nvPr/>
        </p:nvSpPr>
        <p:spPr>
          <a:xfrm>
            <a:off x="3402870" y="3671017"/>
            <a:ext cx="7235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60,4 %</a:t>
            </a:r>
            <a:endParaRPr lang="en-US" sz="888" dirty="0"/>
          </a:p>
        </p:txBody>
      </p:sp>
      <p:sp>
        <p:nvSpPr>
          <p:cNvPr id="51" name="Text 48"/>
          <p:cNvSpPr/>
          <p:nvPr/>
        </p:nvSpPr>
        <p:spPr>
          <a:xfrm>
            <a:off x="4091927" y="3671017"/>
            <a:ext cx="92884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75,8 %</a:t>
            </a:r>
            <a:endParaRPr lang="en-US" sz="888" dirty="0"/>
          </a:p>
        </p:txBody>
      </p:sp>
      <p:sp>
        <p:nvSpPr>
          <p:cNvPr id="52" name="Text 49"/>
          <p:cNvSpPr/>
          <p:nvPr/>
        </p:nvSpPr>
        <p:spPr>
          <a:xfrm>
            <a:off x="4976539" y="3671017"/>
            <a:ext cx="94525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33,0 %</a:t>
            </a:r>
            <a:endParaRPr lang="en-US" sz="888" dirty="0"/>
          </a:p>
        </p:txBody>
      </p:sp>
      <p:sp>
        <p:nvSpPr>
          <p:cNvPr id="53" name="Text 50"/>
          <p:cNvSpPr/>
          <p:nvPr/>
        </p:nvSpPr>
        <p:spPr>
          <a:xfrm>
            <a:off x="3402870" y="3918667"/>
            <a:ext cx="7235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69,4 %</a:t>
            </a:r>
            <a:endParaRPr lang="en-US" sz="888" dirty="0"/>
          </a:p>
        </p:txBody>
      </p:sp>
      <p:sp>
        <p:nvSpPr>
          <p:cNvPr id="54" name="Text 51"/>
          <p:cNvSpPr/>
          <p:nvPr/>
        </p:nvSpPr>
        <p:spPr>
          <a:xfrm>
            <a:off x="4091927" y="3918667"/>
            <a:ext cx="92884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63,3 %</a:t>
            </a:r>
            <a:endParaRPr lang="en-US" sz="888" dirty="0"/>
          </a:p>
        </p:txBody>
      </p:sp>
      <p:sp>
        <p:nvSpPr>
          <p:cNvPr id="55" name="Text 52"/>
          <p:cNvSpPr/>
          <p:nvPr/>
        </p:nvSpPr>
        <p:spPr>
          <a:xfrm>
            <a:off x="4976539" y="3918667"/>
            <a:ext cx="94525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29,2 %</a:t>
            </a:r>
            <a:endParaRPr lang="en-US" sz="888" dirty="0"/>
          </a:p>
        </p:txBody>
      </p:sp>
      <p:sp>
        <p:nvSpPr>
          <p:cNvPr id="56" name="Text 53"/>
          <p:cNvSpPr/>
          <p:nvPr/>
        </p:nvSpPr>
        <p:spPr>
          <a:xfrm>
            <a:off x="1234945" y="4166317"/>
            <a:ext cx="834302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11.686</a:t>
            </a:r>
            <a:endParaRPr lang="en-US" sz="888" dirty="0"/>
          </a:p>
        </p:txBody>
      </p:sp>
      <p:sp>
        <p:nvSpPr>
          <p:cNvPr id="57" name="Text 54"/>
          <p:cNvSpPr/>
          <p:nvPr/>
        </p:nvSpPr>
        <p:spPr>
          <a:xfrm>
            <a:off x="3402870" y="4166317"/>
            <a:ext cx="72351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63,8 %</a:t>
            </a:r>
            <a:endParaRPr lang="en-US" sz="888" dirty="0"/>
          </a:p>
        </p:txBody>
      </p:sp>
      <p:sp>
        <p:nvSpPr>
          <p:cNvPr id="58" name="Text 55"/>
          <p:cNvSpPr/>
          <p:nvPr/>
        </p:nvSpPr>
        <p:spPr>
          <a:xfrm>
            <a:off x="4091927" y="4166317"/>
            <a:ext cx="928843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70,3 %</a:t>
            </a:r>
            <a:endParaRPr lang="en-US" sz="888" dirty="0"/>
          </a:p>
        </p:txBody>
      </p:sp>
      <p:sp>
        <p:nvSpPr>
          <p:cNvPr id="59" name="Text 56"/>
          <p:cNvSpPr/>
          <p:nvPr/>
        </p:nvSpPr>
        <p:spPr>
          <a:xfrm>
            <a:off x="4976539" y="4166317"/>
            <a:ext cx="945251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26,6 %</a:t>
            </a:r>
            <a:endParaRPr lang="en-US" sz="888" dirty="0"/>
          </a:p>
        </p:txBody>
      </p:sp>
      <p:sp>
        <p:nvSpPr>
          <p:cNvPr id="60" name="Text 57"/>
          <p:cNvSpPr/>
          <p:nvPr/>
        </p:nvSpPr>
        <p:spPr>
          <a:xfrm>
            <a:off x="723882" y="4723530"/>
            <a:ext cx="146014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</a:t>
            </a:r>
            <a:endParaRPr lang="en-US" sz="888" dirty="0"/>
          </a:p>
        </p:txBody>
      </p:sp>
      <p:sp>
        <p:nvSpPr>
          <p:cNvPr id="61" name="Text 58"/>
          <p:cNvSpPr/>
          <p:nvPr/>
        </p:nvSpPr>
        <p:spPr>
          <a:xfrm>
            <a:off x="761981" y="1200150"/>
            <a:ext cx="245024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11.686</a:t>
            </a:r>
            <a:endParaRPr lang="en-US" sz="1400" dirty="0"/>
          </a:p>
        </p:txBody>
      </p:sp>
      <p:sp>
        <p:nvSpPr>
          <p:cNvPr id="62" name="Text 59"/>
          <p:cNvSpPr/>
          <p:nvPr/>
        </p:nvSpPr>
        <p:spPr>
          <a:xfrm>
            <a:off x="6343491" y="1200150"/>
            <a:ext cx="245024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63,8 %</a:t>
            </a:r>
            <a:endParaRPr lang="en-US" sz="1400" dirty="0"/>
          </a:p>
        </p:txBody>
      </p:sp>
      <p:sp>
        <p:nvSpPr>
          <p:cNvPr id="63" name="Text 60"/>
          <p:cNvSpPr/>
          <p:nvPr/>
        </p:nvSpPr>
        <p:spPr>
          <a:xfrm>
            <a:off x="1234945" y="3175717"/>
            <a:ext cx="8343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1.865</a:t>
            </a:r>
            <a:endParaRPr lang="en-US" sz="888" dirty="0"/>
          </a:p>
        </p:txBody>
      </p:sp>
      <p:sp>
        <p:nvSpPr>
          <p:cNvPr id="64" name="Text 61"/>
          <p:cNvSpPr/>
          <p:nvPr/>
        </p:nvSpPr>
        <p:spPr>
          <a:xfrm>
            <a:off x="2666636" y="3175717"/>
            <a:ext cx="77304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1.189</a:t>
            </a:r>
            <a:endParaRPr lang="en-US" sz="888" dirty="0"/>
          </a:p>
        </p:txBody>
      </p:sp>
      <p:sp>
        <p:nvSpPr>
          <p:cNvPr id="65" name="Text 62"/>
          <p:cNvSpPr/>
          <p:nvPr/>
        </p:nvSpPr>
        <p:spPr>
          <a:xfrm>
            <a:off x="1234945" y="3423367"/>
            <a:ext cx="8343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1.950</a:t>
            </a:r>
            <a:endParaRPr lang="en-US" sz="888" dirty="0"/>
          </a:p>
        </p:txBody>
      </p:sp>
      <p:sp>
        <p:nvSpPr>
          <p:cNvPr id="66" name="Text 63"/>
          <p:cNvSpPr/>
          <p:nvPr/>
        </p:nvSpPr>
        <p:spPr>
          <a:xfrm>
            <a:off x="2666636" y="3423367"/>
            <a:ext cx="77304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1.137</a:t>
            </a:r>
            <a:endParaRPr lang="en-US" sz="888" dirty="0"/>
          </a:p>
        </p:txBody>
      </p:sp>
      <p:sp>
        <p:nvSpPr>
          <p:cNvPr id="67" name="Text 64"/>
          <p:cNvSpPr/>
          <p:nvPr/>
        </p:nvSpPr>
        <p:spPr>
          <a:xfrm>
            <a:off x="1234945" y="3671017"/>
            <a:ext cx="8343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2.203</a:t>
            </a:r>
            <a:endParaRPr lang="en-US" sz="888" dirty="0"/>
          </a:p>
        </p:txBody>
      </p:sp>
      <p:sp>
        <p:nvSpPr>
          <p:cNvPr id="68" name="Text 65"/>
          <p:cNvSpPr/>
          <p:nvPr/>
        </p:nvSpPr>
        <p:spPr>
          <a:xfrm>
            <a:off x="2666636" y="3671017"/>
            <a:ext cx="77304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1.331</a:t>
            </a:r>
            <a:endParaRPr lang="en-US" sz="888" dirty="0"/>
          </a:p>
        </p:txBody>
      </p:sp>
      <p:sp>
        <p:nvSpPr>
          <p:cNvPr id="69" name="Text 66"/>
          <p:cNvSpPr/>
          <p:nvPr/>
        </p:nvSpPr>
        <p:spPr>
          <a:xfrm>
            <a:off x="1234945" y="3918667"/>
            <a:ext cx="8343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4.968</a:t>
            </a:r>
            <a:endParaRPr lang="en-US" sz="888" dirty="0"/>
          </a:p>
        </p:txBody>
      </p:sp>
      <p:sp>
        <p:nvSpPr>
          <p:cNvPr id="70" name="Text 67"/>
          <p:cNvSpPr/>
          <p:nvPr/>
        </p:nvSpPr>
        <p:spPr>
          <a:xfrm>
            <a:off x="2666636" y="3918667"/>
            <a:ext cx="77304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3.447</a:t>
            </a:r>
            <a:endParaRPr lang="en-US" sz="888" dirty="0"/>
          </a:p>
        </p:txBody>
      </p:sp>
      <p:sp>
        <p:nvSpPr>
          <p:cNvPr id="71" name="Text 68"/>
          <p:cNvSpPr/>
          <p:nvPr/>
        </p:nvSpPr>
        <p:spPr>
          <a:xfrm>
            <a:off x="723882" y="4166317"/>
            <a:ext cx="536616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72" name="Text 69"/>
          <p:cNvSpPr/>
          <p:nvPr/>
        </p:nvSpPr>
        <p:spPr>
          <a:xfrm>
            <a:off x="2666636" y="4166317"/>
            <a:ext cx="773046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7.460</a:t>
            </a:r>
            <a:endParaRPr lang="en-US" sz="888" dirty="0"/>
          </a:p>
        </p:txBody>
      </p:sp>
      <p:sp>
        <p:nvSpPr>
          <p:cNvPr id="73" name="Text 70"/>
          <p:cNvSpPr/>
          <p:nvPr/>
        </p:nvSpPr>
        <p:spPr>
          <a:xfrm>
            <a:off x="5267789" y="4723530"/>
            <a:ext cx="63943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720" dirty="0"/>
          </a:p>
        </p:txBody>
      </p:sp>
      <p:sp>
        <p:nvSpPr>
          <p:cNvPr id="74" name="Text 71"/>
          <p:cNvSpPr/>
          <p:nvPr/>
        </p:nvSpPr>
        <p:spPr>
          <a:xfrm>
            <a:off x="11182070" y="3737670"/>
            <a:ext cx="30003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62.3%</a:t>
            </a:r>
            <a:endParaRPr lang="en-US" sz="600" dirty="0"/>
          </a:p>
        </p:txBody>
      </p:sp>
      <p:sp>
        <p:nvSpPr>
          <p:cNvPr id="75" name="Text 72"/>
          <p:cNvSpPr/>
          <p:nvPr/>
        </p:nvSpPr>
        <p:spPr>
          <a:xfrm>
            <a:off x="11182070" y="3851970"/>
            <a:ext cx="30003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14.2%</a:t>
            </a:r>
            <a:endParaRPr lang="en-US" sz="600" dirty="0"/>
          </a:p>
        </p:txBody>
      </p:sp>
      <p:sp>
        <p:nvSpPr>
          <p:cNvPr id="76" name="Text 73"/>
          <p:cNvSpPr/>
          <p:nvPr/>
        </p:nvSpPr>
        <p:spPr>
          <a:xfrm>
            <a:off x="9134247" y="1200150"/>
            <a:ext cx="245024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3.0×</a:t>
            </a:r>
            <a:endParaRPr lang="en-US" sz="1400" dirty="0"/>
          </a:p>
        </p:txBody>
      </p:sp>
      <p:sp>
        <p:nvSpPr>
          <p:cNvPr id="77" name="Text 74"/>
          <p:cNvSpPr/>
          <p:nvPr/>
        </p:nvSpPr>
        <p:spPr>
          <a:xfrm>
            <a:off x="8392059" y="2946202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+93%</a:t>
            </a:r>
            <a:endParaRPr lang="en-US" sz="504" dirty="0"/>
          </a:p>
        </p:txBody>
      </p:sp>
      <p:sp>
        <p:nvSpPr>
          <p:cNvPr id="78" name="Text 75"/>
          <p:cNvSpPr/>
          <p:nvPr/>
        </p:nvSpPr>
        <p:spPr>
          <a:xfrm>
            <a:off x="9240656" y="2831009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+34%</a:t>
            </a:r>
            <a:endParaRPr lang="en-US" sz="504" dirty="0"/>
          </a:p>
        </p:txBody>
      </p:sp>
      <p:sp>
        <p:nvSpPr>
          <p:cNvPr id="79" name="Text 76"/>
          <p:cNvSpPr/>
          <p:nvPr/>
        </p:nvSpPr>
        <p:spPr>
          <a:xfrm>
            <a:off x="10085532" y="2533650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+86%</a:t>
            </a:r>
            <a:endParaRPr lang="en-US" sz="504" dirty="0"/>
          </a:p>
        </p:txBody>
      </p:sp>
      <p:sp>
        <p:nvSpPr>
          <p:cNvPr id="80" name="Text 77"/>
          <p:cNvSpPr/>
          <p:nvPr/>
        </p:nvSpPr>
        <p:spPr>
          <a:xfrm>
            <a:off x="10935320" y="2533650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+29%</a:t>
            </a:r>
            <a:endParaRPr lang="en-US" sz="504" dirty="0"/>
          </a:p>
        </p:txBody>
      </p:sp>
      <p:sp>
        <p:nvSpPr>
          <p:cNvPr id="81" name="Text 78"/>
          <p:cNvSpPr/>
          <p:nvPr/>
        </p:nvSpPr>
        <p:spPr>
          <a:xfrm>
            <a:off x="11182070" y="3966270"/>
            <a:ext cx="30003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8.2%</a:t>
            </a:r>
            <a:endParaRPr lang="en-US" sz="600" dirty="0"/>
          </a:p>
        </p:txBody>
      </p:sp>
      <p:sp>
        <p:nvSpPr>
          <p:cNvPr id="82" name="Text 79"/>
          <p:cNvSpPr/>
          <p:nvPr/>
        </p:nvSpPr>
        <p:spPr>
          <a:xfrm>
            <a:off x="11182070" y="4080570"/>
            <a:ext cx="30003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6.2%</a:t>
            </a:r>
            <a:endParaRPr lang="en-US" sz="600" dirty="0"/>
          </a:p>
        </p:txBody>
      </p:sp>
      <p:sp>
        <p:nvSpPr>
          <p:cNvPr id="83" name="Text 80"/>
          <p:cNvSpPr/>
          <p:nvPr/>
        </p:nvSpPr>
        <p:spPr>
          <a:xfrm>
            <a:off x="11182070" y="4194870"/>
            <a:ext cx="30003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4.6%</a:t>
            </a:r>
            <a:endParaRPr lang="en-US" sz="600" dirty="0"/>
          </a:p>
        </p:txBody>
      </p:sp>
      <p:sp>
        <p:nvSpPr>
          <p:cNvPr id="84" name="Text 81"/>
          <p:cNvSpPr/>
          <p:nvPr/>
        </p:nvSpPr>
        <p:spPr>
          <a:xfrm>
            <a:off x="11182070" y="4309170"/>
            <a:ext cx="30003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1.1%</a:t>
            </a:r>
            <a:endParaRPr lang="en-US" sz="600" dirty="0"/>
          </a:p>
        </p:txBody>
      </p:sp>
      <p:sp>
        <p:nvSpPr>
          <p:cNvPr id="85" name="Text 82"/>
          <p:cNvSpPr/>
          <p:nvPr/>
        </p:nvSpPr>
        <p:spPr>
          <a:xfrm>
            <a:off x="11182070" y="4423470"/>
            <a:ext cx="30003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3.4%</a:t>
            </a:r>
            <a:endParaRPr lang="en-US" sz="600" dirty="0"/>
          </a:p>
        </p:txBody>
      </p:sp>
      <p:sp>
        <p:nvSpPr>
          <p:cNvPr id="86" name="Text 83"/>
          <p:cNvSpPr/>
          <p:nvPr/>
        </p:nvSpPr>
        <p:spPr>
          <a:xfrm>
            <a:off x="723882" y="2456580"/>
            <a:ext cx="5366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87" name="Text 84"/>
          <p:cNvSpPr/>
          <p:nvPr/>
        </p:nvSpPr>
        <p:spPr>
          <a:xfrm>
            <a:off x="723882" y="2685180"/>
            <a:ext cx="536616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88" name="Text 85"/>
          <p:cNvSpPr/>
          <p:nvPr/>
        </p:nvSpPr>
        <p:spPr>
          <a:xfrm>
            <a:off x="1234945" y="2685180"/>
            <a:ext cx="834302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294</a:t>
            </a:r>
            <a:endParaRPr lang="en-US" sz="888" dirty="0"/>
          </a:p>
        </p:txBody>
      </p:sp>
      <p:sp>
        <p:nvSpPr>
          <p:cNvPr id="89" name="Text 86"/>
          <p:cNvSpPr/>
          <p:nvPr/>
        </p:nvSpPr>
        <p:spPr>
          <a:xfrm>
            <a:off x="2666636" y="2685180"/>
            <a:ext cx="773046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121</a:t>
            </a:r>
            <a:endParaRPr lang="en-US" sz="888" dirty="0"/>
          </a:p>
        </p:txBody>
      </p:sp>
      <p:sp>
        <p:nvSpPr>
          <p:cNvPr id="90" name="Text 87"/>
          <p:cNvSpPr/>
          <p:nvPr/>
        </p:nvSpPr>
        <p:spPr>
          <a:xfrm>
            <a:off x="723882" y="2928067"/>
            <a:ext cx="5366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91" name="Text 88"/>
          <p:cNvSpPr/>
          <p:nvPr/>
        </p:nvSpPr>
        <p:spPr>
          <a:xfrm>
            <a:off x="1234945" y="2928067"/>
            <a:ext cx="83430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406</a:t>
            </a:r>
            <a:endParaRPr lang="en-US" sz="888" dirty="0"/>
          </a:p>
        </p:txBody>
      </p:sp>
      <p:sp>
        <p:nvSpPr>
          <p:cNvPr id="92" name="Text 89"/>
          <p:cNvSpPr/>
          <p:nvPr/>
        </p:nvSpPr>
        <p:spPr>
          <a:xfrm>
            <a:off x="2666636" y="2928067"/>
            <a:ext cx="77304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235</a:t>
            </a:r>
            <a:endParaRPr lang="en-US" sz="888" dirty="0"/>
          </a:p>
        </p:txBody>
      </p:sp>
      <p:sp>
        <p:nvSpPr>
          <p:cNvPr id="93" name="Text 90"/>
          <p:cNvSpPr/>
          <p:nvPr/>
        </p:nvSpPr>
        <p:spPr>
          <a:xfrm>
            <a:off x="723882" y="3175717"/>
            <a:ext cx="5366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94" name="Text 91"/>
          <p:cNvSpPr/>
          <p:nvPr/>
        </p:nvSpPr>
        <p:spPr>
          <a:xfrm>
            <a:off x="723882" y="3423367"/>
            <a:ext cx="5366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95" name="Text 92"/>
          <p:cNvSpPr/>
          <p:nvPr/>
        </p:nvSpPr>
        <p:spPr>
          <a:xfrm>
            <a:off x="2029518" y="3423367"/>
            <a:ext cx="66897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117</a:t>
            </a:r>
            <a:endParaRPr lang="en-US" sz="888" dirty="0"/>
          </a:p>
        </p:txBody>
      </p:sp>
      <p:sp>
        <p:nvSpPr>
          <p:cNvPr id="96" name="Text 93"/>
          <p:cNvSpPr/>
          <p:nvPr/>
        </p:nvSpPr>
        <p:spPr>
          <a:xfrm>
            <a:off x="723882" y="3671017"/>
            <a:ext cx="5366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97" name="Text 94"/>
          <p:cNvSpPr/>
          <p:nvPr/>
        </p:nvSpPr>
        <p:spPr>
          <a:xfrm>
            <a:off x="2029518" y="3671017"/>
            <a:ext cx="66897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218</a:t>
            </a:r>
            <a:endParaRPr lang="en-US" sz="888" dirty="0"/>
          </a:p>
        </p:txBody>
      </p:sp>
      <p:sp>
        <p:nvSpPr>
          <p:cNvPr id="98" name="Text 95"/>
          <p:cNvSpPr/>
          <p:nvPr/>
        </p:nvSpPr>
        <p:spPr>
          <a:xfrm>
            <a:off x="723882" y="3918667"/>
            <a:ext cx="5366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99" name="Text 96"/>
          <p:cNvSpPr/>
          <p:nvPr/>
        </p:nvSpPr>
        <p:spPr>
          <a:xfrm>
            <a:off x="2029518" y="3918667"/>
            <a:ext cx="66897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281</a:t>
            </a:r>
            <a:endParaRPr lang="en-US" sz="888" dirty="0"/>
          </a:p>
        </p:txBody>
      </p:sp>
      <p:sp>
        <p:nvSpPr>
          <p:cNvPr id="100" name="Text 97"/>
          <p:cNvSpPr/>
          <p:nvPr/>
        </p:nvSpPr>
        <p:spPr>
          <a:xfrm>
            <a:off x="2029518" y="4166317"/>
            <a:ext cx="668973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791</a:t>
            </a:r>
            <a:endParaRPr lang="en-US" sz="888" dirty="0"/>
          </a:p>
        </p:txBody>
      </p:sp>
      <p:sp>
        <p:nvSpPr>
          <p:cNvPr id="101" name="Text 98"/>
          <p:cNvSpPr/>
          <p:nvPr/>
        </p:nvSpPr>
        <p:spPr>
          <a:xfrm>
            <a:off x="2114497" y="4723530"/>
            <a:ext cx="552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720" dirty="0"/>
          </a:p>
        </p:txBody>
      </p:sp>
      <p:sp>
        <p:nvSpPr>
          <p:cNvPr id="102" name="Text 99"/>
          <p:cNvSpPr/>
          <p:nvPr/>
        </p:nvSpPr>
        <p:spPr>
          <a:xfrm>
            <a:off x="2640889" y="4723530"/>
            <a:ext cx="5497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720" dirty="0"/>
          </a:p>
        </p:txBody>
      </p:sp>
      <p:sp>
        <p:nvSpPr>
          <p:cNvPr id="103" name="Text 100"/>
          <p:cNvSpPr/>
          <p:nvPr/>
        </p:nvSpPr>
        <p:spPr>
          <a:xfrm>
            <a:off x="3164453" y="4723530"/>
            <a:ext cx="5552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720" dirty="0"/>
          </a:p>
        </p:txBody>
      </p:sp>
      <p:sp>
        <p:nvSpPr>
          <p:cNvPr id="104" name="Text 101"/>
          <p:cNvSpPr/>
          <p:nvPr/>
        </p:nvSpPr>
        <p:spPr>
          <a:xfrm>
            <a:off x="3693226" y="4723530"/>
            <a:ext cx="5394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720" dirty="0"/>
          </a:p>
        </p:txBody>
      </p:sp>
      <p:sp>
        <p:nvSpPr>
          <p:cNvPr id="105" name="Text 102"/>
          <p:cNvSpPr/>
          <p:nvPr/>
        </p:nvSpPr>
        <p:spPr>
          <a:xfrm>
            <a:off x="4206968" y="4723530"/>
            <a:ext cx="5728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720" dirty="0"/>
          </a:p>
        </p:txBody>
      </p:sp>
      <p:sp>
        <p:nvSpPr>
          <p:cNvPr id="106" name="Text 103"/>
          <p:cNvSpPr/>
          <p:nvPr/>
        </p:nvSpPr>
        <p:spPr>
          <a:xfrm>
            <a:off x="4752559" y="4723530"/>
            <a:ext cx="540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720" dirty="0"/>
          </a:p>
        </p:txBody>
      </p:sp>
      <p:sp>
        <p:nvSpPr>
          <p:cNvPr id="107" name="Text 104"/>
          <p:cNvSpPr/>
          <p:nvPr/>
        </p:nvSpPr>
        <p:spPr>
          <a:xfrm>
            <a:off x="4206968" y="4952130"/>
            <a:ext cx="57287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101</a:t>
            </a:r>
            <a:endParaRPr lang="en-US" sz="720" dirty="0"/>
          </a:p>
        </p:txBody>
      </p:sp>
      <p:sp>
        <p:nvSpPr>
          <p:cNvPr id="108" name="Text 105"/>
          <p:cNvSpPr/>
          <p:nvPr/>
        </p:nvSpPr>
        <p:spPr>
          <a:xfrm>
            <a:off x="5267789" y="4952130"/>
            <a:ext cx="639439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255</a:t>
            </a:r>
            <a:endParaRPr lang="en-US" sz="744" dirty="0"/>
          </a:p>
        </p:txBody>
      </p:sp>
      <p:sp>
        <p:nvSpPr>
          <p:cNvPr id="109" name="Text 106"/>
          <p:cNvSpPr/>
          <p:nvPr/>
        </p:nvSpPr>
        <p:spPr>
          <a:xfrm>
            <a:off x="5267789" y="5166442"/>
            <a:ext cx="63943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165</a:t>
            </a:r>
            <a:endParaRPr lang="en-US" sz="744" dirty="0"/>
          </a:p>
        </p:txBody>
      </p:sp>
      <p:sp>
        <p:nvSpPr>
          <p:cNvPr id="110" name="Text 107"/>
          <p:cNvSpPr/>
          <p:nvPr/>
        </p:nvSpPr>
        <p:spPr>
          <a:xfrm>
            <a:off x="5267789" y="5385517"/>
            <a:ext cx="63943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138</a:t>
            </a:r>
            <a:endParaRPr lang="en-US" sz="744" dirty="0"/>
          </a:p>
        </p:txBody>
      </p:sp>
      <p:sp>
        <p:nvSpPr>
          <p:cNvPr id="111" name="Text 108"/>
          <p:cNvSpPr/>
          <p:nvPr/>
        </p:nvSpPr>
        <p:spPr>
          <a:xfrm>
            <a:off x="4206968" y="5825453"/>
            <a:ext cx="57287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204</a:t>
            </a:r>
            <a:endParaRPr lang="en-US" sz="720" dirty="0"/>
          </a:p>
        </p:txBody>
      </p:sp>
      <p:sp>
        <p:nvSpPr>
          <p:cNvPr id="112" name="Text 109"/>
          <p:cNvSpPr/>
          <p:nvPr/>
        </p:nvSpPr>
        <p:spPr>
          <a:xfrm>
            <a:off x="4752559" y="5825453"/>
            <a:ext cx="540992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266</a:t>
            </a:r>
            <a:endParaRPr lang="en-US" sz="720" dirty="0"/>
          </a:p>
        </p:txBody>
      </p:sp>
      <p:sp>
        <p:nvSpPr>
          <p:cNvPr id="113" name="Text 110"/>
          <p:cNvSpPr/>
          <p:nvPr/>
        </p:nvSpPr>
        <p:spPr>
          <a:xfrm>
            <a:off x="5267789" y="5825453"/>
            <a:ext cx="639439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605</a:t>
            </a:r>
            <a:endParaRPr lang="en-US" sz="744" dirty="0"/>
          </a:p>
        </p:txBody>
      </p:sp>
      <p:sp>
        <p:nvSpPr>
          <p:cNvPr id="114" name="Text 111"/>
          <p:cNvSpPr/>
          <p:nvPr/>
        </p:nvSpPr>
        <p:spPr>
          <a:xfrm>
            <a:off x="3552736" y="1200150"/>
            <a:ext cx="245024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791</a:t>
            </a:r>
            <a:endParaRPr lang="en-US" sz="1400" dirty="0"/>
          </a:p>
        </p:txBody>
      </p:sp>
      <p:sp>
        <p:nvSpPr>
          <p:cNvPr id="115" name="Text 112"/>
          <p:cNvSpPr/>
          <p:nvPr/>
        </p:nvSpPr>
        <p:spPr>
          <a:xfrm>
            <a:off x="6703349" y="3385245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600" dirty="0"/>
          </a:p>
        </p:txBody>
      </p:sp>
      <p:sp>
        <p:nvSpPr>
          <p:cNvPr id="116" name="Text 113"/>
          <p:cNvSpPr/>
          <p:nvPr/>
        </p:nvSpPr>
        <p:spPr>
          <a:xfrm>
            <a:off x="7563405" y="3103364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+5%</a:t>
            </a:r>
            <a:endParaRPr lang="en-US" sz="504" dirty="0"/>
          </a:p>
        </p:txBody>
      </p:sp>
      <p:sp>
        <p:nvSpPr>
          <p:cNvPr id="117" name="Text 114"/>
          <p:cNvSpPr/>
          <p:nvPr/>
        </p:nvSpPr>
        <p:spPr>
          <a:xfrm>
            <a:off x="7552094" y="3385245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600" dirty="0"/>
          </a:p>
        </p:txBody>
      </p:sp>
      <p:sp>
        <p:nvSpPr>
          <p:cNvPr id="118" name="Text 115"/>
          <p:cNvSpPr/>
          <p:nvPr/>
        </p:nvSpPr>
        <p:spPr>
          <a:xfrm>
            <a:off x="8398161" y="3385245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00" dirty="0"/>
          </a:p>
        </p:txBody>
      </p:sp>
      <p:sp>
        <p:nvSpPr>
          <p:cNvPr id="119" name="Text 116"/>
          <p:cNvSpPr/>
          <p:nvPr/>
        </p:nvSpPr>
        <p:spPr>
          <a:xfrm>
            <a:off x="9241400" y="2730103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117</a:t>
            </a:r>
            <a:endParaRPr lang="en-US" sz="720" dirty="0"/>
          </a:p>
        </p:txBody>
      </p:sp>
      <p:sp>
        <p:nvSpPr>
          <p:cNvPr id="120" name="Text 117"/>
          <p:cNvSpPr/>
          <p:nvPr/>
        </p:nvSpPr>
        <p:spPr>
          <a:xfrm>
            <a:off x="9250627" y="3385245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600" dirty="0"/>
          </a:p>
        </p:txBody>
      </p:sp>
      <p:sp>
        <p:nvSpPr>
          <p:cNvPr id="121" name="Text 118"/>
          <p:cNvSpPr/>
          <p:nvPr/>
        </p:nvSpPr>
        <p:spPr>
          <a:xfrm>
            <a:off x="10084937" y="2432745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218</a:t>
            </a:r>
            <a:endParaRPr lang="en-US" sz="720" dirty="0"/>
          </a:p>
        </p:txBody>
      </p:sp>
      <p:sp>
        <p:nvSpPr>
          <p:cNvPr id="122" name="Text 119"/>
          <p:cNvSpPr/>
          <p:nvPr/>
        </p:nvSpPr>
        <p:spPr>
          <a:xfrm>
            <a:off x="10088062" y="3385245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600" dirty="0"/>
          </a:p>
        </p:txBody>
      </p:sp>
      <p:sp>
        <p:nvSpPr>
          <p:cNvPr id="123" name="Text 120"/>
          <p:cNvSpPr/>
          <p:nvPr/>
        </p:nvSpPr>
        <p:spPr>
          <a:xfrm>
            <a:off x="10932641" y="2432745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281</a:t>
            </a:r>
            <a:endParaRPr lang="en-US" sz="720" dirty="0"/>
          </a:p>
        </p:txBody>
      </p:sp>
      <p:sp>
        <p:nvSpPr>
          <p:cNvPr id="124" name="Text 121"/>
          <p:cNvSpPr/>
          <p:nvPr/>
        </p:nvSpPr>
        <p:spPr>
          <a:xfrm>
            <a:off x="10945588" y="3385245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00" dirty="0"/>
          </a:p>
        </p:txBody>
      </p:sp>
      <p:sp>
        <p:nvSpPr>
          <p:cNvPr id="125" name="Text 122"/>
          <p:cNvSpPr/>
          <p:nvPr/>
        </p:nvSpPr>
        <p:spPr>
          <a:xfrm>
            <a:off x="2029518" y="2685180"/>
            <a:ext cx="668973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888" dirty="0"/>
          </a:p>
        </p:txBody>
      </p:sp>
      <p:sp>
        <p:nvSpPr>
          <p:cNvPr id="126" name="Text 123"/>
          <p:cNvSpPr/>
          <p:nvPr/>
        </p:nvSpPr>
        <p:spPr>
          <a:xfrm>
            <a:off x="2029518" y="2928067"/>
            <a:ext cx="66897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888" dirty="0"/>
          </a:p>
        </p:txBody>
      </p:sp>
      <p:sp>
        <p:nvSpPr>
          <p:cNvPr id="127" name="Text 124"/>
          <p:cNvSpPr/>
          <p:nvPr/>
        </p:nvSpPr>
        <p:spPr>
          <a:xfrm>
            <a:off x="2029518" y="3175717"/>
            <a:ext cx="66897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87</a:t>
            </a:r>
            <a:endParaRPr lang="en-US" sz="888" dirty="0"/>
          </a:p>
        </p:txBody>
      </p:sp>
      <p:sp>
        <p:nvSpPr>
          <p:cNvPr id="128" name="Text 125"/>
          <p:cNvSpPr/>
          <p:nvPr/>
        </p:nvSpPr>
        <p:spPr>
          <a:xfrm>
            <a:off x="3164453" y="4952130"/>
            <a:ext cx="555212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720" dirty="0"/>
          </a:p>
        </p:txBody>
      </p:sp>
      <p:sp>
        <p:nvSpPr>
          <p:cNvPr id="129" name="Text 126"/>
          <p:cNvSpPr/>
          <p:nvPr/>
        </p:nvSpPr>
        <p:spPr>
          <a:xfrm>
            <a:off x="3693226" y="4952130"/>
            <a:ext cx="539429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</a:t>
            </a:r>
            <a:endParaRPr lang="en-US" sz="720" dirty="0"/>
          </a:p>
        </p:txBody>
      </p:sp>
      <p:sp>
        <p:nvSpPr>
          <p:cNvPr id="130" name="Text 127"/>
          <p:cNvSpPr/>
          <p:nvPr/>
        </p:nvSpPr>
        <p:spPr>
          <a:xfrm>
            <a:off x="4752559" y="4952130"/>
            <a:ext cx="540992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97</a:t>
            </a:r>
            <a:endParaRPr lang="en-US" sz="720" dirty="0"/>
          </a:p>
        </p:txBody>
      </p:sp>
      <p:sp>
        <p:nvSpPr>
          <p:cNvPr id="131" name="Text 128"/>
          <p:cNvSpPr/>
          <p:nvPr/>
        </p:nvSpPr>
        <p:spPr>
          <a:xfrm>
            <a:off x="3693226" y="5166442"/>
            <a:ext cx="53942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720" dirty="0"/>
          </a:p>
        </p:txBody>
      </p:sp>
      <p:sp>
        <p:nvSpPr>
          <p:cNvPr id="132" name="Text 129"/>
          <p:cNvSpPr/>
          <p:nvPr/>
        </p:nvSpPr>
        <p:spPr>
          <a:xfrm>
            <a:off x="4206968" y="5166442"/>
            <a:ext cx="57287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</a:t>
            </a:r>
            <a:endParaRPr lang="en-US" sz="720" dirty="0"/>
          </a:p>
        </p:txBody>
      </p:sp>
      <p:sp>
        <p:nvSpPr>
          <p:cNvPr id="133" name="Text 130"/>
          <p:cNvSpPr/>
          <p:nvPr/>
        </p:nvSpPr>
        <p:spPr>
          <a:xfrm>
            <a:off x="4752559" y="5166442"/>
            <a:ext cx="5409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</a:t>
            </a:r>
            <a:endParaRPr lang="en-US" sz="720" dirty="0"/>
          </a:p>
        </p:txBody>
      </p:sp>
      <p:sp>
        <p:nvSpPr>
          <p:cNvPr id="134" name="Text 131"/>
          <p:cNvSpPr/>
          <p:nvPr/>
        </p:nvSpPr>
        <p:spPr>
          <a:xfrm>
            <a:off x="3693226" y="5385517"/>
            <a:ext cx="53942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720" dirty="0"/>
          </a:p>
        </p:txBody>
      </p:sp>
      <p:sp>
        <p:nvSpPr>
          <p:cNvPr id="135" name="Text 132"/>
          <p:cNvSpPr/>
          <p:nvPr/>
        </p:nvSpPr>
        <p:spPr>
          <a:xfrm>
            <a:off x="4206968" y="5385517"/>
            <a:ext cx="57287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720" dirty="0"/>
          </a:p>
        </p:txBody>
      </p:sp>
      <p:sp>
        <p:nvSpPr>
          <p:cNvPr id="136" name="Text 133"/>
          <p:cNvSpPr/>
          <p:nvPr/>
        </p:nvSpPr>
        <p:spPr>
          <a:xfrm>
            <a:off x="4752559" y="5385517"/>
            <a:ext cx="5409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</a:t>
            </a:r>
            <a:endParaRPr lang="en-US" sz="720" dirty="0"/>
          </a:p>
        </p:txBody>
      </p:sp>
      <p:sp>
        <p:nvSpPr>
          <p:cNvPr id="137" name="Text 134"/>
          <p:cNvSpPr/>
          <p:nvPr/>
        </p:nvSpPr>
        <p:spPr>
          <a:xfrm>
            <a:off x="4752559" y="5604592"/>
            <a:ext cx="540992" cy="220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720" dirty="0"/>
          </a:p>
        </p:txBody>
      </p:sp>
      <p:sp>
        <p:nvSpPr>
          <p:cNvPr id="138" name="Text 135"/>
          <p:cNvSpPr/>
          <p:nvPr/>
        </p:nvSpPr>
        <p:spPr>
          <a:xfrm>
            <a:off x="5267789" y="5604592"/>
            <a:ext cx="639439" cy="220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</a:t>
            </a:r>
            <a:endParaRPr lang="en-US" sz="744" dirty="0"/>
          </a:p>
        </p:txBody>
      </p:sp>
      <p:sp>
        <p:nvSpPr>
          <p:cNvPr id="139" name="Text 136"/>
          <p:cNvSpPr/>
          <p:nvPr/>
        </p:nvSpPr>
        <p:spPr>
          <a:xfrm>
            <a:off x="2114497" y="5825453"/>
            <a:ext cx="552712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720" dirty="0"/>
          </a:p>
        </p:txBody>
      </p:sp>
      <p:sp>
        <p:nvSpPr>
          <p:cNvPr id="140" name="Text 137"/>
          <p:cNvSpPr/>
          <p:nvPr/>
        </p:nvSpPr>
        <p:spPr>
          <a:xfrm>
            <a:off x="2640889" y="5825453"/>
            <a:ext cx="549742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720" dirty="0"/>
          </a:p>
        </p:txBody>
      </p:sp>
      <p:sp>
        <p:nvSpPr>
          <p:cNvPr id="141" name="Text 138"/>
          <p:cNvSpPr/>
          <p:nvPr/>
        </p:nvSpPr>
        <p:spPr>
          <a:xfrm>
            <a:off x="3164453" y="5825453"/>
            <a:ext cx="555212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720" dirty="0"/>
          </a:p>
        </p:txBody>
      </p:sp>
      <p:sp>
        <p:nvSpPr>
          <p:cNvPr id="142" name="Text 139"/>
          <p:cNvSpPr/>
          <p:nvPr/>
        </p:nvSpPr>
        <p:spPr>
          <a:xfrm>
            <a:off x="3693226" y="5825453"/>
            <a:ext cx="539429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</a:t>
            </a:r>
            <a:endParaRPr lang="en-US" sz="720" dirty="0"/>
          </a:p>
        </p:txBody>
      </p:sp>
      <p:sp>
        <p:nvSpPr>
          <p:cNvPr id="143" name="Text 140"/>
          <p:cNvSpPr/>
          <p:nvPr/>
        </p:nvSpPr>
        <p:spPr>
          <a:xfrm>
            <a:off x="6719571" y="3012877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720" dirty="0"/>
          </a:p>
        </p:txBody>
      </p:sp>
      <p:sp>
        <p:nvSpPr>
          <p:cNvPr id="144" name="Text 141"/>
          <p:cNvSpPr/>
          <p:nvPr/>
        </p:nvSpPr>
        <p:spPr>
          <a:xfrm>
            <a:off x="7567870" y="3002459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720" dirty="0"/>
          </a:p>
        </p:txBody>
      </p:sp>
      <p:sp>
        <p:nvSpPr>
          <p:cNvPr id="145" name="Text 142"/>
          <p:cNvSpPr/>
          <p:nvPr/>
        </p:nvSpPr>
        <p:spPr>
          <a:xfrm>
            <a:off x="8413341" y="2845296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87</a:t>
            </a:r>
            <a:endParaRPr lang="en-US" sz="7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6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83" y="5856238"/>
            <a:ext cx="7441057" cy="143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descarte principal es , lo que indica que el 1S se depuró correctamente contra clientes vigentes antes de lanzar el marcador.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685783" y="6002685"/>
            <a:ext cx="7441057" cy="143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representa el , convirtiéndose en el motor de ventas del canal.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1493602" y="5719316"/>
            <a:ext cx="2475404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mayor contactabilidad del canal (78,7 % Semestre)</a:t>
            </a:r>
            <a:endParaRPr lang="en-US" sz="744" dirty="0"/>
          </a:p>
        </p:txBody>
      </p:sp>
      <p:sp>
        <p:nvSpPr>
          <p:cNvPr id="6" name="Text 3"/>
          <p:cNvSpPr/>
          <p:nvPr/>
        </p:nvSpPr>
        <p:spPr>
          <a:xfrm>
            <a:off x="1213514" y="219075"/>
            <a:ext cx="38686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Bienvenidas CP</a:t>
            </a:r>
            <a:endParaRPr lang="en-US" sz="1260" dirty="0"/>
          </a:p>
        </p:txBody>
      </p:sp>
      <p:sp>
        <p:nvSpPr>
          <p:cNvPr id="7" name="Text 4"/>
          <p:cNvSpPr/>
          <p:nvPr/>
        </p:nvSpPr>
        <p:spPr>
          <a:xfrm>
            <a:off x="8216595" y="1219944"/>
            <a:ext cx="365380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Alta efectividad comercial sobre contacto</a:t>
            </a:r>
            <a:endParaRPr lang="en-US" sz="648" dirty="0"/>
          </a:p>
        </p:txBody>
      </p:sp>
      <p:sp>
        <p:nvSpPr>
          <p:cNvPr id="8" name="Text 5"/>
          <p:cNvSpPr/>
          <p:nvPr/>
        </p:nvSpPr>
        <p:spPr>
          <a:xfrm>
            <a:off x="6267293" y="50013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apagado / fuera de servicio</a:t>
            </a:r>
            <a:endParaRPr lang="en-US" sz="552" dirty="0"/>
          </a:p>
        </p:txBody>
      </p:sp>
      <p:sp>
        <p:nvSpPr>
          <p:cNvPr id="9" name="Text 6"/>
          <p:cNvSpPr/>
          <p:nvPr/>
        </p:nvSpPr>
        <p:spPr>
          <a:xfrm>
            <a:off x="533387" y="1219944"/>
            <a:ext cx="365364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Líder en contactabilidad del canal</a:t>
            </a:r>
            <a:endParaRPr lang="en-US" sz="648" dirty="0"/>
          </a:p>
        </p:txBody>
      </p:sp>
      <p:sp>
        <p:nvSpPr>
          <p:cNvPr id="10" name="Text 7"/>
          <p:cNvSpPr/>
          <p:nvPr/>
        </p:nvSpPr>
        <p:spPr>
          <a:xfrm>
            <a:off x="4374991" y="1219944"/>
            <a:ext cx="365364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Aporta el 62% de las ventas de CP</a:t>
            </a:r>
            <a:endParaRPr lang="en-US" sz="648" dirty="0"/>
          </a:p>
        </p:txBody>
      </p:sp>
      <p:sp>
        <p:nvSpPr>
          <p:cNvPr id="11" name="Text 8"/>
          <p:cNvSpPr/>
          <p:nvPr/>
        </p:nvSpPr>
        <p:spPr>
          <a:xfrm>
            <a:off x="504812" y="43346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Excede límite de edad (&gt;80 años)</a:t>
            </a:r>
            <a:endParaRPr lang="en-US" sz="576" dirty="0"/>
          </a:p>
        </p:txBody>
      </p:sp>
      <p:sp>
        <p:nvSpPr>
          <p:cNvPr id="12" name="Text 9"/>
          <p:cNvSpPr/>
          <p:nvPr/>
        </p:nvSpPr>
        <p:spPr>
          <a:xfrm>
            <a:off x="6267293" y="35345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 (CP + Autogestión)</a:t>
            </a:r>
            <a:endParaRPr lang="en-US" sz="552" dirty="0"/>
          </a:p>
        </p:txBody>
      </p:sp>
      <p:sp>
        <p:nvSpPr>
          <p:cNvPr id="13" name="Text 10"/>
          <p:cNvSpPr/>
          <p:nvPr/>
        </p:nvSpPr>
        <p:spPr>
          <a:xfrm>
            <a:off x="504812" y="39345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Recibido Anteriormente</a:t>
            </a:r>
            <a:endParaRPr lang="en-US" sz="576" dirty="0"/>
          </a:p>
        </p:txBody>
      </p:sp>
      <p:sp>
        <p:nvSpPr>
          <p:cNvPr id="14" name="Text 11"/>
          <p:cNvSpPr/>
          <p:nvPr/>
        </p:nvSpPr>
        <p:spPr>
          <a:xfrm>
            <a:off x="504812" y="36678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5" name="Text 12"/>
          <p:cNvSpPr/>
          <p:nvPr/>
        </p:nvSpPr>
        <p:spPr>
          <a:xfrm>
            <a:off x="504812" y="40679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con Localidad Errónea</a:t>
            </a:r>
            <a:endParaRPr lang="en-US" sz="576" dirty="0"/>
          </a:p>
        </p:txBody>
      </p:sp>
      <p:sp>
        <p:nvSpPr>
          <p:cNvPr id="16" name="Text 13"/>
          <p:cNvSpPr/>
          <p:nvPr/>
        </p:nvSpPr>
        <p:spPr>
          <a:xfrm>
            <a:off x="495288" y="3029694"/>
            <a:ext cx="5710571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Motivos de Descarte por Mes</a:t>
            </a:r>
            <a:endParaRPr lang="en-US" sz="816" dirty="0"/>
          </a:p>
        </p:txBody>
      </p:sp>
      <p:sp>
        <p:nvSpPr>
          <p:cNvPr id="17" name="Text 14"/>
          <p:cNvSpPr/>
          <p:nvPr/>
        </p:nvSpPr>
        <p:spPr>
          <a:xfrm>
            <a:off x="6267293" y="36678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18" name="Text 15"/>
          <p:cNvSpPr/>
          <p:nvPr/>
        </p:nvSpPr>
        <p:spPr>
          <a:xfrm>
            <a:off x="6267293" y="39345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Agendado / llamada posterior</a:t>
            </a:r>
            <a:endParaRPr lang="en-US" sz="552" dirty="0"/>
          </a:p>
        </p:txBody>
      </p:sp>
      <p:sp>
        <p:nvSpPr>
          <p:cNvPr id="19" name="Text 16"/>
          <p:cNvSpPr/>
          <p:nvPr/>
        </p:nvSpPr>
        <p:spPr>
          <a:xfrm>
            <a:off x="6267293" y="42012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Datos errados / experiencia</a:t>
            </a:r>
            <a:endParaRPr lang="en-US" sz="552" dirty="0"/>
          </a:p>
        </p:txBody>
      </p:sp>
      <p:sp>
        <p:nvSpPr>
          <p:cNvPr id="20" name="Text 17"/>
          <p:cNvSpPr/>
          <p:nvPr/>
        </p:nvSpPr>
        <p:spPr>
          <a:xfrm>
            <a:off x="6267293" y="43346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precio</a:t>
            </a:r>
            <a:endParaRPr lang="en-US" sz="552" dirty="0"/>
          </a:p>
        </p:txBody>
      </p:sp>
      <p:sp>
        <p:nvSpPr>
          <p:cNvPr id="21" name="Text 18"/>
          <p:cNvSpPr/>
          <p:nvPr/>
        </p:nvSpPr>
        <p:spPr>
          <a:xfrm>
            <a:off x="9445141" y="209550"/>
            <a:ext cx="2283822" cy="220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 2 · Detalle Bienvenida</a:t>
            </a:r>
            <a:endParaRPr lang="en-US" sz="840" dirty="0"/>
          </a:p>
        </p:txBody>
      </p:sp>
      <p:sp>
        <p:nvSpPr>
          <p:cNvPr id="22" name="Text 19"/>
          <p:cNvSpPr/>
          <p:nvPr/>
        </p:nvSpPr>
        <p:spPr>
          <a:xfrm>
            <a:off x="6267293" y="40679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es responsable del pago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504812" y="42012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Cédula/Teléfono Repetido</a:t>
            </a:r>
            <a:endParaRPr lang="en-US" sz="576" dirty="0"/>
          </a:p>
        </p:txBody>
      </p:sp>
      <p:sp>
        <p:nvSpPr>
          <p:cNvPr id="24" name="Text 21"/>
          <p:cNvSpPr/>
          <p:nvPr/>
        </p:nvSpPr>
        <p:spPr>
          <a:xfrm>
            <a:off x="533387" y="828675"/>
            <a:ext cx="365364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PROMEDIO</a:t>
            </a:r>
            <a:endParaRPr lang="en-US" sz="672" dirty="0"/>
          </a:p>
        </p:txBody>
      </p:sp>
      <p:sp>
        <p:nvSpPr>
          <p:cNvPr id="25" name="Text 22"/>
          <p:cNvSpPr/>
          <p:nvPr/>
        </p:nvSpPr>
        <p:spPr>
          <a:xfrm>
            <a:off x="504812" y="3405955"/>
            <a:ext cx="1915817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Activa</a:t>
            </a:r>
            <a:endParaRPr lang="en-US" sz="576" dirty="0"/>
          </a:p>
        </p:txBody>
      </p:sp>
      <p:sp>
        <p:nvSpPr>
          <p:cNvPr id="26" name="Text 23"/>
          <p:cNvSpPr/>
          <p:nvPr/>
        </p:nvSpPr>
        <p:spPr>
          <a:xfrm>
            <a:off x="6267293" y="47346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27" name="Text 24"/>
          <p:cNvSpPr/>
          <p:nvPr/>
        </p:nvSpPr>
        <p:spPr>
          <a:xfrm>
            <a:off x="504812" y="44679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76" dirty="0"/>
          </a:p>
        </p:txBody>
      </p:sp>
      <p:sp>
        <p:nvSpPr>
          <p:cNvPr id="28" name="Text 25"/>
          <p:cNvSpPr/>
          <p:nvPr/>
        </p:nvSpPr>
        <p:spPr>
          <a:xfrm>
            <a:off x="6267293" y="44679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29" name="Text 26"/>
          <p:cNvSpPr/>
          <p:nvPr/>
        </p:nvSpPr>
        <p:spPr>
          <a:xfrm>
            <a:off x="8216595" y="828675"/>
            <a:ext cx="365380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 PROMEDIO</a:t>
            </a:r>
            <a:endParaRPr lang="en-US" sz="672" dirty="0"/>
          </a:p>
        </p:txBody>
      </p:sp>
      <p:sp>
        <p:nvSpPr>
          <p:cNvPr id="30" name="Text 27"/>
          <p:cNvSpPr/>
          <p:nvPr/>
        </p:nvSpPr>
        <p:spPr>
          <a:xfrm>
            <a:off x="504812" y="38012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Microseguro Activo</a:t>
            </a:r>
            <a:endParaRPr lang="en-US" sz="576" dirty="0"/>
          </a:p>
        </p:txBody>
      </p:sp>
      <p:sp>
        <p:nvSpPr>
          <p:cNvPr id="31" name="Text 28"/>
          <p:cNvSpPr/>
          <p:nvPr/>
        </p:nvSpPr>
        <p:spPr>
          <a:xfrm>
            <a:off x="504812" y="35345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Contrato Repetido</a:t>
            </a:r>
            <a:endParaRPr lang="en-US" sz="576" dirty="0"/>
          </a:p>
        </p:txBody>
      </p:sp>
      <p:sp>
        <p:nvSpPr>
          <p:cNvPr id="32" name="Text 29"/>
          <p:cNvSpPr/>
          <p:nvPr/>
        </p:nvSpPr>
        <p:spPr>
          <a:xfrm>
            <a:off x="6267293" y="3405955"/>
            <a:ext cx="1915817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33" name="Text 30"/>
          <p:cNvSpPr/>
          <p:nvPr/>
        </p:nvSpPr>
        <p:spPr>
          <a:xfrm>
            <a:off x="6267293" y="38012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</a:t>
            </a:r>
            <a:endParaRPr lang="en-US" sz="552" dirty="0"/>
          </a:p>
        </p:txBody>
      </p:sp>
      <p:sp>
        <p:nvSpPr>
          <p:cNvPr id="34" name="Text 31"/>
          <p:cNvSpPr/>
          <p:nvPr/>
        </p:nvSpPr>
        <p:spPr>
          <a:xfrm>
            <a:off x="6267293" y="5134742"/>
            <a:ext cx="1915817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no contacto</a:t>
            </a:r>
            <a:endParaRPr lang="en-US" sz="552" dirty="0"/>
          </a:p>
        </p:txBody>
      </p:sp>
      <p:sp>
        <p:nvSpPr>
          <p:cNvPr id="35" name="Text 32"/>
          <p:cNvSpPr/>
          <p:nvPr/>
        </p:nvSpPr>
        <p:spPr>
          <a:xfrm>
            <a:off x="4374991" y="828675"/>
            <a:ext cx="365364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TOTALES</a:t>
            </a:r>
            <a:endParaRPr lang="en-US" sz="672" dirty="0"/>
          </a:p>
        </p:txBody>
      </p:sp>
      <p:sp>
        <p:nvSpPr>
          <p:cNvPr id="36" name="Text 33"/>
          <p:cNvSpPr/>
          <p:nvPr/>
        </p:nvSpPr>
        <p:spPr>
          <a:xfrm>
            <a:off x="10281832" y="1796230"/>
            <a:ext cx="148530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6267293" y="3234505"/>
            <a:ext cx="19158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6267293" y="46013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39" name="Text 36"/>
          <p:cNvSpPr/>
          <p:nvPr/>
        </p:nvSpPr>
        <p:spPr>
          <a:xfrm>
            <a:off x="6267293" y="48680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</a:t>
            </a:r>
            <a:endParaRPr lang="en-US" sz="552" dirty="0"/>
          </a:p>
        </p:txBody>
      </p:sp>
      <p:sp>
        <p:nvSpPr>
          <p:cNvPr id="40" name="Text 37"/>
          <p:cNvSpPr/>
          <p:nvPr/>
        </p:nvSpPr>
        <p:spPr>
          <a:xfrm>
            <a:off x="2996877" y="1796230"/>
            <a:ext cx="159891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8324195" y="1796230"/>
            <a:ext cx="10277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1582896" y="1796230"/>
            <a:ext cx="14846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4519648" y="1796230"/>
            <a:ext cx="14849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44" name="Text 41"/>
          <p:cNvSpPr/>
          <p:nvPr/>
        </p:nvSpPr>
        <p:spPr>
          <a:xfrm>
            <a:off x="495288" y="210579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5" name="Text 42"/>
          <p:cNvSpPr/>
          <p:nvPr/>
        </p:nvSpPr>
        <p:spPr>
          <a:xfrm>
            <a:off x="1582896" y="2820167"/>
            <a:ext cx="148468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114.696</a:t>
            </a:r>
            <a:endParaRPr lang="en-US" sz="636" dirty="0"/>
          </a:p>
        </p:txBody>
      </p:sp>
      <p:sp>
        <p:nvSpPr>
          <p:cNvPr id="46" name="Text 43"/>
          <p:cNvSpPr/>
          <p:nvPr/>
        </p:nvSpPr>
        <p:spPr>
          <a:xfrm>
            <a:off x="6257769" y="210579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7" name="Text 44"/>
          <p:cNvSpPr/>
          <p:nvPr/>
        </p:nvSpPr>
        <p:spPr>
          <a:xfrm>
            <a:off x="1582896" y="1967680"/>
            <a:ext cx="148468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14.772</a:t>
            </a:r>
            <a:endParaRPr lang="en-US" sz="636" dirty="0"/>
          </a:p>
        </p:txBody>
      </p:sp>
      <p:sp>
        <p:nvSpPr>
          <p:cNvPr id="48" name="Text 45"/>
          <p:cNvSpPr/>
          <p:nvPr/>
        </p:nvSpPr>
        <p:spPr>
          <a:xfrm>
            <a:off x="4519648" y="1967680"/>
            <a:ext cx="1484992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57,4 %</a:t>
            </a:r>
            <a:endParaRPr lang="en-US" sz="636" dirty="0"/>
          </a:p>
        </p:txBody>
      </p:sp>
      <p:sp>
        <p:nvSpPr>
          <p:cNvPr id="49" name="Text 46"/>
          <p:cNvSpPr/>
          <p:nvPr/>
        </p:nvSpPr>
        <p:spPr>
          <a:xfrm>
            <a:off x="1582896" y="2105792"/>
            <a:ext cx="14846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19.573</a:t>
            </a:r>
            <a:endParaRPr lang="en-US" sz="636" dirty="0"/>
          </a:p>
        </p:txBody>
      </p:sp>
      <p:sp>
        <p:nvSpPr>
          <p:cNvPr id="50" name="Text 47"/>
          <p:cNvSpPr/>
          <p:nvPr/>
        </p:nvSpPr>
        <p:spPr>
          <a:xfrm>
            <a:off x="2996877" y="2105792"/>
            <a:ext cx="15989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11.134</a:t>
            </a:r>
            <a:endParaRPr lang="en-US" sz="636" dirty="0"/>
          </a:p>
        </p:txBody>
      </p:sp>
      <p:sp>
        <p:nvSpPr>
          <p:cNvPr id="51" name="Text 48"/>
          <p:cNvSpPr/>
          <p:nvPr/>
        </p:nvSpPr>
        <p:spPr>
          <a:xfrm>
            <a:off x="4519648" y="2105792"/>
            <a:ext cx="14849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56,9 %</a:t>
            </a:r>
            <a:endParaRPr lang="en-US" sz="636" dirty="0"/>
          </a:p>
        </p:txBody>
      </p:sp>
      <p:sp>
        <p:nvSpPr>
          <p:cNvPr id="52" name="Text 49"/>
          <p:cNvSpPr/>
          <p:nvPr/>
        </p:nvSpPr>
        <p:spPr>
          <a:xfrm>
            <a:off x="1582896" y="2248667"/>
            <a:ext cx="14846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21.421</a:t>
            </a:r>
            <a:endParaRPr lang="en-US" sz="636" dirty="0"/>
          </a:p>
        </p:txBody>
      </p:sp>
      <p:sp>
        <p:nvSpPr>
          <p:cNvPr id="53" name="Text 50"/>
          <p:cNvSpPr/>
          <p:nvPr/>
        </p:nvSpPr>
        <p:spPr>
          <a:xfrm>
            <a:off x="2996877" y="2248667"/>
            <a:ext cx="15989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13.486</a:t>
            </a:r>
            <a:endParaRPr lang="en-US" sz="636" dirty="0"/>
          </a:p>
        </p:txBody>
      </p:sp>
      <p:sp>
        <p:nvSpPr>
          <p:cNvPr id="54" name="Text 51"/>
          <p:cNvSpPr/>
          <p:nvPr/>
        </p:nvSpPr>
        <p:spPr>
          <a:xfrm>
            <a:off x="4519648" y="2248667"/>
            <a:ext cx="14849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63,0 %</a:t>
            </a:r>
            <a:endParaRPr lang="en-US" sz="636" dirty="0"/>
          </a:p>
        </p:txBody>
      </p:sp>
      <p:sp>
        <p:nvSpPr>
          <p:cNvPr id="55" name="Text 52"/>
          <p:cNvSpPr/>
          <p:nvPr/>
        </p:nvSpPr>
        <p:spPr>
          <a:xfrm>
            <a:off x="1582896" y="2391542"/>
            <a:ext cx="14846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19.096</a:t>
            </a:r>
            <a:endParaRPr lang="en-US" sz="636" dirty="0"/>
          </a:p>
        </p:txBody>
      </p:sp>
      <p:sp>
        <p:nvSpPr>
          <p:cNvPr id="56" name="Text 53"/>
          <p:cNvSpPr/>
          <p:nvPr/>
        </p:nvSpPr>
        <p:spPr>
          <a:xfrm>
            <a:off x="2996877" y="2391542"/>
            <a:ext cx="15989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10.792</a:t>
            </a:r>
            <a:endParaRPr lang="en-US" sz="636" dirty="0"/>
          </a:p>
        </p:txBody>
      </p:sp>
      <p:sp>
        <p:nvSpPr>
          <p:cNvPr id="57" name="Text 54"/>
          <p:cNvSpPr/>
          <p:nvPr/>
        </p:nvSpPr>
        <p:spPr>
          <a:xfrm>
            <a:off x="4519648" y="2391542"/>
            <a:ext cx="14849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56,5 %</a:t>
            </a:r>
            <a:endParaRPr lang="en-US" sz="636" dirty="0"/>
          </a:p>
        </p:txBody>
      </p:sp>
      <p:sp>
        <p:nvSpPr>
          <p:cNvPr id="58" name="Text 55"/>
          <p:cNvSpPr/>
          <p:nvPr/>
        </p:nvSpPr>
        <p:spPr>
          <a:xfrm>
            <a:off x="1582896" y="2534417"/>
            <a:ext cx="14846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20.067</a:t>
            </a:r>
            <a:endParaRPr lang="en-US" sz="636" dirty="0"/>
          </a:p>
        </p:txBody>
      </p:sp>
      <p:sp>
        <p:nvSpPr>
          <p:cNvPr id="59" name="Text 56"/>
          <p:cNvSpPr/>
          <p:nvPr/>
        </p:nvSpPr>
        <p:spPr>
          <a:xfrm>
            <a:off x="2996877" y="2534417"/>
            <a:ext cx="15989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13.166</a:t>
            </a:r>
            <a:endParaRPr lang="en-US" sz="636" dirty="0"/>
          </a:p>
        </p:txBody>
      </p:sp>
      <p:sp>
        <p:nvSpPr>
          <p:cNvPr id="60" name="Text 57"/>
          <p:cNvSpPr/>
          <p:nvPr/>
        </p:nvSpPr>
        <p:spPr>
          <a:xfrm>
            <a:off x="4519648" y="2534417"/>
            <a:ext cx="14849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65,6 %</a:t>
            </a:r>
            <a:endParaRPr lang="en-US" sz="636" dirty="0"/>
          </a:p>
        </p:txBody>
      </p:sp>
      <p:sp>
        <p:nvSpPr>
          <p:cNvPr id="61" name="Text 58"/>
          <p:cNvSpPr/>
          <p:nvPr/>
        </p:nvSpPr>
        <p:spPr>
          <a:xfrm>
            <a:off x="1582896" y="2677292"/>
            <a:ext cx="14846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19.767</a:t>
            </a:r>
            <a:endParaRPr lang="en-US" sz="636" dirty="0"/>
          </a:p>
        </p:txBody>
      </p:sp>
      <p:sp>
        <p:nvSpPr>
          <p:cNvPr id="62" name="Text 59"/>
          <p:cNvSpPr/>
          <p:nvPr/>
        </p:nvSpPr>
        <p:spPr>
          <a:xfrm>
            <a:off x="2996877" y="2677292"/>
            <a:ext cx="15989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13.203</a:t>
            </a:r>
            <a:endParaRPr lang="en-US" sz="636" dirty="0"/>
          </a:p>
        </p:txBody>
      </p:sp>
      <p:sp>
        <p:nvSpPr>
          <p:cNvPr id="63" name="Text 60"/>
          <p:cNvSpPr/>
          <p:nvPr/>
        </p:nvSpPr>
        <p:spPr>
          <a:xfrm>
            <a:off x="4519648" y="2677292"/>
            <a:ext cx="14849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66,8 %</a:t>
            </a:r>
            <a:endParaRPr lang="en-US" sz="636" dirty="0"/>
          </a:p>
        </p:txBody>
      </p:sp>
      <p:sp>
        <p:nvSpPr>
          <p:cNvPr id="64" name="Text 61"/>
          <p:cNvSpPr/>
          <p:nvPr/>
        </p:nvSpPr>
        <p:spPr>
          <a:xfrm>
            <a:off x="2996877" y="2820167"/>
            <a:ext cx="159891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70.266</a:t>
            </a:r>
            <a:endParaRPr lang="en-US" sz="636" dirty="0"/>
          </a:p>
        </p:txBody>
      </p:sp>
      <p:sp>
        <p:nvSpPr>
          <p:cNvPr id="65" name="Text 62"/>
          <p:cNvSpPr/>
          <p:nvPr/>
        </p:nvSpPr>
        <p:spPr>
          <a:xfrm>
            <a:off x="4519648" y="2820167"/>
            <a:ext cx="1484992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61,3 %</a:t>
            </a:r>
            <a:endParaRPr lang="en-US" sz="636" dirty="0"/>
          </a:p>
        </p:txBody>
      </p:sp>
      <p:sp>
        <p:nvSpPr>
          <p:cNvPr id="66" name="Text 63"/>
          <p:cNvSpPr/>
          <p:nvPr/>
        </p:nvSpPr>
        <p:spPr>
          <a:xfrm>
            <a:off x="504812" y="3234505"/>
            <a:ext cx="19158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Motivo</a:t>
            </a:r>
            <a:endParaRPr lang="en-US" sz="888" dirty="0"/>
          </a:p>
        </p:txBody>
      </p:sp>
      <p:sp>
        <p:nvSpPr>
          <p:cNvPr id="67" name="Text 64"/>
          <p:cNvSpPr/>
          <p:nvPr/>
        </p:nvSpPr>
        <p:spPr>
          <a:xfrm>
            <a:off x="5226118" y="3405955"/>
            <a:ext cx="73319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35.758</a:t>
            </a:r>
            <a:endParaRPr lang="en-US" sz="576" dirty="0"/>
          </a:p>
        </p:txBody>
      </p:sp>
      <p:sp>
        <p:nvSpPr>
          <p:cNvPr id="68" name="Text 65"/>
          <p:cNvSpPr/>
          <p:nvPr/>
        </p:nvSpPr>
        <p:spPr>
          <a:xfrm>
            <a:off x="5226118" y="35345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12.760</a:t>
            </a:r>
            <a:endParaRPr lang="en-US" sz="576" dirty="0"/>
          </a:p>
        </p:txBody>
      </p:sp>
      <p:sp>
        <p:nvSpPr>
          <p:cNvPr id="69" name="Text 66"/>
          <p:cNvSpPr/>
          <p:nvPr/>
        </p:nvSpPr>
        <p:spPr>
          <a:xfrm>
            <a:off x="2812186" y="4601342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11.134</a:t>
            </a:r>
            <a:endParaRPr lang="en-US" sz="576" dirty="0"/>
          </a:p>
        </p:txBody>
      </p:sp>
      <p:sp>
        <p:nvSpPr>
          <p:cNvPr id="70" name="Text 67"/>
          <p:cNvSpPr/>
          <p:nvPr/>
        </p:nvSpPr>
        <p:spPr>
          <a:xfrm>
            <a:off x="3294972" y="4601342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13.486</a:t>
            </a:r>
            <a:endParaRPr lang="en-US" sz="576" dirty="0"/>
          </a:p>
        </p:txBody>
      </p:sp>
      <p:sp>
        <p:nvSpPr>
          <p:cNvPr id="71" name="Text 68"/>
          <p:cNvSpPr/>
          <p:nvPr/>
        </p:nvSpPr>
        <p:spPr>
          <a:xfrm>
            <a:off x="3777759" y="4601342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10.792</a:t>
            </a:r>
            <a:endParaRPr lang="en-US" sz="576" dirty="0"/>
          </a:p>
        </p:txBody>
      </p:sp>
      <p:sp>
        <p:nvSpPr>
          <p:cNvPr id="72" name="Text 69"/>
          <p:cNvSpPr/>
          <p:nvPr/>
        </p:nvSpPr>
        <p:spPr>
          <a:xfrm>
            <a:off x="4260545" y="4601342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13.166</a:t>
            </a:r>
            <a:endParaRPr lang="en-US" sz="576" dirty="0"/>
          </a:p>
        </p:txBody>
      </p:sp>
      <p:sp>
        <p:nvSpPr>
          <p:cNvPr id="73" name="Text 70"/>
          <p:cNvSpPr/>
          <p:nvPr/>
        </p:nvSpPr>
        <p:spPr>
          <a:xfrm>
            <a:off x="4743331" y="4601342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13.203</a:t>
            </a:r>
            <a:endParaRPr lang="en-US" sz="576" dirty="0"/>
          </a:p>
        </p:txBody>
      </p:sp>
      <p:sp>
        <p:nvSpPr>
          <p:cNvPr id="74" name="Text 71"/>
          <p:cNvSpPr/>
          <p:nvPr/>
        </p:nvSpPr>
        <p:spPr>
          <a:xfrm>
            <a:off x="5226118" y="4601342"/>
            <a:ext cx="73319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70.266</a:t>
            </a:r>
            <a:endParaRPr lang="en-US" sz="576" dirty="0"/>
          </a:p>
        </p:txBody>
      </p:sp>
      <p:sp>
        <p:nvSpPr>
          <p:cNvPr id="75" name="Text 72"/>
          <p:cNvSpPr/>
          <p:nvPr/>
        </p:nvSpPr>
        <p:spPr>
          <a:xfrm>
            <a:off x="9303014" y="1796230"/>
            <a:ext cx="10277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76" name="Text 73"/>
          <p:cNvSpPr/>
          <p:nvPr/>
        </p:nvSpPr>
        <p:spPr>
          <a:xfrm>
            <a:off x="8324195" y="1967680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81,5 %</a:t>
            </a:r>
            <a:endParaRPr lang="en-US" sz="636" dirty="0"/>
          </a:p>
        </p:txBody>
      </p:sp>
      <p:sp>
        <p:nvSpPr>
          <p:cNvPr id="77" name="Text 74"/>
          <p:cNvSpPr/>
          <p:nvPr/>
        </p:nvSpPr>
        <p:spPr>
          <a:xfrm>
            <a:off x="10281832" y="1967680"/>
            <a:ext cx="1485305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23,6 %</a:t>
            </a:r>
            <a:endParaRPr lang="en-US" sz="636" dirty="0"/>
          </a:p>
        </p:txBody>
      </p:sp>
      <p:sp>
        <p:nvSpPr>
          <p:cNvPr id="78" name="Text 75"/>
          <p:cNvSpPr/>
          <p:nvPr/>
        </p:nvSpPr>
        <p:spPr>
          <a:xfrm>
            <a:off x="8324195" y="210579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79,0 %</a:t>
            </a:r>
            <a:endParaRPr lang="en-US" sz="636" dirty="0"/>
          </a:p>
        </p:txBody>
      </p:sp>
      <p:sp>
        <p:nvSpPr>
          <p:cNvPr id="79" name="Text 76"/>
          <p:cNvSpPr/>
          <p:nvPr/>
        </p:nvSpPr>
        <p:spPr>
          <a:xfrm>
            <a:off x="10281832" y="2105792"/>
            <a:ext cx="14853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21,5 %</a:t>
            </a:r>
            <a:endParaRPr lang="en-US" sz="636" dirty="0"/>
          </a:p>
        </p:txBody>
      </p:sp>
      <p:sp>
        <p:nvSpPr>
          <p:cNvPr id="80" name="Text 77"/>
          <p:cNvSpPr/>
          <p:nvPr/>
        </p:nvSpPr>
        <p:spPr>
          <a:xfrm>
            <a:off x="8324195" y="2248667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78,2 %</a:t>
            </a:r>
            <a:endParaRPr lang="en-US" sz="636" dirty="0"/>
          </a:p>
        </p:txBody>
      </p:sp>
      <p:sp>
        <p:nvSpPr>
          <p:cNvPr id="81" name="Text 78"/>
          <p:cNvSpPr/>
          <p:nvPr/>
        </p:nvSpPr>
        <p:spPr>
          <a:xfrm>
            <a:off x="10281832" y="2248667"/>
            <a:ext cx="14853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18,0 %</a:t>
            </a:r>
            <a:endParaRPr lang="en-US" sz="636" dirty="0"/>
          </a:p>
        </p:txBody>
      </p:sp>
      <p:sp>
        <p:nvSpPr>
          <p:cNvPr id="82" name="Text 79"/>
          <p:cNvSpPr/>
          <p:nvPr/>
        </p:nvSpPr>
        <p:spPr>
          <a:xfrm>
            <a:off x="8324195" y="239154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76,1 %</a:t>
            </a:r>
            <a:endParaRPr lang="en-US" sz="636" dirty="0"/>
          </a:p>
        </p:txBody>
      </p:sp>
      <p:sp>
        <p:nvSpPr>
          <p:cNvPr id="83" name="Text 80"/>
          <p:cNvSpPr/>
          <p:nvPr/>
        </p:nvSpPr>
        <p:spPr>
          <a:xfrm>
            <a:off x="10281832" y="2391542"/>
            <a:ext cx="14853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17,2 %</a:t>
            </a:r>
            <a:endParaRPr lang="en-US" sz="636" dirty="0"/>
          </a:p>
        </p:txBody>
      </p:sp>
      <p:sp>
        <p:nvSpPr>
          <p:cNvPr id="84" name="Text 81"/>
          <p:cNvSpPr/>
          <p:nvPr/>
        </p:nvSpPr>
        <p:spPr>
          <a:xfrm>
            <a:off x="8324195" y="2534417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83,1 %</a:t>
            </a:r>
            <a:endParaRPr lang="en-US" sz="636" dirty="0"/>
          </a:p>
        </p:txBody>
      </p:sp>
      <p:sp>
        <p:nvSpPr>
          <p:cNvPr id="85" name="Text 82"/>
          <p:cNvSpPr/>
          <p:nvPr/>
        </p:nvSpPr>
        <p:spPr>
          <a:xfrm>
            <a:off x="10281832" y="2534417"/>
            <a:ext cx="14853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18,6 %</a:t>
            </a:r>
            <a:endParaRPr lang="en-US" sz="636" dirty="0"/>
          </a:p>
        </p:txBody>
      </p:sp>
      <p:sp>
        <p:nvSpPr>
          <p:cNvPr id="86" name="Text 83"/>
          <p:cNvSpPr/>
          <p:nvPr/>
        </p:nvSpPr>
        <p:spPr>
          <a:xfrm>
            <a:off x="8324195" y="267729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79,9 %</a:t>
            </a:r>
            <a:endParaRPr lang="en-US" sz="636" dirty="0"/>
          </a:p>
        </p:txBody>
      </p:sp>
      <p:sp>
        <p:nvSpPr>
          <p:cNvPr id="87" name="Text 84"/>
          <p:cNvSpPr/>
          <p:nvPr/>
        </p:nvSpPr>
        <p:spPr>
          <a:xfrm>
            <a:off x="10281832" y="2677292"/>
            <a:ext cx="14853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18,4 %</a:t>
            </a:r>
            <a:endParaRPr lang="en-US" sz="636" dirty="0"/>
          </a:p>
        </p:txBody>
      </p:sp>
      <p:sp>
        <p:nvSpPr>
          <p:cNvPr id="88" name="Text 85"/>
          <p:cNvSpPr/>
          <p:nvPr/>
        </p:nvSpPr>
        <p:spPr>
          <a:xfrm>
            <a:off x="7345377" y="2820167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44.430</a:t>
            </a:r>
            <a:endParaRPr lang="en-US" sz="636" dirty="0"/>
          </a:p>
        </p:txBody>
      </p:sp>
      <p:sp>
        <p:nvSpPr>
          <p:cNvPr id="89" name="Text 86"/>
          <p:cNvSpPr/>
          <p:nvPr/>
        </p:nvSpPr>
        <p:spPr>
          <a:xfrm>
            <a:off x="8324195" y="2820167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79,4 %</a:t>
            </a:r>
            <a:endParaRPr lang="en-US" sz="636" dirty="0"/>
          </a:p>
        </p:txBody>
      </p:sp>
      <p:sp>
        <p:nvSpPr>
          <p:cNvPr id="90" name="Text 87"/>
          <p:cNvSpPr/>
          <p:nvPr/>
        </p:nvSpPr>
        <p:spPr>
          <a:xfrm>
            <a:off x="10281832" y="2820167"/>
            <a:ext cx="1485305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19,5 %</a:t>
            </a:r>
            <a:endParaRPr lang="en-US" sz="636" dirty="0"/>
          </a:p>
        </p:txBody>
      </p:sp>
      <p:sp>
        <p:nvSpPr>
          <p:cNvPr id="91" name="Text 88"/>
          <p:cNvSpPr/>
          <p:nvPr/>
        </p:nvSpPr>
        <p:spPr>
          <a:xfrm>
            <a:off x="10988599" y="3405955"/>
            <a:ext cx="73319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38.250</a:t>
            </a:r>
            <a:endParaRPr lang="en-US" sz="552" dirty="0"/>
          </a:p>
        </p:txBody>
      </p:sp>
      <p:sp>
        <p:nvSpPr>
          <p:cNvPr id="92" name="Text 89"/>
          <p:cNvSpPr/>
          <p:nvPr/>
        </p:nvSpPr>
        <p:spPr>
          <a:xfrm>
            <a:off x="10988599" y="36678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14.908</a:t>
            </a:r>
            <a:endParaRPr lang="en-US" sz="552" dirty="0"/>
          </a:p>
        </p:txBody>
      </p:sp>
      <p:sp>
        <p:nvSpPr>
          <p:cNvPr id="93" name="Text 90"/>
          <p:cNvSpPr/>
          <p:nvPr/>
        </p:nvSpPr>
        <p:spPr>
          <a:xfrm>
            <a:off x="10988599" y="46013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10.362</a:t>
            </a:r>
            <a:endParaRPr lang="en-US" sz="552" dirty="0"/>
          </a:p>
        </p:txBody>
      </p:sp>
      <p:sp>
        <p:nvSpPr>
          <p:cNvPr id="94" name="Text 91"/>
          <p:cNvSpPr/>
          <p:nvPr/>
        </p:nvSpPr>
        <p:spPr>
          <a:xfrm>
            <a:off x="8216595" y="971550"/>
            <a:ext cx="3653803" cy="220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19,5 %</a:t>
            </a:r>
            <a:endParaRPr lang="en-US" sz="1380" dirty="0"/>
          </a:p>
        </p:txBody>
      </p:sp>
      <p:sp>
        <p:nvSpPr>
          <p:cNvPr id="95" name="Text 92"/>
          <p:cNvSpPr/>
          <p:nvPr/>
        </p:nvSpPr>
        <p:spPr>
          <a:xfrm>
            <a:off x="495288" y="1967680"/>
            <a:ext cx="114198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96" name="Text 93"/>
          <p:cNvSpPr/>
          <p:nvPr/>
        </p:nvSpPr>
        <p:spPr>
          <a:xfrm>
            <a:off x="2996877" y="1967680"/>
            <a:ext cx="159891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8.485</a:t>
            </a:r>
            <a:endParaRPr lang="en-US" sz="636" dirty="0"/>
          </a:p>
        </p:txBody>
      </p:sp>
      <p:sp>
        <p:nvSpPr>
          <p:cNvPr id="97" name="Text 94"/>
          <p:cNvSpPr/>
          <p:nvPr/>
        </p:nvSpPr>
        <p:spPr>
          <a:xfrm>
            <a:off x="495288" y="2248667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98" name="Text 95"/>
          <p:cNvSpPr/>
          <p:nvPr/>
        </p:nvSpPr>
        <p:spPr>
          <a:xfrm>
            <a:off x="495288" y="239154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99" name="Text 96"/>
          <p:cNvSpPr/>
          <p:nvPr/>
        </p:nvSpPr>
        <p:spPr>
          <a:xfrm>
            <a:off x="495288" y="267729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00" name="Text 97"/>
          <p:cNvSpPr/>
          <p:nvPr/>
        </p:nvSpPr>
        <p:spPr>
          <a:xfrm>
            <a:off x="495288" y="2820167"/>
            <a:ext cx="114198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01" name="Text 98"/>
          <p:cNvSpPr/>
          <p:nvPr/>
        </p:nvSpPr>
        <p:spPr>
          <a:xfrm>
            <a:off x="5226118" y="3234505"/>
            <a:ext cx="73319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02" name="Text 99"/>
          <p:cNvSpPr/>
          <p:nvPr/>
        </p:nvSpPr>
        <p:spPr>
          <a:xfrm>
            <a:off x="2329400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4.318</a:t>
            </a:r>
            <a:endParaRPr lang="en-US" sz="576" dirty="0"/>
          </a:p>
        </p:txBody>
      </p:sp>
      <p:sp>
        <p:nvSpPr>
          <p:cNvPr id="103" name="Text 100"/>
          <p:cNvSpPr/>
          <p:nvPr/>
        </p:nvSpPr>
        <p:spPr>
          <a:xfrm>
            <a:off x="2812186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5.666</a:t>
            </a:r>
            <a:endParaRPr lang="en-US" sz="576" dirty="0"/>
          </a:p>
        </p:txBody>
      </p:sp>
      <p:sp>
        <p:nvSpPr>
          <p:cNvPr id="104" name="Text 101"/>
          <p:cNvSpPr/>
          <p:nvPr/>
        </p:nvSpPr>
        <p:spPr>
          <a:xfrm>
            <a:off x="3294972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6.863</a:t>
            </a:r>
            <a:endParaRPr lang="en-US" sz="576" dirty="0"/>
          </a:p>
        </p:txBody>
      </p:sp>
      <p:sp>
        <p:nvSpPr>
          <p:cNvPr id="105" name="Text 102"/>
          <p:cNvSpPr/>
          <p:nvPr/>
        </p:nvSpPr>
        <p:spPr>
          <a:xfrm>
            <a:off x="3777759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5.492</a:t>
            </a:r>
            <a:endParaRPr lang="en-US" sz="576" dirty="0"/>
          </a:p>
        </p:txBody>
      </p:sp>
      <p:sp>
        <p:nvSpPr>
          <p:cNvPr id="106" name="Text 103"/>
          <p:cNvSpPr/>
          <p:nvPr/>
        </p:nvSpPr>
        <p:spPr>
          <a:xfrm>
            <a:off x="4260545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6.700</a:t>
            </a:r>
            <a:endParaRPr lang="en-US" sz="576" dirty="0"/>
          </a:p>
        </p:txBody>
      </p:sp>
      <p:sp>
        <p:nvSpPr>
          <p:cNvPr id="107" name="Text 104"/>
          <p:cNvSpPr/>
          <p:nvPr/>
        </p:nvSpPr>
        <p:spPr>
          <a:xfrm>
            <a:off x="4743331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6.719</a:t>
            </a:r>
            <a:endParaRPr lang="en-US" sz="576" dirty="0"/>
          </a:p>
        </p:txBody>
      </p:sp>
      <p:sp>
        <p:nvSpPr>
          <p:cNvPr id="108" name="Text 105"/>
          <p:cNvSpPr/>
          <p:nvPr/>
        </p:nvSpPr>
        <p:spPr>
          <a:xfrm>
            <a:off x="2329400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1.541</a:t>
            </a:r>
            <a:endParaRPr lang="en-US" sz="576" dirty="0"/>
          </a:p>
        </p:txBody>
      </p:sp>
      <p:sp>
        <p:nvSpPr>
          <p:cNvPr id="109" name="Text 106"/>
          <p:cNvSpPr/>
          <p:nvPr/>
        </p:nvSpPr>
        <p:spPr>
          <a:xfrm>
            <a:off x="2812186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2.022</a:t>
            </a:r>
            <a:endParaRPr lang="en-US" sz="576" dirty="0"/>
          </a:p>
        </p:txBody>
      </p:sp>
      <p:sp>
        <p:nvSpPr>
          <p:cNvPr id="110" name="Text 107"/>
          <p:cNvSpPr/>
          <p:nvPr/>
        </p:nvSpPr>
        <p:spPr>
          <a:xfrm>
            <a:off x="3294972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2.448</a:t>
            </a:r>
            <a:endParaRPr lang="en-US" sz="576" dirty="0"/>
          </a:p>
        </p:txBody>
      </p:sp>
      <p:sp>
        <p:nvSpPr>
          <p:cNvPr id="111" name="Text 108"/>
          <p:cNvSpPr/>
          <p:nvPr/>
        </p:nvSpPr>
        <p:spPr>
          <a:xfrm>
            <a:off x="3777759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1.960</a:t>
            </a:r>
            <a:endParaRPr lang="en-US" sz="576" dirty="0"/>
          </a:p>
        </p:txBody>
      </p:sp>
      <p:sp>
        <p:nvSpPr>
          <p:cNvPr id="112" name="Text 109"/>
          <p:cNvSpPr/>
          <p:nvPr/>
        </p:nvSpPr>
        <p:spPr>
          <a:xfrm>
            <a:off x="4260545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2.391</a:t>
            </a:r>
            <a:endParaRPr lang="en-US" sz="576" dirty="0"/>
          </a:p>
        </p:txBody>
      </p:sp>
      <p:sp>
        <p:nvSpPr>
          <p:cNvPr id="113" name="Text 110"/>
          <p:cNvSpPr/>
          <p:nvPr/>
        </p:nvSpPr>
        <p:spPr>
          <a:xfrm>
            <a:off x="4743331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2.398</a:t>
            </a:r>
            <a:endParaRPr lang="en-US" sz="576" dirty="0"/>
          </a:p>
        </p:txBody>
      </p:sp>
      <p:sp>
        <p:nvSpPr>
          <p:cNvPr id="114" name="Text 111"/>
          <p:cNvSpPr/>
          <p:nvPr/>
        </p:nvSpPr>
        <p:spPr>
          <a:xfrm>
            <a:off x="2812186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1.113</a:t>
            </a:r>
            <a:endParaRPr lang="en-US" sz="576" dirty="0"/>
          </a:p>
        </p:txBody>
      </p:sp>
      <p:sp>
        <p:nvSpPr>
          <p:cNvPr id="115" name="Text 112"/>
          <p:cNvSpPr/>
          <p:nvPr/>
        </p:nvSpPr>
        <p:spPr>
          <a:xfrm>
            <a:off x="3294972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1.349</a:t>
            </a:r>
            <a:endParaRPr lang="en-US" sz="576" dirty="0"/>
          </a:p>
        </p:txBody>
      </p:sp>
      <p:sp>
        <p:nvSpPr>
          <p:cNvPr id="116" name="Text 113"/>
          <p:cNvSpPr/>
          <p:nvPr/>
        </p:nvSpPr>
        <p:spPr>
          <a:xfrm>
            <a:off x="3777759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1.079</a:t>
            </a:r>
            <a:endParaRPr lang="en-US" sz="576" dirty="0"/>
          </a:p>
        </p:txBody>
      </p:sp>
      <p:sp>
        <p:nvSpPr>
          <p:cNvPr id="117" name="Text 114"/>
          <p:cNvSpPr/>
          <p:nvPr/>
        </p:nvSpPr>
        <p:spPr>
          <a:xfrm>
            <a:off x="4260545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1.317</a:t>
            </a:r>
            <a:endParaRPr lang="en-US" sz="576" dirty="0"/>
          </a:p>
        </p:txBody>
      </p:sp>
      <p:sp>
        <p:nvSpPr>
          <p:cNvPr id="118" name="Text 115"/>
          <p:cNvSpPr/>
          <p:nvPr/>
        </p:nvSpPr>
        <p:spPr>
          <a:xfrm>
            <a:off x="4743331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1.320</a:t>
            </a:r>
            <a:endParaRPr lang="en-US" sz="576" dirty="0"/>
          </a:p>
        </p:txBody>
      </p:sp>
      <p:sp>
        <p:nvSpPr>
          <p:cNvPr id="119" name="Text 116"/>
          <p:cNvSpPr/>
          <p:nvPr/>
        </p:nvSpPr>
        <p:spPr>
          <a:xfrm>
            <a:off x="5226118" y="36678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7.027</a:t>
            </a:r>
            <a:endParaRPr lang="en-US" sz="576" dirty="0"/>
          </a:p>
        </p:txBody>
      </p:sp>
      <p:sp>
        <p:nvSpPr>
          <p:cNvPr id="120" name="Text 117"/>
          <p:cNvSpPr/>
          <p:nvPr/>
        </p:nvSpPr>
        <p:spPr>
          <a:xfrm>
            <a:off x="3294972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1.135</a:t>
            </a:r>
            <a:endParaRPr lang="en-US" sz="576" dirty="0"/>
          </a:p>
        </p:txBody>
      </p:sp>
      <p:sp>
        <p:nvSpPr>
          <p:cNvPr id="121" name="Text 118"/>
          <p:cNvSpPr/>
          <p:nvPr/>
        </p:nvSpPr>
        <p:spPr>
          <a:xfrm>
            <a:off x="4260545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1.109</a:t>
            </a:r>
            <a:endParaRPr lang="en-US" sz="576" dirty="0"/>
          </a:p>
        </p:txBody>
      </p:sp>
      <p:sp>
        <p:nvSpPr>
          <p:cNvPr id="122" name="Text 119"/>
          <p:cNvSpPr/>
          <p:nvPr/>
        </p:nvSpPr>
        <p:spPr>
          <a:xfrm>
            <a:off x="4743331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1.112</a:t>
            </a:r>
            <a:endParaRPr lang="en-US" sz="576" dirty="0"/>
          </a:p>
        </p:txBody>
      </p:sp>
      <p:sp>
        <p:nvSpPr>
          <p:cNvPr id="123" name="Text 120"/>
          <p:cNvSpPr/>
          <p:nvPr/>
        </p:nvSpPr>
        <p:spPr>
          <a:xfrm>
            <a:off x="5226118" y="38012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5.916</a:t>
            </a:r>
            <a:endParaRPr lang="en-US" sz="576" dirty="0"/>
          </a:p>
        </p:txBody>
      </p:sp>
      <p:sp>
        <p:nvSpPr>
          <p:cNvPr id="124" name="Text 121"/>
          <p:cNvSpPr/>
          <p:nvPr/>
        </p:nvSpPr>
        <p:spPr>
          <a:xfrm>
            <a:off x="5226118" y="39345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4.624</a:t>
            </a:r>
            <a:endParaRPr lang="en-US" sz="576" dirty="0"/>
          </a:p>
        </p:txBody>
      </p:sp>
      <p:sp>
        <p:nvSpPr>
          <p:cNvPr id="125" name="Text 122"/>
          <p:cNvSpPr/>
          <p:nvPr/>
        </p:nvSpPr>
        <p:spPr>
          <a:xfrm>
            <a:off x="5226118" y="40679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1.912</a:t>
            </a:r>
            <a:endParaRPr lang="en-US" sz="576" dirty="0"/>
          </a:p>
        </p:txBody>
      </p:sp>
      <p:sp>
        <p:nvSpPr>
          <p:cNvPr id="126" name="Text 123"/>
          <p:cNvSpPr/>
          <p:nvPr/>
        </p:nvSpPr>
        <p:spPr>
          <a:xfrm>
            <a:off x="5226118" y="42012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1.070</a:t>
            </a:r>
            <a:endParaRPr lang="en-US" sz="576" dirty="0"/>
          </a:p>
        </p:txBody>
      </p:sp>
      <p:sp>
        <p:nvSpPr>
          <p:cNvPr id="127" name="Text 124"/>
          <p:cNvSpPr/>
          <p:nvPr/>
        </p:nvSpPr>
        <p:spPr>
          <a:xfrm>
            <a:off x="504812" y="4601342"/>
            <a:ext cx="1915817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576" dirty="0"/>
          </a:p>
        </p:txBody>
      </p:sp>
      <p:sp>
        <p:nvSpPr>
          <p:cNvPr id="128" name="Text 125"/>
          <p:cNvSpPr/>
          <p:nvPr/>
        </p:nvSpPr>
        <p:spPr>
          <a:xfrm>
            <a:off x="2329400" y="4601342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8.485</a:t>
            </a:r>
            <a:endParaRPr lang="en-US" sz="576" dirty="0"/>
          </a:p>
        </p:txBody>
      </p:sp>
      <p:sp>
        <p:nvSpPr>
          <p:cNvPr id="129" name="Text 126"/>
          <p:cNvSpPr/>
          <p:nvPr/>
        </p:nvSpPr>
        <p:spPr>
          <a:xfrm>
            <a:off x="7345377" y="1796230"/>
            <a:ext cx="10277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130" name="Text 127"/>
          <p:cNvSpPr/>
          <p:nvPr/>
        </p:nvSpPr>
        <p:spPr>
          <a:xfrm>
            <a:off x="6257769" y="1967680"/>
            <a:ext cx="114198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31" name="Text 128"/>
          <p:cNvSpPr/>
          <p:nvPr/>
        </p:nvSpPr>
        <p:spPr>
          <a:xfrm>
            <a:off x="7345377" y="1967680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6.287</a:t>
            </a:r>
            <a:endParaRPr lang="en-US" sz="636" dirty="0"/>
          </a:p>
        </p:txBody>
      </p:sp>
      <p:sp>
        <p:nvSpPr>
          <p:cNvPr id="132" name="Text 129"/>
          <p:cNvSpPr/>
          <p:nvPr/>
        </p:nvSpPr>
        <p:spPr>
          <a:xfrm>
            <a:off x="9303014" y="1967680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1.208</a:t>
            </a:r>
            <a:endParaRPr lang="en-US" sz="636" dirty="0"/>
          </a:p>
        </p:txBody>
      </p:sp>
      <p:sp>
        <p:nvSpPr>
          <p:cNvPr id="133" name="Text 130"/>
          <p:cNvSpPr/>
          <p:nvPr/>
        </p:nvSpPr>
        <p:spPr>
          <a:xfrm>
            <a:off x="7345377" y="210579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8.439</a:t>
            </a:r>
            <a:endParaRPr lang="en-US" sz="636" dirty="0"/>
          </a:p>
        </p:txBody>
      </p:sp>
      <p:sp>
        <p:nvSpPr>
          <p:cNvPr id="134" name="Text 131"/>
          <p:cNvSpPr/>
          <p:nvPr/>
        </p:nvSpPr>
        <p:spPr>
          <a:xfrm>
            <a:off x="9303014" y="210579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1.435</a:t>
            </a:r>
            <a:endParaRPr lang="en-US" sz="636" dirty="0"/>
          </a:p>
        </p:txBody>
      </p:sp>
      <p:sp>
        <p:nvSpPr>
          <p:cNvPr id="135" name="Text 132"/>
          <p:cNvSpPr/>
          <p:nvPr/>
        </p:nvSpPr>
        <p:spPr>
          <a:xfrm>
            <a:off x="6257769" y="2248667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36" name="Text 133"/>
          <p:cNvSpPr/>
          <p:nvPr/>
        </p:nvSpPr>
        <p:spPr>
          <a:xfrm>
            <a:off x="7345377" y="2248667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7.935</a:t>
            </a:r>
            <a:endParaRPr lang="en-US" sz="636" dirty="0"/>
          </a:p>
        </p:txBody>
      </p:sp>
      <p:sp>
        <p:nvSpPr>
          <p:cNvPr id="137" name="Text 134"/>
          <p:cNvSpPr/>
          <p:nvPr/>
        </p:nvSpPr>
        <p:spPr>
          <a:xfrm>
            <a:off x="9303014" y="2248667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1.119</a:t>
            </a:r>
            <a:endParaRPr lang="en-US" sz="636" dirty="0"/>
          </a:p>
        </p:txBody>
      </p:sp>
      <p:sp>
        <p:nvSpPr>
          <p:cNvPr id="138" name="Text 135"/>
          <p:cNvSpPr/>
          <p:nvPr/>
        </p:nvSpPr>
        <p:spPr>
          <a:xfrm>
            <a:off x="6257769" y="239154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39" name="Text 136"/>
          <p:cNvSpPr/>
          <p:nvPr/>
        </p:nvSpPr>
        <p:spPr>
          <a:xfrm>
            <a:off x="7345377" y="239154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8.304</a:t>
            </a:r>
            <a:endParaRPr lang="en-US" sz="636" dirty="0"/>
          </a:p>
        </p:txBody>
      </p:sp>
      <p:sp>
        <p:nvSpPr>
          <p:cNvPr id="140" name="Text 137"/>
          <p:cNvSpPr/>
          <p:nvPr/>
        </p:nvSpPr>
        <p:spPr>
          <a:xfrm>
            <a:off x="9303014" y="239154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1.086</a:t>
            </a:r>
            <a:endParaRPr lang="en-US" sz="636" dirty="0"/>
          </a:p>
        </p:txBody>
      </p:sp>
      <p:sp>
        <p:nvSpPr>
          <p:cNvPr id="141" name="Text 138"/>
          <p:cNvSpPr/>
          <p:nvPr/>
        </p:nvSpPr>
        <p:spPr>
          <a:xfrm>
            <a:off x="7345377" y="2534417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6.901</a:t>
            </a:r>
            <a:endParaRPr lang="en-US" sz="636" dirty="0"/>
          </a:p>
        </p:txBody>
      </p:sp>
      <p:sp>
        <p:nvSpPr>
          <p:cNvPr id="142" name="Text 139"/>
          <p:cNvSpPr/>
          <p:nvPr/>
        </p:nvSpPr>
        <p:spPr>
          <a:xfrm>
            <a:off x="9303014" y="2534417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1.068</a:t>
            </a:r>
            <a:endParaRPr lang="en-US" sz="636" dirty="0"/>
          </a:p>
        </p:txBody>
      </p:sp>
      <p:sp>
        <p:nvSpPr>
          <p:cNvPr id="143" name="Text 140"/>
          <p:cNvSpPr/>
          <p:nvPr/>
        </p:nvSpPr>
        <p:spPr>
          <a:xfrm>
            <a:off x="6257769" y="267729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44" name="Text 141"/>
          <p:cNvSpPr/>
          <p:nvPr/>
        </p:nvSpPr>
        <p:spPr>
          <a:xfrm>
            <a:off x="7345377" y="267729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6.564</a:t>
            </a:r>
            <a:endParaRPr lang="en-US" sz="636" dirty="0"/>
          </a:p>
        </p:txBody>
      </p:sp>
      <p:sp>
        <p:nvSpPr>
          <p:cNvPr id="145" name="Text 142"/>
          <p:cNvSpPr/>
          <p:nvPr/>
        </p:nvSpPr>
        <p:spPr>
          <a:xfrm>
            <a:off x="6257769" y="2820167"/>
            <a:ext cx="114198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46" name="Text 143"/>
          <p:cNvSpPr/>
          <p:nvPr/>
        </p:nvSpPr>
        <p:spPr>
          <a:xfrm>
            <a:off x="9303014" y="2820167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6.881</a:t>
            </a:r>
            <a:endParaRPr lang="en-US" sz="636" dirty="0"/>
          </a:p>
        </p:txBody>
      </p:sp>
      <p:sp>
        <p:nvSpPr>
          <p:cNvPr id="147" name="Text 144"/>
          <p:cNvSpPr/>
          <p:nvPr/>
        </p:nvSpPr>
        <p:spPr>
          <a:xfrm>
            <a:off x="10988599" y="3234505"/>
            <a:ext cx="73319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48" name="Text 145"/>
          <p:cNvSpPr/>
          <p:nvPr/>
        </p:nvSpPr>
        <p:spPr>
          <a:xfrm>
            <a:off x="8091881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5.413</a:t>
            </a:r>
            <a:endParaRPr lang="en-US" sz="552" dirty="0"/>
          </a:p>
        </p:txBody>
      </p:sp>
      <p:sp>
        <p:nvSpPr>
          <p:cNvPr id="149" name="Text 146"/>
          <p:cNvSpPr/>
          <p:nvPr/>
        </p:nvSpPr>
        <p:spPr>
          <a:xfrm>
            <a:off x="8574667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7.265</a:t>
            </a:r>
            <a:endParaRPr lang="en-US" sz="552" dirty="0"/>
          </a:p>
        </p:txBody>
      </p:sp>
      <p:sp>
        <p:nvSpPr>
          <p:cNvPr id="150" name="Text 147"/>
          <p:cNvSpPr/>
          <p:nvPr/>
        </p:nvSpPr>
        <p:spPr>
          <a:xfrm>
            <a:off x="9057453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6.831</a:t>
            </a:r>
            <a:endParaRPr lang="en-US" sz="552" dirty="0"/>
          </a:p>
        </p:txBody>
      </p:sp>
      <p:sp>
        <p:nvSpPr>
          <p:cNvPr id="151" name="Text 148"/>
          <p:cNvSpPr/>
          <p:nvPr/>
        </p:nvSpPr>
        <p:spPr>
          <a:xfrm>
            <a:off x="9540240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7.149</a:t>
            </a:r>
            <a:endParaRPr lang="en-US" sz="552" dirty="0"/>
          </a:p>
        </p:txBody>
      </p:sp>
      <p:sp>
        <p:nvSpPr>
          <p:cNvPr id="152" name="Text 149"/>
          <p:cNvSpPr/>
          <p:nvPr/>
        </p:nvSpPr>
        <p:spPr>
          <a:xfrm>
            <a:off x="10023026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5.941</a:t>
            </a:r>
            <a:endParaRPr lang="en-US" sz="552" dirty="0"/>
          </a:p>
        </p:txBody>
      </p:sp>
      <p:sp>
        <p:nvSpPr>
          <p:cNvPr id="153" name="Text 150"/>
          <p:cNvSpPr/>
          <p:nvPr/>
        </p:nvSpPr>
        <p:spPr>
          <a:xfrm>
            <a:off x="10505812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5.651</a:t>
            </a:r>
            <a:endParaRPr lang="en-US" sz="552" dirty="0"/>
          </a:p>
        </p:txBody>
      </p:sp>
      <p:sp>
        <p:nvSpPr>
          <p:cNvPr id="154" name="Text 151"/>
          <p:cNvSpPr/>
          <p:nvPr/>
        </p:nvSpPr>
        <p:spPr>
          <a:xfrm>
            <a:off x="8091881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1.086</a:t>
            </a:r>
            <a:endParaRPr lang="en-US" sz="552" dirty="0"/>
          </a:p>
        </p:txBody>
      </p:sp>
      <p:sp>
        <p:nvSpPr>
          <p:cNvPr id="155" name="Text 152"/>
          <p:cNvSpPr/>
          <p:nvPr/>
        </p:nvSpPr>
        <p:spPr>
          <a:xfrm>
            <a:off x="8574667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1.457</a:t>
            </a:r>
            <a:endParaRPr lang="en-US" sz="552" dirty="0"/>
          </a:p>
        </p:txBody>
      </p:sp>
      <p:sp>
        <p:nvSpPr>
          <p:cNvPr id="156" name="Text 153"/>
          <p:cNvSpPr/>
          <p:nvPr/>
        </p:nvSpPr>
        <p:spPr>
          <a:xfrm>
            <a:off x="9057453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1.370</a:t>
            </a:r>
            <a:endParaRPr lang="en-US" sz="552" dirty="0"/>
          </a:p>
        </p:txBody>
      </p:sp>
      <p:sp>
        <p:nvSpPr>
          <p:cNvPr id="157" name="Text 154"/>
          <p:cNvSpPr/>
          <p:nvPr/>
        </p:nvSpPr>
        <p:spPr>
          <a:xfrm>
            <a:off x="9540240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1.434</a:t>
            </a:r>
            <a:endParaRPr lang="en-US" sz="552" dirty="0"/>
          </a:p>
        </p:txBody>
      </p:sp>
      <p:sp>
        <p:nvSpPr>
          <p:cNvPr id="158" name="Text 155"/>
          <p:cNvSpPr/>
          <p:nvPr/>
        </p:nvSpPr>
        <p:spPr>
          <a:xfrm>
            <a:off x="10023026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1.192</a:t>
            </a:r>
            <a:endParaRPr lang="en-US" sz="552" dirty="0"/>
          </a:p>
        </p:txBody>
      </p:sp>
      <p:sp>
        <p:nvSpPr>
          <p:cNvPr id="159" name="Text 156"/>
          <p:cNvSpPr/>
          <p:nvPr/>
        </p:nvSpPr>
        <p:spPr>
          <a:xfrm>
            <a:off x="10505812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1.133</a:t>
            </a:r>
            <a:endParaRPr lang="en-US" sz="552" dirty="0"/>
          </a:p>
        </p:txBody>
      </p:sp>
      <p:sp>
        <p:nvSpPr>
          <p:cNvPr id="160" name="Text 157"/>
          <p:cNvSpPr/>
          <p:nvPr/>
        </p:nvSpPr>
        <p:spPr>
          <a:xfrm>
            <a:off x="10988599" y="35345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7.672</a:t>
            </a:r>
            <a:endParaRPr lang="en-US" sz="552" dirty="0"/>
          </a:p>
        </p:txBody>
      </p:sp>
      <p:sp>
        <p:nvSpPr>
          <p:cNvPr id="161" name="Text 158"/>
          <p:cNvSpPr/>
          <p:nvPr/>
        </p:nvSpPr>
        <p:spPr>
          <a:xfrm>
            <a:off x="8091881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2.110</a:t>
            </a:r>
            <a:endParaRPr lang="en-US" sz="552" dirty="0"/>
          </a:p>
        </p:txBody>
      </p:sp>
      <p:sp>
        <p:nvSpPr>
          <p:cNvPr id="162" name="Text 159"/>
          <p:cNvSpPr/>
          <p:nvPr/>
        </p:nvSpPr>
        <p:spPr>
          <a:xfrm>
            <a:off x="8574667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2.831</a:t>
            </a:r>
            <a:endParaRPr lang="en-US" sz="552" dirty="0"/>
          </a:p>
        </p:txBody>
      </p:sp>
      <p:sp>
        <p:nvSpPr>
          <p:cNvPr id="163" name="Text 160"/>
          <p:cNvSpPr/>
          <p:nvPr/>
        </p:nvSpPr>
        <p:spPr>
          <a:xfrm>
            <a:off x="9057453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2.663</a:t>
            </a:r>
            <a:endParaRPr lang="en-US" sz="552" dirty="0"/>
          </a:p>
        </p:txBody>
      </p:sp>
      <p:sp>
        <p:nvSpPr>
          <p:cNvPr id="164" name="Text 161"/>
          <p:cNvSpPr/>
          <p:nvPr/>
        </p:nvSpPr>
        <p:spPr>
          <a:xfrm>
            <a:off x="9540240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2.786</a:t>
            </a:r>
            <a:endParaRPr lang="en-US" sz="552" dirty="0"/>
          </a:p>
        </p:txBody>
      </p:sp>
      <p:sp>
        <p:nvSpPr>
          <p:cNvPr id="165" name="Text 162"/>
          <p:cNvSpPr/>
          <p:nvPr/>
        </p:nvSpPr>
        <p:spPr>
          <a:xfrm>
            <a:off x="10023026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2.316</a:t>
            </a:r>
            <a:endParaRPr lang="en-US" sz="552" dirty="0"/>
          </a:p>
        </p:txBody>
      </p:sp>
      <p:sp>
        <p:nvSpPr>
          <p:cNvPr id="166" name="Text 163"/>
          <p:cNvSpPr/>
          <p:nvPr/>
        </p:nvSpPr>
        <p:spPr>
          <a:xfrm>
            <a:off x="10505812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2.202</a:t>
            </a:r>
            <a:endParaRPr lang="en-US" sz="552" dirty="0"/>
          </a:p>
        </p:txBody>
      </p:sp>
      <p:sp>
        <p:nvSpPr>
          <p:cNvPr id="167" name="Text 164"/>
          <p:cNvSpPr/>
          <p:nvPr/>
        </p:nvSpPr>
        <p:spPr>
          <a:xfrm>
            <a:off x="10988599" y="38012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4.822</a:t>
            </a:r>
            <a:endParaRPr lang="en-US" sz="552" dirty="0"/>
          </a:p>
        </p:txBody>
      </p:sp>
      <p:sp>
        <p:nvSpPr>
          <p:cNvPr id="168" name="Text 165"/>
          <p:cNvSpPr/>
          <p:nvPr/>
        </p:nvSpPr>
        <p:spPr>
          <a:xfrm>
            <a:off x="10988599" y="39345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2.971</a:t>
            </a:r>
            <a:endParaRPr lang="en-US" sz="552" dirty="0"/>
          </a:p>
        </p:txBody>
      </p:sp>
      <p:sp>
        <p:nvSpPr>
          <p:cNvPr id="169" name="Text 166"/>
          <p:cNvSpPr/>
          <p:nvPr/>
        </p:nvSpPr>
        <p:spPr>
          <a:xfrm>
            <a:off x="10988599" y="40679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2.501</a:t>
            </a:r>
            <a:endParaRPr lang="en-US" sz="552" dirty="0"/>
          </a:p>
        </p:txBody>
      </p:sp>
      <p:sp>
        <p:nvSpPr>
          <p:cNvPr id="170" name="Text 167"/>
          <p:cNvSpPr/>
          <p:nvPr/>
        </p:nvSpPr>
        <p:spPr>
          <a:xfrm>
            <a:off x="10988599" y="42012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1.847</a:t>
            </a:r>
            <a:endParaRPr lang="en-US" sz="552" dirty="0"/>
          </a:p>
        </p:txBody>
      </p:sp>
      <p:sp>
        <p:nvSpPr>
          <p:cNvPr id="171" name="Text 168"/>
          <p:cNvSpPr/>
          <p:nvPr/>
        </p:nvSpPr>
        <p:spPr>
          <a:xfrm>
            <a:off x="10988599" y="43346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1.126</a:t>
            </a:r>
            <a:endParaRPr lang="en-US" sz="552" dirty="0"/>
          </a:p>
        </p:txBody>
      </p:sp>
      <p:sp>
        <p:nvSpPr>
          <p:cNvPr id="172" name="Text 169"/>
          <p:cNvSpPr/>
          <p:nvPr/>
        </p:nvSpPr>
        <p:spPr>
          <a:xfrm>
            <a:off x="10988599" y="44679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2.403</a:t>
            </a:r>
            <a:endParaRPr lang="en-US" sz="552" dirty="0"/>
          </a:p>
        </p:txBody>
      </p:sp>
      <p:sp>
        <p:nvSpPr>
          <p:cNvPr id="173" name="Text 170"/>
          <p:cNvSpPr/>
          <p:nvPr/>
        </p:nvSpPr>
        <p:spPr>
          <a:xfrm>
            <a:off x="8091881" y="46013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1.466</a:t>
            </a:r>
            <a:endParaRPr lang="en-US" sz="552" dirty="0"/>
          </a:p>
        </p:txBody>
      </p:sp>
      <p:sp>
        <p:nvSpPr>
          <p:cNvPr id="174" name="Text 171"/>
          <p:cNvSpPr/>
          <p:nvPr/>
        </p:nvSpPr>
        <p:spPr>
          <a:xfrm>
            <a:off x="8574667" y="46013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1.968</a:t>
            </a:r>
            <a:endParaRPr lang="en-US" sz="552" dirty="0"/>
          </a:p>
        </p:txBody>
      </p:sp>
      <p:sp>
        <p:nvSpPr>
          <p:cNvPr id="175" name="Text 172"/>
          <p:cNvSpPr/>
          <p:nvPr/>
        </p:nvSpPr>
        <p:spPr>
          <a:xfrm>
            <a:off x="9057453" y="46013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1.851</a:t>
            </a:r>
            <a:endParaRPr lang="en-US" sz="552" dirty="0"/>
          </a:p>
        </p:txBody>
      </p:sp>
      <p:sp>
        <p:nvSpPr>
          <p:cNvPr id="176" name="Text 173"/>
          <p:cNvSpPr/>
          <p:nvPr/>
        </p:nvSpPr>
        <p:spPr>
          <a:xfrm>
            <a:off x="9540240" y="46013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1.937</a:t>
            </a:r>
            <a:endParaRPr lang="en-US" sz="552" dirty="0"/>
          </a:p>
        </p:txBody>
      </p:sp>
      <p:sp>
        <p:nvSpPr>
          <p:cNvPr id="177" name="Text 174"/>
          <p:cNvSpPr/>
          <p:nvPr/>
        </p:nvSpPr>
        <p:spPr>
          <a:xfrm>
            <a:off x="10023026" y="46013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1.609</a:t>
            </a:r>
            <a:endParaRPr lang="en-US" sz="552" dirty="0"/>
          </a:p>
        </p:txBody>
      </p:sp>
      <p:sp>
        <p:nvSpPr>
          <p:cNvPr id="178" name="Text 175"/>
          <p:cNvSpPr/>
          <p:nvPr/>
        </p:nvSpPr>
        <p:spPr>
          <a:xfrm>
            <a:off x="10505812" y="46013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1.531</a:t>
            </a:r>
            <a:endParaRPr lang="en-US" sz="552" dirty="0"/>
          </a:p>
        </p:txBody>
      </p:sp>
      <p:sp>
        <p:nvSpPr>
          <p:cNvPr id="179" name="Text 176"/>
          <p:cNvSpPr/>
          <p:nvPr/>
        </p:nvSpPr>
        <p:spPr>
          <a:xfrm>
            <a:off x="8574667" y="47346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1.299</a:t>
            </a:r>
            <a:endParaRPr lang="en-US" sz="552" dirty="0"/>
          </a:p>
        </p:txBody>
      </p:sp>
      <p:sp>
        <p:nvSpPr>
          <p:cNvPr id="180" name="Text 177"/>
          <p:cNvSpPr/>
          <p:nvPr/>
        </p:nvSpPr>
        <p:spPr>
          <a:xfrm>
            <a:off x="9057453" y="47346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1.221</a:t>
            </a:r>
            <a:endParaRPr lang="en-US" sz="552" dirty="0"/>
          </a:p>
        </p:txBody>
      </p:sp>
      <p:sp>
        <p:nvSpPr>
          <p:cNvPr id="181" name="Text 178"/>
          <p:cNvSpPr/>
          <p:nvPr/>
        </p:nvSpPr>
        <p:spPr>
          <a:xfrm>
            <a:off x="9540240" y="47346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1.278</a:t>
            </a:r>
            <a:endParaRPr lang="en-US" sz="552" dirty="0"/>
          </a:p>
        </p:txBody>
      </p:sp>
      <p:sp>
        <p:nvSpPr>
          <p:cNvPr id="182" name="Text 179"/>
          <p:cNvSpPr/>
          <p:nvPr/>
        </p:nvSpPr>
        <p:spPr>
          <a:xfrm>
            <a:off x="10023026" y="47346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1.062</a:t>
            </a:r>
            <a:endParaRPr lang="en-US" sz="552" dirty="0"/>
          </a:p>
        </p:txBody>
      </p:sp>
      <p:sp>
        <p:nvSpPr>
          <p:cNvPr id="183" name="Text 180"/>
          <p:cNvSpPr/>
          <p:nvPr/>
        </p:nvSpPr>
        <p:spPr>
          <a:xfrm>
            <a:off x="10505812" y="47346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1.010</a:t>
            </a:r>
            <a:endParaRPr lang="en-US" sz="552" dirty="0"/>
          </a:p>
        </p:txBody>
      </p:sp>
      <p:sp>
        <p:nvSpPr>
          <p:cNvPr id="184" name="Text 181"/>
          <p:cNvSpPr/>
          <p:nvPr/>
        </p:nvSpPr>
        <p:spPr>
          <a:xfrm>
            <a:off x="10988599" y="47346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6.837</a:t>
            </a:r>
            <a:endParaRPr lang="en-US" sz="552" dirty="0"/>
          </a:p>
        </p:txBody>
      </p:sp>
      <p:sp>
        <p:nvSpPr>
          <p:cNvPr id="185" name="Text 182"/>
          <p:cNvSpPr/>
          <p:nvPr/>
        </p:nvSpPr>
        <p:spPr>
          <a:xfrm>
            <a:off x="10988599" y="48680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2.442</a:t>
            </a:r>
            <a:endParaRPr lang="en-US" sz="552" dirty="0"/>
          </a:p>
        </p:txBody>
      </p:sp>
      <p:sp>
        <p:nvSpPr>
          <p:cNvPr id="186" name="Text 183"/>
          <p:cNvSpPr/>
          <p:nvPr/>
        </p:nvSpPr>
        <p:spPr>
          <a:xfrm>
            <a:off x="10988599" y="50013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1.033</a:t>
            </a:r>
            <a:endParaRPr lang="en-US" sz="552" dirty="0"/>
          </a:p>
        </p:txBody>
      </p:sp>
      <p:sp>
        <p:nvSpPr>
          <p:cNvPr id="187" name="Text 184"/>
          <p:cNvSpPr/>
          <p:nvPr/>
        </p:nvSpPr>
        <p:spPr>
          <a:xfrm>
            <a:off x="4374991" y="971550"/>
            <a:ext cx="3653647" cy="220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6.881</a:t>
            </a:r>
            <a:endParaRPr lang="en-US" sz="1380" dirty="0"/>
          </a:p>
        </p:txBody>
      </p:sp>
      <p:sp>
        <p:nvSpPr>
          <p:cNvPr id="188" name="Text 185"/>
          <p:cNvSpPr/>
          <p:nvPr/>
        </p:nvSpPr>
        <p:spPr>
          <a:xfrm>
            <a:off x="495288" y="2534417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189" name="Text 186"/>
          <p:cNvSpPr/>
          <p:nvPr/>
        </p:nvSpPr>
        <p:spPr>
          <a:xfrm>
            <a:off x="6257769" y="2534417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190" name="Text 187"/>
          <p:cNvSpPr/>
          <p:nvPr/>
        </p:nvSpPr>
        <p:spPr>
          <a:xfrm>
            <a:off x="533387" y="971550"/>
            <a:ext cx="3653647" cy="220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79 %</a:t>
            </a:r>
            <a:endParaRPr lang="en-US" sz="1380" dirty="0"/>
          </a:p>
        </p:txBody>
      </p:sp>
      <p:sp>
        <p:nvSpPr>
          <p:cNvPr id="191" name="Text 188"/>
          <p:cNvSpPr/>
          <p:nvPr/>
        </p:nvSpPr>
        <p:spPr>
          <a:xfrm>
            <a:off x="495288" y="1796230"/>
            <a:ext cx="114198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92" name="Text 189"/>
          <p:cNvSpPr/>
          <p:nvPr/>
        </p:nvSpPr>
        <p:spPr>
          <a:xfrm>
            <a:off x="2329400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193" name="Text 190"/>
          <p:cNvSpPr/>
          <p:nvPr/>
        </p:nvSpPr>
        <p:spPr>
          <a:xfrm>
            <a:off x="2812186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194" name="Text 191"/>
          <p:cNvSpPr/>
          <p:nvPr/>
        </p:nvSpPr>
        <p:spPr>
          <a:xfrm>
            <a:off x="3294972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195" name="Text 192"/>
          <p:cNvSpPr/>
          <p:nvPr/>
        </p:nvSpPr>
        <p:spPr>
          <a:xfrm>
            <a:off x="3777759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196" name="Text 193"/>
          <p:cNvSpPr/>
          <p:nvPr/>
        </p:nvSpPr>
        <p:spPr>
          <a:xfrm>
            <a:off x="4260545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97" name="Text 194"/>
          <p:cNvSpPr/>
          <p:nvPr/>
        </p:nvSpPr>
        <p:spPr>
          <a:xfrm>
            <a:off x="4743331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198" name="Text 195"/>
          <p:cNvSpPr/>
          <p:nvPr/>
        </p:nvSpPr>
        <p:spPr>
          <a:xfrm>
            <a:off x="2329400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849</a:t>
            </a:r>
            <a:endParaRPr lang="en-US" sz="576" dirty="0"/>
          </a:p>
        </p:txBody>
      </p:sp>
      <p:sp>
        <p:nvSpPr>
          <p:cNvPr id="199" name="Text 196"/>
          <p:cNvSpPr/>
          <p:nvPr/>
        </p:nvSpPr>
        <p:spPr>
          <a:xfrm>
            <a:off x="2329400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714</a:t>
            </a:r>
            <a:endParaRPr lang="en-US" sz="576" dirty="0"/>
          </a:p>
        </p:txBody>
      </p:sp>
      <p:sp>
        <p:nvSpPr>
          <p:cNvPr id="200" name="Text 197"/>
          <p:cNvSpPr/>
          <p:nvPr/>
        </p:nvSpPr>
        <p:spPr>
          <a:xfrm>
            <a:off x="2812186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937</a:t>
            </a:r>
            <a:endParaRPr lang="en-US" sz="576" dirty="0"/>
          </a:p>
        </p:txBody>
      </p:sp>
      <p:sp>
        <p:nvSpPr>
          <p:cNvPr id="201" name="Text 198"/>
          <p:cNvSpPr/>
          <p:nvPr/>
        </p:nvSpPr>
        <p:spPr>
          <a:xfrm>
            <a:off x="3777759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909</a:t>
            </a:r>
            <a:endParaRPr lang="en-US" sz="576" dirty="0"/>
          </a:p>
        </p:txBody>
      </p:sp>
      <p:sp>
        <p:nvSpPr>
          <p:cNvPr id="202" name="Text 199"/>
          <p:cNvSpPr/>
          <p:nvPr/>
        </p:nvSpPr>
        <p:spPr>
          <a:xfrm>
            <a:off x="2329400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558</a:t>
            </a:r>
            <a:endParaRPr lang="en-US" sz="576" dirty="0"/>
          </a:p>
        </p:txBody>
      </p:sp>
      <p:sp>
        <p:nvSpPr>
          <p:cNvPr id="203" name="Text 200"/>
          <p:cNvSpPr/>
          <p:nvPr/>
        </p:nvSpPr>
        <p:spPr>
          <a:xfrm>
            <a:off x="2812186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733</a:t>
            </a:r>
            <a:endParaRPr lang="en-US" sz="576" dirty="0"/>
          </a:p>
        </p:txBody>
      </p:sp>
      <p:sp>
        <p:nvSpPr>
          <p:cNvPr id="204" name="Text 201"/>
          <p:cNvSpPr/>
          <p:nvPr/>
        </p:nvSpPr>
        <p:spPr>
          <a:xfrm>
            <a:off x="3294972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888</a:t>
            </a:r>
            <a:endParaRPr lang="en-US" sz="576" dirty="0"/>
          </a:p>
        </p:txBody>
      </p:sp>
      <p:sp>
        <p:nvSpPr>
          <p:cNvPr id="205" name="Text 202"/>
          <p:cNvSpPr/>
          <p:nvPr/>
        </p:nvSpPr>
        <p:spPr>
          <a:xfrm>
            <a:off x="3777759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710</a:t>
            </a:r>
            <a:endParaRPr lang="en-US" sz="576" dirty="0"/>
          </a:p>
        </p:txBody>
      </p:sp>
      <p:sp>
        <p:nvSpPr>
          <p:cNvPr id="206" name="Text 203"/>
          <p:cNvSpPr/>
          <p:nvPr/>
        </p:nvSpPr>
        <p:spPr>
          <a:xfrm>
            <a:off x="4260545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866</a:t>
            </a:r>
            <a:endParaRPr lang="en-US" sz="576" dirty="0"/>
          </a:p>
        </p:txBody>
      </p:sp>
      <p:sp>
        <p:nvSpPr>
          <p:cNvPr id="207" name="Text 204"/>
          <p:cNvSpPr/>
          <p:nvPr/>
        </p:nvSpPr>
        <p:spPr>
          <a:xfrm>
            <a:off x="4743331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869</a:t>
            </a:r>
            <a:endParaRPr lang="en-US" sz="576" dirty="0"/>
          </a:p>
        </p:txBody>
      </p:sp>
      <p:sp>
        <p:nvSpPr>
          <p:cNvPr id="208" name="Text 205"/>
          <p:cNvSpPr/>
          <p:nvPr/>
        </p:nvSpPr>
        <p:spPr>
          <a:xfrm>
            <a:off x="2329400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231</a:t>
            </a:r>
            <a:endParaRPr lang="en-US" sz="576" dirty="0"/>
          </a:p>
        </p:txBody>
      </p:sp>
      <p:sp>
        <p:nvSpPr>
          <p:cNvPr id="209" name="Text 206"/>
          <p:cNvSpPr/>
          <p:nvPr/>
        </p:nvSpPr>
        <p:spPr>
          <a:xfrm>
            <a:off x="2812186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303</a:t>
            </a:r>
            <a:endParaRPr lang="en-US" sz="576" dirty="0"/>
          </a:p>
        </p:txBody>
      </p:sp>
      <p:sp>
        <p:nvSpPr>
          <p:cNvPr id="210" name="Text 207"/>
          <p:cNvSpPr/>
          <p:nvPr/>
        </p:nvSpPr>
        <p:spPr>
          <a:xfrm>
            <a:off x="3294972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367</a:t>
            </a:r>
            <a:endParaRPr lang="en-US" sz="576" dirty="0"/>
          </a:p>
        </p:txBody>
      </p:sp>
      <p:sp>
        <p:nvSpPr>
          <p:cNvPr id="211" name="Text 208"/>
          <p:cNvSpPr/>
          <p:nvPr/>
        </p:nvSpPr>
        <p:spPr>
          <a:xfrm>
            <a:off x="3777759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294</a:t>
            </a:r>
            <a:endParaRPr lang="en-US" sz="576" dirty="0"/>
          </a:p>
        </p:txBody>
      </p:sp>
      <p:sp>
        <p:nvSpPr>
          <p:cNvPr id="212" name="Text 209"/>
          <p:cNvSpPr/>
          <p:nvPr/>
        </p:nvSpPr>
        <p:spPr>
          <a:xfrm>
            <a:off x="4260545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358</a:t>
            </a:r>
            <a:endParaRPr lang="en-US" sz="576" dirty="0"/>
          </a:p>
        </p:txBody>
      </p:sp>
      <p:sp>
        <p:nvSpPr>
          <p:cNvPr id="213" name="Text 210"/>
          <p:cNvSpPr/>
          <p:nvPr/>
        </p:nvSpPr>
        <p:spPr>
          <a:xfrm>
            <a:off x="4743331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359</a:t>
            </a:r>
            <a:endParaRPr lang="en-US" sz="576" dirty="0"/>
          </a:p>
        </p:txBody>
      </p:sp>
      <p:sp>
        <p:nvSpPr>
          <p:cNvPr id="214" name="Text 211"/>
          <p:cNvSpPr/>
          <p:nvPr/>
        </p:nvSpPr>
        <p:spPr>
          <a:xfrm>
            <a:off x="2329400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129</a:t>
            </a:r>
            <a:endParaRPr lang="en-US" sz="576" dirty="0"/>
          </a:p>
        </p:txBody>
      </p:sp>
      <p:sp>
        <p:nvSpPr>
          <p:cNvPr id="215" name="Text 212"/>
          <p:cNvSpPr/>
          <p:nvPr/>
        </p:nvSpPr>
        <p:spPr>
          <a:xfrm>
            <a:off x="2812186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170</a:t>
            </a:r>
            <a:endParaRPr lang="en-US" sz="576" dirty="0"/>
          </a:p>
        </p:txBody>
      </p:sp>
      <p:sp>
        <p:nvSpPr>
          <p:cNvPr id="216" name="Text 213"/>
          <p:cNvSpPr/>
          <p:nvPr/>
        </p:nvSpPr>
        <p:spPr>
          <a:xfrm>
            <a:off x="3294972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206</a:t>
            </a:r>
            <a:endParaRPr lang="en-US" sz="576" dirty="0"/>
          </a:p>
        </p:txBody>
      </p:sp>
      <p:sp>
        <p:nvSpPr>
          <p:cNvPr id="217" name="Text 214"/>
          <p:cNvSpPr/>
          <p:nvPr/>
        </p:nvSpPr>
        <p:spPr>
          <a:xfrm>
            <a:off x="3777759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164</a:t>
            </a:r>
            <a:endParaRPr lang="en-US" sz="576" dirty="0"/>
          </a:p>
        </p:txBody>
      </p:sp>
      <p:sp>
        <p:nvSpPr>
          <p:cNvPr id="218" name="Text 215"/>
          <p:cNvSpPr/>
          <p:nvPr/>
        </p:nvSpPr>
        <p:spPr>
          <a:xfrm>
            <a:off x="4260545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200</a:t>
            </a:r>
            <a:endParaRPr lang="en-US" sz="576" dirty="0"/>
          </a:p>
        </p:txBody>
      </p:sp>
      <p:sp>
        <p:nvSpPr>
          <p:cNvPr id="219" name="Text 216"/>
          <p:cNvSpPr/>
          <p:nvPr/>
        </p:nvSpPr>
        <p:spPr>
          <a:xfrm>
            <a:off x="4743331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201</a:t>
            </a:r>
            <a:endParaRPr lang="en-US" sz="576" dirty="0"/>
          </a:p>
        </p:txBody>
      </p:sp>
      <p:sp>
        <p:nvSpPr>
          <p:cNvPr id="220" name="Text 217"/>
          <p:cNvSpPr/>
          <p:nvPr/>
        </p:nvSpPr>
        <p:spPr>
          <a:xfrm>
            <a:off x="5226118" y="43346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420</a:t>
            </a:r>
            <a:endParaRPr lang="en-US" sz="576" dirty="0"/>
          </a:p>
        </p:txBody>
      </p:sp>
      <p:sp>
        <p:nvSpPr>
          <p:cNvPr id="221" name="Text 218"/>
          <p:cNvSpPr/>
          <p:nvPr/>
        </p:nvSpPr>
        <p:spPr>
          <a:xfrm>
            <a:off x="2812186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123</a:t>
            </a:r>
            <a:endParaRPr lang="en-US" sz="576" dirty="0"/>
          </a:p>
        </p:txBody>
      </p:sp>
      <p:sp>
        <p:nvSpPr>
          <p:cNvPr id="222" name="Text 219"/>
          <p:cNvSpPr/>
          <p:nvPr/>
        </p:nvSpPr>
        <p:spPr>
          <a:xfrm>
            <a:off x="3294972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150</a:t>
            </a:r>
            <a:endParaRPr lang="en-US" sz="576" dirty="0"/>
          </a:p>
        </p:txBody>
      </p:sp>
      <p:sp>
        <p:nvSpPr>
          <p:cNvPr id="223" name="Text 220"/>
          <p:cNvSpPr/>
          <p:nvPr/>
        </p:nvSpPr>
        <p:spPr>
          <a:xfrm>
            <a:off x="3777759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120</a:t>
            </a:r>
            <a:endParaRPr lang="en-US" sz="576" dirty="0"/>
          </a:p>
        </p:txBody>
      </p:sp>
      <p:sp>
        <p:nvSpPr>
          <p:cNvPr id="224" name="Text 221"/>
          <p:cNvSpPr/>
          <p:nvPr/>
        </p:nvSpPr>
        <p:spPr>
          <a:xfrm>
            <a:off x="4260545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576" dirty="0"/>
          </a:p>
        </p:txBody>
      </p:sp>
      <p:sp>
        <p:nvSpPr>
          <p:cNvPr id="225" name="Text 222"/>
          <p:cNvSpPr/>
          <p:nvPr/>
        </p:nvSpPr>
        <p:spPr>
          <a:xfrm>
            <a:off x="4743331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576" dirty="0"/>
          </a:p>
        </p:txBody>
      </p:sp>
      <p:sp>
        <p:nvSpPr>
          <p:cNvPr id="226" name="Text 223"/>
          <p:cNvSpPr/>
          <p:nvPr/>
        </p:nvSpPr>
        <p:spPr>
          <a:xfrm>
            <a:off x="5226118" y="44679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779</a:t>
            </a:r>
            <a:endParaRPr lang="en-US" sz="576" dirty="0"/>
          </a:p>
        </p:txBody>
      </p:sp>
      <p:sp>
        <p:nvSpPr>
          <p:cNvPr id="227" name="Text 224"/>
          <p:cNvSpPr/>
          <p:nvPr/>
        </p:nvSpPr>
        <p:spPr>
          <a:xfrm>
            <a:off x="6257769" y="1796230"/>
            <a:ext cx="114198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28" name="Text 225"/>
          <p:cNvSpPr/>
          <p:nvPr/>
        </p:nvSpPr>
        <p:spPr>
          <a:xfrm>
            <a:off x="9303014" y="267729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965</a:t>
            </a:r>
            <a:endParaRPr lang="en-US" sz="636" dirty="0"/>
          </a:p>
        </p:txBody>
      </p:sp>
      <p:sp>
        <p:nvSpPr>
          <p:cNvPr id="229" name="Text 226"/>
          <p:cNvSpPr/>
          <p:nvPr/>
        </p:nvSpPr>
        <p:spPr>
          <a:xfrm>
            <a:off x="8091881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230" name="Text 227"/>
          <p:cNvSpPr/>
          <p:nvPr/>
        </p:nvSpPr>
        <p:spPr>
          <a:xfrm>
            <a:off x="8574667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231" name="Text 228"/>
          <p:cNvSpPr/>
          <p:nvPr/>
        </p:nvSpPr>
        <p:spPr>
          <a:xfrm>
            <a:off x="9057453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232" name="Text 229"/>
          <p:cNvSpPr/>
          <p:nvPr/>
        </p:nvSpPr>
        <p:spPr>
          <a:xfrm>
            <a:off x="9540240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233" name="Text 230"/>
          <p:cNvSpPr/>
          <p:nvPr/>
        </p:nvSpPr>
        <p:spPr>
          <a:xfrm>
            <a:off x="10023026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234" name="Text 231"/>
          <p:cNvSpPr/>
          <p:nvPr/>
        </p:nvSpPr>
        <p:spPr>
          <a:xfrm>
            <a:off x="10505812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235" name="Text 232"/>
          <p:cNvSpPr/>
          <p:nvPr/>
        </p:nvSpPr>
        <p:spPr>
          <a:xfrm>
            <a:off x="8091881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682</a:t>
            </a:r>
            <a:endParaRPr lang="en-US" sz="552" dirty="0"/>
          </a:p>
        </p:txBody>
      </p:sp>
      <p:sp>
        <p:nvSpPr>
          <p:cNvPr id="236" name="Text 233"/>
          <p:cNvSpPr/>
          <p:nvPr/>
        </p:nvSpPr>
        <p:spPr>
          <a:xfrm>
            <a:off x="8574667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917</a:t>
            </a:r>
            <a:endParaRPr lang="en-US" sz="552" dirty="0"/>
          </a:p>
        </p:txBody>
      </p:sp>
      <p:sp>
        <p:nvSpPr>
          <p:cNvPr id="237" name="Text 234"/>
          <p:cNvSpPr/>
          <p:nvPr/>
        </p:nvSpPr>
        <p:spPr>
          <a:xfrm>
            <a:off x="9057453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861</a:t>
            </a:r>
            <a:endParaRPr lang="en-US" sz="552" dirty="0"/>
          </a:p>
        </p:txBody>
      </p:sp>
      <p:sp>
        <p:nvSpPr>
          <p:cNvPr id="238" name="Text 235"/>
          <p:cNvSpPr/>
          <p:nvPr/>
        </p:nvSpPr>
        <p:spPr>
          <a:xfrm>
            <a:off x="9540240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901</a:t>
            </a:r>
            <a:endParaRPr lang="en-US" sz="552" dirty="0"/>
          </a:p>
        </p:txBody>
      </p:sp>
      <p:sp>
        <p:nvSpPr>
          <p:cNvPr id="239" name="Text 236"/>
          <p:cNvSpPr/>
          <p:nvPr/>
        </p:nvSpPr>
        <p:spPr>
          <a:xfrm>
            <a:off x="10023026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749</a:t>
            </a:r>
            <a:endParaRPr lang="en-US" sz="552" dirty="0"/>
          </a:p>
        </p:txBody>
      </p:sp>
      <p:sp>
        <p:nvSpPr>
          <p:cNvPr id="240" name="Text 237"/>
          <p:cNvSpPr/>
          <p:nvPr/>
        </p:nvSpPr>
        <p:spPr>
          <a:xfrm>
            <a:off x="10505812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712</a:t>
            </a:r>
            <a:endParaRPr lang="en-US" sz="552" dirty="0"/>
          </a:p>
        </p:txBody>
      </p:sp>
      <p:sp>
        <p:nvSpPr>
          <p:cNvPr id="241" name="Text 238"/>
          <p:cNvSpPr/>
          <p:nvPr/>
        </p:nvSpPr>
        <p:spPr>
          <a:xfrm>
            <a:off x="8091881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420</a:t>
            </a:r>
            <a:endParaRPr lang="en-US" sz="552" dirty="0"/>
          </a:p>
        </p:txBody>
      </p:sp>
      <p:sp>
        <p:nvSpPr>
          <p:cNvPr id="242" name="Text 239"/>
          <p:cNvSpPr/>
          <p:nvPr/>
        </p:nvSpPr>
        <p:spPr>
          <a:xfrm>
            <a:off x="8574667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565</a:t>
            </a:r>
            <a:endParaRPr lang="en-US" sz="552" dirty="0"/>
          </a:p>
        </p:txBody>
      </p:sp>
      <p:sp>
        <p:nvSpPr>
          <p:cNvPr id="243" name="Text 240"/>
          <p:cNvSpPr/>
          <p:nvPr/>
        </p:nvSpPr>
        <p:spPr>
          <a:xfrm>
            <a:off x="9057453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531</a:t>
            </a:r>
            <a:endParaRPr lang="en-US" sz="552" dirty="0"/>
          </a:p>
        </p:txBody>
      </p:sp>
      <p:sp>
        <p:nvSpPr>
          <p:cNvPr id="244" name="Text 241"/>
          <p:cNvSpPr/>
          <p:nvPr/>
        </p:nvSpPr>
        <p:spPr>
          <a:xfrm>
            <a:off x="9540240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555</a:t>
            </a:r>
            <a:endParaRPr lang="en-US" sz="552" dirty="0"/>
          </a:p>
        </p:txBody>
      </p:sp>
      <p:sp>
        <p:nvSpPr>
          <p:cNvPr id="245" name="Text 242"/>
          <p:cNvSpPr/>
          <p:nvPr/>
        </p:nvSpPr>
        <p:spPr>
          <a:xfrm>
            <a:off x="10023026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461</a:t>
            </a:r>
            <a:endParaRPr lang="en-US" sz="552" dirty="0"/>
          </a:p>
        </p:txBody>
      </p:sp>
      <p:sp>
        <p:nvSpPr>
          <p:cNvPr id="246" name="Text 243"/>
          <p:cNvSpPr/>
          <p:nvPr/>
        </p:nvSpPr>
        <p:spPr>
          <a:xfrm>
            <a:off x="10505812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439</a:t>
            </a:r>
            <a:endParaRPr lang="en-US" sz="552" dirty="0"/>
          </a:p>
        </p:txBody>
      </p:sp>
      <p:sp>
        <p:nvSpPr>
          <p:cNvPr id="247" name="Text 244"/>
          <p:cNvSpPr/>
          <p:nvPr/>
        </p:nvSpPr>
        <p:spPr>
          <a:xfrm>
            <a:off x="8091881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354</a:t>
            </a:r>
            <a:endParaRPr lang="en-US" sz="552" dirty="0"/>
          </a:p>
        </p:txBody>
      </p:sp>
      <p:sp>
        <p:nvSpPr>
          <p:cNvPr id="248" name="Text 245"/>
          <p:cNvSpPr/>
          <p:nvPr/>
        </p:nvSpPr>
        <p:spPr>
          <a:xfrm>
            <a:off x="8574667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476</a:t>
            </a:r>
            <a:endParaRPr lang="en-US" sz="552" dirty="0"/>
          </a:p>
        </p:txBody>
      </p:sp>
      <p:sp>
        <p:nvSpPr>
          <p:cNvPr id="249" name="Text 246"/>
          <p:cNvSpPr/>
          <p:nvPr/>
        </p:nvSpPr>
        <p:spPr>
          <a:xfrm>
            <a:off x="9057453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447</a:t>
            </a:r>
            <a:endParaRPr lang="en-US" sz="552" dirty="0"/>
          </a:p>
        </p:txBody>
      </p:sp>
      <p:sp>
        <p:nvSpPr>
          <p:cNvPr id="250" name="Text 247"/>
          <p:cNvSpPr/>
          <p:nvPr/>
        </p:nvSpPr>
        <p:spPr>
          <a:xfrm>
            <a:off x="9540240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467</a:t>
            </a:r>
            <a:endParaRPr lang="en-US" sz="552" dirty="0"/>
          </a:p>
        </p:txBody>
      </p:sp>
      <p:sp>
        <p:nvSpPr>
          <p:cNvPr id="251" name="Text 248"/>
          <p:cNvSpPr/>
          <p:nvPr/>
        </p:nvSpPr>
        <p:spPr>
          <a:xfrm>
            <a:off x="10023026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388</a:t>
            </a:r>
            <a:endParaRPr lang="en-US" sz="552" dirty="0"/>
          </a:p>
        </p:txBody>
      </p:sp>
      <p:sp>
        <p:nvSpPr>
          <p:cNvPr id="252" name="Text 249"/>
          <p:cNvSpPr/>
          <p:nvPr/>
        </p:nvSpPr>
        <p:spPr>
          <a:xfrm>
            <a:off x="10505812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369</a:t>
            </a:r>
            <a:endParaRPr lang="en-US" sz="552" dirty="0"/>
          </a:p>
        </p:txBody>
      </p:sp>
      <p:sp>
        <p:nvSpPr>
          <p:cNvPr id="253" name="Text 250"/>
          <p:cNvSpPr/>
          <p:nvPr/>
        </p:nvSpPr>
        <p:spPr>
          <a:xfrm>
            <a:off x="8091881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261</a:t>
            </a:r>
            <a:endParaRPr lang="en-US" sz="552" dirty="0"/>
          </a:p>
        </p:txBody>
      </p:sp>
      <p:sp>
        <p:nvSpPr>
          <p:cNvPr id="254" name="Text 251"/>
          <p:cNvSpPr/>
          <p:nvPr/>
        </p:nvSpPr>
        <p:spPr>
          <a:xfrm>
            <a:off x="8574667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351</a:t>
            </a:r>
            <a:endParaRPr lang="en-US" sz="552" dirty="0"/>
          </a:p>
        </p:txBody>
      </p:sp>
      <p:sp>
        <p:nvSpPr>
          <p:cNvPr id="255" name="Text 252"/>
          <p:cNvSpPr/>
          <p:nvPr/>
        </p:nvSpPr>
        <p:spPr>
          <a:xfrm>
            <a:off x="9057453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330</a:t>
            </a:r>
            <a:endParaRPr lang="en-US" sz="552" dirty="0"/>
          </a:p>
        </p:txBody>
      </p:sp>
      <p:sp>
        <p:nvSpPr>
          <p:cNvPr id="256" name="Text 253"/>
          <p:cNvSpPr/>
          <p:nvPr/>
        </p:nvSpPr>
        <p:spPr>
          <a:xfrm>
            <a:off x="9540240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345</a:t>
            </a:r>
            <a:endParaRPr lang="en-US" sz="552" dirty="0"/>
          </a:p>
        </p:txBody>
      </p:sp>
      <p:sp>
        <p:nvSpPr>
          <p:cNvPr id="257" name="Text 254"/>
          <p:cNvSpPr/>
          <p:nvPr/>
        </p:nvSpPr>
        <p:spPr>
          <a:xfrm>
            <a:off x="10023026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287</a:t>
            </a:r>
            <a:endParaRPr lang="en-US" sz="552" dirty="0"/>
          </a:p>
        </p:txBody>
      </p:sp>
      <p:sp>
        <p:nvSpPr>
          <p:cNvPr id="258" name="Text 255"/>
          <p:cNvSpPr/>
          <p:nvPr/>
        </p:nvSpPr>
        <p:spPr>
          <a:xfrm>
            <a:off x="10505812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273</a:t>
            </a:r>
            <a:endParaRPr lang="en-US" sz="552" dirty="0"/>
          </a:p>
        </p:txBody>
      </p:sp>
      <p:sp>
        <p:nvSpPr>
          <p:cNvPr id="259" name="Text 256"/>
          <p:cNvSpPr/>
          <p:nvPr/>
        </p:nvSpPr>
        <p:spPr>
          <a:xfrm>
            <a:off x="8091881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159</a:t>
            </a:r>
            <a:endParaRPr lang="en-US" sz="552" dirty="0"/>
          </a:p>
        </p:txBody>
      </p:sp>
      <p:sp>
        <p:nvSpPr>
          <p:cNvPr id="260" name="Text 257"/>
          <p:cNvSpPr/>
          <p:nvPr/>
        </p:nvSpPr>
        <p:spPr>
          <a:xfrm>
            <a:off x="8574667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215</a:t>
            </a:r>
            <a:endParaRPr lang="en-US" sz="552" dirty="0"/>
          </a:p>
        </p:txBody>
      </p:sp>
      <p:sp>
        <p:nvSpPr>
          <p:cNvPr id="261" name="Text 258"/>
          <p:cNvSpPr/>
          <p:nvPr/>
        </p:nvSpPr>
        <p:spPr>
          <a:xfrm>
            <a:off x="9057453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201</a:t>
            </a:r>
            <a:endParaRPr lang="en-US" sz="552" dirty="0"/>
          </a:p>
        </p:txBody>
      </p:sp>
      <p:sp>
        <p:nvSpPr>
          <p:cNvPr id="262" name="Text 259"/>
          <p:cNvSpPr/>
          <p:nvPr/>
        </p:nvSpPr>
        <p:spPr>
          <a:xfrm>
            <a:off x="9540240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210</a:t>
            </a:r>
            <a:endParaRPr lang="en-US" sz="552" dirty="0"/>
          </a:p>
        </p:txBody>
      </p:sp>
      <p:sp>
        <p:nvSpPr>
          <p:cNvPr id="263" name="Text 260"/>
          <p:cNvSpPr/>
          <p:nvPr/>
        </p:nvSpPr>
        <p:spPr>
          <a:xfrm>
            <a:off x="10023026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175</a:t>
            </a:r>
            <a:endParaRPr lang="en-US" sz="552" dirty="0"/>
          </a:p>
        </p:txBody>
      </p:sp>
      <p:sp>
        <p:nvSpPr>
          <p:cNvPr id="264" name="Text 261"/>
          <p:cNvSpPr/>
          <p:nvPr/>
        </p:nvSpPr>
        <p:spPr>
          <a:xfrm>
            <a:off x="10505812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166</a:t>
            </a:r>
            <a:endParaRPr lang="en-US" sz="552" dirty="0"/>
          </a:p>
        </p:txBody>
      </p:sp>
      <p:sp>
        <p:nvSpPr>
          <p:cNvPr id="265" name="Text 262"/>
          <p:cNvSpPr/>
          <p:nvPr/>
        </p:nvSpPr>
        <p:spPr>
          <a:xfrm>
            <a:off x="8091881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340</a:t>
            </a:r>
            <a:endParaRPr lang="en-US" sz="552" dirty="0"/>
          </a:p>
        </p:txBody>
      </p:sp>
      <p:sp>
        <p:nvSpPr>
          <p:cNvPr id="266" name="Text 263"/>
          <p:cNvSpPr/>
          <p:nvPr/>
        </p:nvSpPr>
        <p:spPr>
          <a:xfrm>
            <a:off x="8574667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457</a:t>
            </a:r>
            <a:endParaRPr lang="en-US" sz="552" dirty="0"/>
          </a:p>
        </p:txBody>
      </p:sp>
      <p:sp>
        <p:nvSpPr>
          <p:cNvPr id="267" name="Text 264"/>
          <p:cNvSpPr/>
          <p:nvPr/>
        </p:nvSpPr>
        <p:spPr>
          <a:xfrm>
            <a:off x="9057453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429</a:t>
            </a:r>
            <a:endParaRPr lang="en-US" sz="552" dirty="0"/>
          </a:p>
        </p:txBody>
      </p:sp>
      <p:sp>
        <p:nvSpPr>
          <p:cNvPr id="268" name="Text 265"/>
          <p:cNvSpPr/>
          <p:nvPr/>
        </p:nvSpPr>
        <p:spPr>
          <a:xfrm>
            <a:off x="9540240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449</a:t>
            </a:r>
            <a:endParaRPr lang="en-US" sz="552" dirty="0"/>
          </a:p>
        </p:txBody>
      </p:sp>
      <p:sp>
        <p:nvSpPr>
          <p:cNvPr id="269" name="Text 266"/>
          <p:cNvSpPr/>
          <p:nvPr/>
        </p:nvSpPr>
        <p:spPr>
          <a:xfrm>
            <a:off x="10023026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373</a:t>
            </a:r>
            <a:endParaRPr lang="en-US" sz="552" dirty="0"/>
          </a:p>
        </p:txBody>
      </p:sp>
      <p:sp>
        <p:nvSpPr>
          <p:cNvPr id="270" name="Text 267"/>
          <p:cNvSpPr/>
          <p:nvPr/>
        </p:nvSpPr>
        <p:spPr>
          <a:xfrm>
            <a:off x="10505812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355</a:t>
            </a:r>
            <a:endParaRPr lang="en-US" sz="552" dirty="0"/>
          </a:p>
        </p:txBody>
      </p:sp>
      <p:sp>
        <p:nvSpPr>
          <p:cNvPr id="271" name="Text 268"/>
          <p:cNvSpPr/>
          <p:nvPr/>
        </p:nvSpPr>
        <p:spPr>
          <a:xfrm>
            <a:off x="8091881" y="47346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967</a:t>
            </a:r>
            <a:endParaRPr lang="en-US" sz="552" dirty="0"/>
          </a:p>
        </p:txBody>
      </p:sp>
      <p:sp>
        <p:nvSpPr>
          <p:cNvPr id="272" name="Text 269"/>
          <p:cNvSpPr/>
          <p:nvPr/>
        </p:nvSpPr>
        <p:spPr>
          <a:xfrm>
            <a:off x="8091881" y="48680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346</a:t>
            </a:r>
            <a:endParaRPr lang="en-US" sz="552" dirty="0"/>
          </a:p>
        </p:txBody>
      </p:sp>
      <p:sp>
        <p:nvSpPr>
          <p:cNvPr id="273" name="Text 270"/>
          <p:cNvSpPr/>
          <p:nvPr/>
        </p:nvSpPr>
        <p:spPr>
          <a:xfrm>
            <a:off x="8574667" y="48680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464</a:t>
            </a:r>
            <a:endParaRPr lang="en-US" sz="552" dirty="0"/>
          </a:p>
        </p:txBody>
      </p:sp>
      <p:sp>
        <p:nvSpPr>
          <p:cNvPr id="274" name="Text 271"/>
          <p:cNvSpPr/>
          <p:nvPr/>
        </p:nvSpPr>
        <p:spPr>
          <a:xfrm>
            <a:off x="9057453" y="48680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436</a:t>
            </a:r>
            <a:endParaRPr lang="en-US" sz="552" dirty="0"/>
          </a:p>
        </p:txBody>
      </p:sp>
      <p:sp>
        <p:nvSpPr>
          <p:cNvPr id="275" name="Text 272"/>
          <p:cNvSpPr/>
          <p:nvPr/>
        </p:nvSpPr>
        <p:spPr>
          <a:xfrm>
            <a:off x="9540240" y="48680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456</a:t>
            </a:r>
            <a:endParaRPr lang="en-US" sz="552" dirty="0"/>
          </a:p>
        </p:txBody>
      </p:sp>
      <p:sp>
        <p:nvSpPr>
          <p:cNvPr id="276" name="Text 273"/>
          <p:cNvSpPr/>
          <p:nvPr/>
        </p:nvSpPr>
        <p:spPr>
          <a:xfrm>
            <a:off x="10023026" y="48680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379</a:t>
            </a:r>
            <a:endParaRPr lang="en-US" sz="552" dirty="0"/>
          </a:p>
        </p:txBody>
      </p:sp>
      <p:sp>
        <p:nvSpPr>
          <p:cNvPr id="277" name="Text 274"/>
          <p:cNvSpPr/>
          <p:nvPr/>
        </p:nvSpPr>
        <p:spPr>
          <a:xfrm>
            <a:off x="10505812" y="48680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361</a:t>
            </a:r>
            <a:endParaRPr lang="en-US" sz="552" dirty="0"/>
          </a:p>
        </p:txBody>
      </p:sp>
      <p:sp>
        <p:nvSpPr>
          <p:cNvPr id="278" name="Text 275"/>
          <p:cNvSpPr/>
          <p:nvPr/>
        </p:nvSpPr>
        <p:spPr>
          <a:xfrm>
            <a:off x="8091881" y="50013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552" dirty="0"/>
          </a:p>
        </p:txBody>
      </p:sp>
      <p:sp>
        <p:nvSpPr>
          <p:cNvPr id="279" name="Text 276"/>
          <p:cNvSpPr/>
          <p:nvPr/>
        </p:nvSpPr>
        <p:spPr>
          <a:xfrm>
            <a:off x="8574667" y="50013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197</a:t>
            </a:r>
            <a:endParaRPr lang="en-US" sz="552" dirty="0"/>
          </a:p>
        </p:txBody>
      </p:sp>
      <p:sp>
        <p:nvSpPr>
          <p:cNvPr id="280" name="Text 277"/>
          <p:cNvSpPr/>
          <p:nvPr/>
        </p:nvSpPr>
        <p:spPr>
          <a:xfrm>
            <a:off x="9057453" y="50013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184</a:t>
            </a:r>
            <a:endParaRPr lang="en-US" sz="552" dirty="0"/>
          </a:p>
        </p:txBody>
      </p:sp>
      <p:sp>
        <p:nvSpPr>
          <p:cNvPr id="281" name="Text 278"/>
          <p:cNvSpPr/>
          <p:nvPr/>
        </p:nvSpPr>
        <p:spPr>
          <a:xfrm>
            <a:off x="9540240" y="50013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193</a:t>
            </a:r>
            <a:endParaRPr lang="en-US" sz="552" dirty="0"/>
          </a:p>
        </p:txBody>
      </p:sp>
      <p:sp>
        <p:nvSpPr>
          <p:cNvPr id="282" name="Text 279"/>
          <p:cNvSpPr/>
          <p:nvPr/>
        </p:nvSpPr>
        <p:spPr>
          <a:xfrm>
            <a:off x="10023026" y="50013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160</a:t>
            </a:r>
            <a:endParaRPr lang="en-US" sz="552" dirty="0"/>
          </a:p>
        </p:txBody>
      </p:sp>
      <p:sp>
        <p:nvSpPr>
          <p:cNvPr id="283" name="Text 280"/>
          <p:cNvSpPr/>
          <p:nvPr/>
        </p:nvSpPr>
        <p:spPr>
          <a:xfrm>
            <a:off x="10505812" y="50013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153</a:t>
            </a:r>
            <a:endParaRPr lang="en-US" sz="552" dirty="0"/>
          </a:p>
        </p:txBody>
      </p:sp>
      <p:sp>
        <p:nvSpPr>
          <p:cNvPr id="284" name="Text 281"/>
          <p:cNvSpPr/>
          <p:nvPr/>
        </p:nvSpPr>
        <p:spPr>
          <a:xfrm>
            <a:off x="2329400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</a:t>
            </a:r>
            <a:endParaRPr lang="en-US" sz="576" dirty="0"/>
          </a:p>
        </p:txBody>
      </p:sp>
      <p:sp>
        <p:nvSpPr>
          <p:cNvPr id="285" name="Text 282"/>
          <p:cNvSpPr/>
          <p:nvPr/>
        </p:nvSpPr>
        <p:spPr>
          <a:xfrm>
            <a:off x="2812186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576" dirty="0"/>
          </a:p>
        </p:txBody>
      </p:sp>
      <p:sp>
        <p:nvSpPr>
          <p:cNvPr id="286" name="Text 283"/>
          <p:cNvSpPr/>
          <p:nvPr/>
        </p:nvSpPr>
        <p:spPr>
          <a:xfrm>
            <a:off x="3294972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576" dirty="0"/>
          </a:p>
        </p:txBody>
      </p:sp>
      <p:sp>
        <p:nvSpPr>
          <p:cNvPr id="287" name="Text 284"/>
          <p:cNvSpPr/>
          <p:nvPr/>
        </p:nvSpPr>
        <p:spPr>
          <a:xfrm>
            <a:off x="3777759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</a:t>
            </a:r>
            <a:endParaRPr lang="en-US" sz="576" dirty="0"/>
          </a:p>
        </p:txBody>
      </p:sp>
      <p:sp>
        <p:nvSpPr>
          <p:cNvPr id="288" name="Text 285"/>
          <p:cNvSpPr/>
          <p:nvPr/>
        </p:nvSpPr>
        <p:spPr>
          <a:xfrm>
            <a:off x="4260545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576" dirty="0"/>
          </a:p>
        </p:txBody>
      </p:sp>
      <p:sp>
        <p:nvSpPr>
          <p:cNvPr id="289" name="Text 286"/>
          <p:cNvSpPr/>
          <p:nvPr/>
        </p:nvSpPr>
        <p:spPr>
          <a:xfrm>
            <a:off x="4743331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576" dirty="0"/>
          </a:p>
        </p:txBody>
      </p:sp>
      <p:sp>
        <p:nvSpPr>
          <p:cNvPr id="290" name="Text 287"/>
          <p:cNvSpPr/>
          <p:nvPr/>
        </p:nvSpPr>
        <p:spPr>
          <a:xfrm>
            <a:off x="2329400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94</a:t>
            </a:r>
            <a:endParaRPr lang="en-US" sz="576" dirty="0"/>
          </a:p>
        </p:txBody>
      </p:sp>
      <p:sp>
        <p:nvSpPr>
          <p:cNvPr id="291" name="Text 288"/>
          <p:cNvSpPr/>
          <p:nvPr/>
        </p:nvSpPr>
        <p:spPr>
          <a:xfrm>
            <a:off x="8574667" y="5134742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</a:t>
            </a:r>
            <a:endParaRPr lang="en-US" sz="552" dirty="0"/>
          </a:p>
        </p:txBody>
      </p:sp>
      <p:sp>
        <p:nvSpPr>
          <p:cNvPr id="292" name="Text 289"/>
          <p:cNvSpPr/>
          <p:nvPr/>
        </p:nvSpPr>
        <p:spPr>
          <a:xfrm>
            <a:off x="10988599" y="5134742"/>
            <a:ext cx="73319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</a:t>
            </a:r>
            <a:endParaRPr lang="en-US" sz="552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7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83" y="6002685"/>
            <a:ext cx="7532941" cy="143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no contacto es muy alto (), impulsado por contestadores automáticos (), lo que exige depuración telefónica en 2S.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685783" y="5856238"/>
            <a:ext cx="7532941" cy="143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descarte estructural de  y  suma el , confirmando el agotamiento de la base.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1336741" y="5719316"/>
            <a:ext cx="2562287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de mayor volumen (420.641 registros recibidos)</a:t>
            </a:r>
            <a:endParaRPr lang="en-US" sz="744" dirty="0"/>
          </a:p>
        </p:txBody>
      </p:sp>
      <p:sp>
        <p:nvSpPr>
          <p:cNvPr id="6" name="Text 3"/>
          <p:cNvSpPr/>
          <p:nvPr/>
        </p:nvSpPr>
        <p:spPr>
          <a:xfrm>
            <a:off x="8216595" y="1219944"/>
            <a:ext cx="365380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 de objetivos sobre contacto</a:t>
            </a:r>
            <a:endParaRPr lang="en-US" sz="648" dirty="0"/>
          </a:p>
        </p:txBody>
      </p:sp>
      <p:sp>
        <p:nvSpPr>
          <p:cNvPr id="7" name="Text 4"/>
          <p:cNvSpPr/>
          <p:nvPr/>
        </p:nvSpPr>
        <p:spPr>
          <a:xfrm>
            <a:off x="6267293" y="50013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apagado / fuera de servicio</a:t>
            </a:r>
            <a:endParaRPr lang="en-US" sz="552" dirty="0"/>
          </a:p>
        </p:txBody>
      </p:sp>
      <p:sp>
        <p:nvSpPr>
          <p:cNvPr id="8" name="Text 5"/>
          <p:cNvSpPr/>
          <p:nvPr/>
        </p:nvSpPr>
        <p:spPr>
          <a:xfrm>
            <a:off x="1213514" y="219075"/>
            <a:ext cx="32989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CP Stock</a:t>
            </a:r>
            <a:endParaRPr lang="en-US" sz="1260" dirty="0"/>
          </a:p>
        </p:txBody>
      </p:sp>
      <p:sp>
        <p:nvSpPr>
          <p:cNvPr id="9" name="Text 6"/>
          <p:cNvSpPr/>
          <p:nvPr/>
        </p:nvSpPr>
        <p:spPr>
          <a:xfrm>
            <a:off x="4374991" y="1219944"/>
            <a:ext cx="365364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Segundo mayor aportante de ventas</a:t>
            </a:r>
            <a:endParaRPr lang="en-US" sz="648" dirty="0"/>
          </a:p>
        </p:txBody>
      </p:sp>
      <p:sp>
        <p:nvSpPr>
          <p:cNvPr id="10" name="Text 7"/>
          <p:cNvSpPr/>
          <p:nvPr/>
        </p:nvSpPr>
        <p:spPr>
          <a:xfrm>
            <a:off x="504812" y="43346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Excede límite de edad (&gt;80 años)</a:t>
            </a:r>
            <a:endParaRPr lang="en-US" sz="576" dirty="0"/>
          </a:p>
        </p:txBody>
      </p:sp>
      <p:sp>
        <p:nvSpPr>
          <p:cNvPr id="11" name="Text 8"/>
          <p:cNvSpPr/>
          <p:nvPr/>
        </p:nvSpPr>
        <p:spPr>
          <a:xfrm>
            <a:off x="504812" y="36678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Recibido Anteriormente</a:t>
            </a:r>
            <a:endParaRPr lang="en-US" sz="576" dirty="0"/>
          </a:p>
        </p:txBody>
      </p:sp>
      <p:sp>
        <p:nvSpPr>
          <p:cNvPr id="12" name="Text 9"/>
          <p:cNvSpPr/>
          <p:nvPr/>
        </p:nvSpPr>
        <p:spPr>
          <a:xfrm>
            <a:off x="504812" y="3405955"/>
            <a:ext cx="1915817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3" name="Text 10"/>
          <p:cNvSpPr/>
          <p:nvPr/>
        </p:nvSpPr>
        <p:spPr>
          <a:xfrm>
            <a:off x="533387" y="1219944"/>
            <a:ext cx="365364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de mayor dimensionamiento</a:t>
            </a:r>
            <a:endParaRPr lang="en-US" sz="648" dirty="0"/>
          </a:p>
        </p:txBody>
      </p:sp>
      <p:sp>
        <p:nvSpPr>
          <p:cNvPr id="14" name="Text 11"/>
          <p:cNvSpPr/>
          <p:nvPr/>
        </p:nvSpPr>
        <p:spPr>
          <a:xfrm>
            <a:off x="495288" y="3029694"/>
            <a:ext cx="5710571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Motivos de Descarte por Mes</a:t>
            </a:r>
            <a:endParaRPr lang="en-US" sz="816" dirty="0"/>
          </a:p>
        </p:txBody>
      </p:sp>
      <p:sp>
        <p:nvSpPr>
          <p:cNvPr id="15" name="Text 12"/>
          <p:cNvSpPr/>
          <p:nvPr/>
        </p:nvSpPr>
        <p:spPr>
          <a:xfrm>
            <a:off x="6267293" y="36678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16" name="Text 13"/>
          <p:cNvSpPr/>
          <p:nvPr/>
        </p:nvSpPr>
        <p:spPr>
          <a:xfrm>
            <a:off x="6267293" y="43346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Agendado / llamada posterior</a:t>
            </a:r>
            <a:endParaRPr lang="en-US" sz="552" dirty="0"/>
          </a:p>
        </p:txBody>
      </p:sp>
      <p:sp>
        <p:nvSpPr>
          <p:cNvPr id="17" name="Text 14"/>
          <p:cNvSpPr/>
          <p:nvPr/>
        </p:nvSpPr>
        <p:spPr>
          <a:xfrm>
            <a:off x="6267293" y="40679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Datos errados / experiencia</a:t>
            </a:r>
            <a:endParaRPr lang="en-US" sz="552" dirty="0"/>
          </a:p>
        </p:txBody>
      </p:sp>
      <p:sp>
        <p:nvSpPr>
          <p:cNvPr id="18" name="Text 15"/>
          <p:cNvSpPr/>
          <p:nvPr/>
        </p:nvSpPr>
        <p:spPr>
          <a:xfrm>
            <a:off x="6267293" y="42012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precio</a:t>
            </a:r>
            <a:endParaRPr lang="en-US" sz="552" dirty="0"/>
          </a:p>
        </p:txBody>
      </p:sp>
      <p:sp>
        <p:nvSpPr>
          <p:cNvPr id="19" name="Text 16"/>
          <p:cNvSpPr/>
          <p:nvPr/>
        </p:nvSpPr>
        <p:spPr>
          <a:xfrm>
            <a:off x="6267293" y="39345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es responsable del pago</a:t>
            </a:r>
            <a:endParaRPr lang="en-US" sz="552" dirty="0"/>
          </a:p>
        </p:txBody>
      </p:sp>
      <p:sp>
        <p:nvSpPr>
          <p:cNvPr id="20" name="Text 17"/>
          <p:cNvSpPr/>
          <p:nvPr/>
        </p:nvSpPr>
        <p:spPr>
          <a:xfrm>
            <a:off x="9601853" y="209550"/>
            <a:ext cx="2119274" cy="220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 2 · Detalle CP Stock</a:t>
            </a:r>
            <a:endParaRPr lang="en-US" sz="840" dirty="0"/>
          </a:p>
        </p:txBody>
      </p:sp>
      <p:sp>
        <p:nvSpPr>
          <p:cNvPr id="21" name="Text 18"/>
          <p:cNvSpPr/>
          <p:nvPr/>
        </p:nvSpPr>
        <p:spPr>
          <a:xfrm>
            <a:off x="504812" y="35345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Activa</a:t>
            </a:r>
            <a:endParaRPr lang="en-US" sz="576" dirty="0"/>
          </a:p>
        </p:txBody>
      </p:sp>
      <p:sp>
        <p:nvSpPr>
          <p:cNvPr id="22" name="Text 19"/>
          <p:cNvSpPr/>
          <p:nvPr/>
        </p:nvSpPr>
        <p:spPr>
          <a:xfrm>
            <a:off x="6267293" y="47346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504812" y="44679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76" dirty="0"/>
          </a:p>
        </p:txBody>
      </p:sp>
      <p:sp>
        <p:nvSpPr>
          <p:cNvPr id="24" name="Text 21"/>
          <p:cNvSpPr/>
          <p:nvPr/>
        </p:nvSpPr>
        <p:spPr>
          <a:xfrm>
            <a:off x="6267293" y="44679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25" name="Text 22"/>
          <p:cNvSpPr/>
          <p:nvPr/>
        </p:nvSpPr>
        <p:spPr>
          <a:xfrm>
            <a:off x="533387" y="828675"/>
            <a:ext cx="365364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VOLUMEN DE REGISTROS</a:t>
            </a:r>
            <a:endParaRPr lang="en-US" sz="672" dirty="0"/>
          </a:p>
        </p:txBody>
      </p:sp>
      <p:sp>
        <p:nvSpPr>
          <p:cNvPr id="26" name="Text 23"/>
          <p:cNvSpPr/>
          <p:nvPr/>
        </p:nvSpPr>
        <p:spPr>
          <a:xfrm>
            <a:off x="4374991" y="828675"/>
            <a:ext cx="365364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CONSOLIDADAS</a:t>
            </a:r>
            <a:endParaRPr lang="en-US" sz="672" dirty="0"/>
          </a:p>
        </p:txBody>
      </p:sp>
      <p:sp>
        <p:nvSpPr>
          <p:cNvPr id="27" name="Text 24"/>
          <p:cNvSpPr/>
          <p:nvPr/>
        </p:nvSpPr>
        <p:spPr>
          <a:xfrm>
            <a:off x="8216595" y="828675"/>
            <a:ext cx="365380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 PROMEDIO</a:t>
            </a:r>
            <a:endParaRPr lang="en-US" sz="672" dirty="0"/>
          </a:p>
        </p:txBody>
      </p:sp>
      <p:sp>
        <p:nvSpPr>
          <p:cNvPr id="28" name="Text 25"/>
          <p:cNvSpPr/>
          <p:nvPr/>
        </p:nvSpPr>
        <p:spPr>
          <a:xfrm>
            <a:off x="504812" y="38012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Dirección Repetida</a:t>
            </a:r>
            <a:endParaRPr lang="en-US" sz="576" dirty="0"/>
          </a:p>
        </p:txBody>
      </p:sp>
      <p:sp>
        <p:nvSpPr>
          <p:cNvPr id="29" name="Text 26"/>
          <p:cNvSpPr/>
          <p:nvPr/>
        </p:nvSpPr>
        <p:spPr>
          <a:xfrm>
            <a:off x="504812" y="39345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Microseguro Activo</a:t>
            </a:r>
            <a:endParaRPr lang="en-US" sz="576" dirty="0"/>
          </a:p>
        </p:txBody>
      </p:sp>
      <p:sp>
        <p:nvSpPr>
          <p:cNvPr id="30" name="Text 27"/>
          <p:cNvSpPr/>
          <p:nvPr/>
        </p:nvSpPr>
        <p:spPr>
          <a:xfrm>
            <a:off x="504812" y="40679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Repetido</a:t>
            </a:r>
            <a:endParaRPr lang="en-US" sz="576" dirty="0"/>
          </a:p>
        </p:txBody>
      </p:sp>
      <p:sp>
        <p:nvSpPr>
          <p:cNvPr id="31" name="Text 28"/>
          <p:cNvSpPr/>
          <p:nvPr/>
        </p:nvSpPr>
        <p:spPr>
          <a:xfrm>
            <a:off x="6267293" y="3405955"/>
            <a:ext cx="1915817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32" name="Text 29"/>
          <p:cNvSpPr/>
          <p:nvPr/>
        </p:nvSpPr>
        <p:spPr>
          <a:xfrm>
            <a:off x="6267293" y="38012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</a:t>
            </a:r>
            <a:endParaRPr lang="en-US" sz="552" dirty="0"/>
          </a:p>
        </p:txBody>
      </p:sp>
      <p:sp>
        <p:nvSpPr>
          <p:cNvPr id="33" name="Text 30"/>
          <p:cNvSpPr/>
          <p:nvPr/>
        </p:nvSpPr>
        <p:spPr>
          <a:xfrm>
            <a:off x="6267293" y="5134742"/>
            <a:ext cx="1915817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no contacto</a:t>
            </a:r>
            <a:endParaRPr lang="en-US" sz="552" dirty="0"/>
          </a:p>
        </p:txBody>
      </p:sp>
      <p:sp>
        <p:nvSpPr>
          <p:cNvPr id="34" name="Text 31"/>
          <p:cNvSpPr/>
          <p:nvPr/>
        </p:nvSpPr>
        <p:spPr>
          <a:xfrm>
            <a:off x="504812" y="42012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Cédula Repetida</a:t>
            </a:r>
            <a:endParaRPr lang="en-US" sz="576" dirty="0"/>
          </a:p>
        </p:txBody>
      </p:sp>
      <p:sp>
        <p:nvSpPr>
          <p:cNvPr id="35" name="Text 32"/>
          <p:cNvSpPr/>
          <p:nvPr/>
        </p:nvSpPr>
        <p:spPr>
          <a:xfrm>
            <a:off x="10281832" y="1796230"/>
            <a:ext cx="148530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6267293" y="35345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37" name="Text 34"/>
          <p:cNvSpPr/>
          <p:nvPr/>
        </p:nvSpPr>
        <p:spPr>
          <a:xfrm>
            <a:off x="6267293" y="3234505"/>
            <a:ext cx="19158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6267293" y="46013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39" name="Text 36"/>
          <p:cNvSpPr/>
          <p:nvPr/>
        </p:nvSpPr>
        <p:spPr>
          <a:xfrm>
            <a:off x="6267293" y="48680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</a:t>
            </a:r>
            <a:endParaRPr lang="en-US" sz="552" dirty="0"/>
          </a:p>
        </p:txBody>
      </p:sp>
      <p:sp>
        <p:nvSpPr>
          <p:cNvPr id="40" name="Text 37"/>
          <p:cNvSpPr/>
          <p:nvPr/>
        </p:nvSpPr>
        <p:spPr>
          <a:xfrm>
            <a:off x="2996877" y="1796230"/>
            <a:ext cx="159891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8324195" y="1796230"/>
            <a:ext cx="10277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1582896" y="1796230"/>
            <a:ext cx="14846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4519648" y="1796230"/>
            <a:ext cx="14849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44" name="Text 41"/>
          <p:cNvSpPr/>
          <p:nvPr/>
        </p:nvSpPr>
        <p:spPr>
          <a:xfrm>
            <a:off x="495288" y="210579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5" name="Text 42"/>
          <p:cNvSpPr/>
          <p:nvPr/>
        </p:nvSpPr>
        <p:spPr>
          <a:xfrm>
            <a:off x="1582896" y="2677292"/>
            <a:ext cx="14846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114.104</a:t>
            </a:r>
            <a:endParaRPr lang="en-US" sz="636" dirty="0"/>
          </a:p>
        </p:txBody>
      </p:sp>
      <p:sp>
        <p:nvSpPr>
          <p:cNvPr id="46" name="Text 43"/>
          <p:cNvSpPr/>
          <p:nvPr/>
        </p:nvSpPr>
        <p:spPr>
          <a:xfrm>
            <a:off x="1582896" y="2820167"/>
            <a:ext cx="148468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420.641</a:t>
            </a:r>
            <a:endParaRPr lang="en-US" sz="636" dirty="0"/>
          </a:p>
        </p:txBody>
      </p:sp>
      <p:sp>
        <p:nvSpPr>
          <p:cNvPr id="47" name="Text 44"/>
          <p:cNvSpPr/>
          <p:nvPr/>
        </p:nvSpPr>
        <p:spPr>
          <a:xfrm>
            <a:off x="2996877" y="2820167"/>
            <a:ext cx="159891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261.700</a:t>
            </a:r>
            <a:endParaRPr lang="en-US" sz="636" dirty="0"/>
          </a:p>
        </p:txBody>
      </p:sp>
      <p:sp>
        <p:nvSpPr>
          <p:cNvPr id="48" name="Text 45"/>
          <p:cNvSpPr/>
          <p:nvPr/>
        </p:nvSpPr>
        <p:spPr>
          <a:xfrm>
            <a:off x="5226118" y="4601342"/>
            <a:ext cx="73319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261.700</a:t>
            </a:r>
            <a:endParaRPr lang="en-US" sz="576" dirty="0"/>
          </a:p>
        </p:txBody>
      </p:sp>
      <p:sp>
        <p:nvSpPr>
          <p:cNvPr id="49" name="Text 46"/>
          <p:cNvSpPr/>
          <p:nvPr/>
        </p:nvSpPr>
        <p:spPr>
          <a:xfrm>
            <a:off x="6257769" y="210579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50" name="Text 47"/>
          <p:cNvSpPr/>
          <p:nvPr/>
        </p:nvSpPr>
        <p:spPr>
          <a:xfrm>
            <a:off x="7345377" y="2820167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158.941</a:t>
            </a:r>
            <a:endParaRPr lang="en-US" sz="636" dirty="0"/>
          </a:p>
        </p:txBody>
      </p:sp>
      <p:sp>
        <p:nvSpPr>
          <p:cNvPr id="51" name="Text 48"/>
          <p:cNvSpPr/>
          <p:nvPr/>
        </p:nvSpPr>
        <p:spPr>
          <a:xfrm>
            <a:off x="533387" y="971550"/>
            <a:ext cx="3653647" cy="220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420.641</a:t>
            </a:r>
            <a:endParaRPr lang="en-US" sz="1380" dirty="0"/>
          </a:p>
        </p:txBody>
      </p:sp>
      <p:sp>
        <p:nvSpPr>
          <p:cNvPr id="52" name="Text 49"/>
          <p:cNvSpPr/>
          <p:nvPr/>
        </p:nvSpPr>
        <p:spPr>
          <a:xfrm>
            <a:off x="1582896" y="1967680"/>
            <a:ext cx="148468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20.864</a:t>
            </a:r>
            <a:endParaRPr lang="en-US" sz="636" dirty="0"/>
          </a:p>
        </p:txBody>
      </p:sp>
      <p:sp>
        <p:nvSpPr>
          <p:cNvPr id="53" name="Text 50"/>
          <p:cNvSpPr/>
          <p:nvPr/>
        </p:nvSpPr>
        <p:spPr>
          <a:xfrm>
            <a:off x="2996877" y="1967680"/>
            <a:ext cx="159891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12.781</a:t>
            </a:r>
            <a:endParaRPr lang="en-US" sz="636" dirty="0"/>
          </a:p>
        </p:txBody>
      </p:sp>
      <p:sp>
        <p:nvSpPr>
          <p:cNvPr id="54" name="Text 51"/>
          <p:cNvSpPr/>
          <p:nvPr/>
        </p:nvSpPr>
        <p:spPr>
          <a:xfrm>
            <a:off x="4519648" y="1967680"/>
            <a:ext cx="1484992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61,3 %</a:t>
            </a:r>
            <a:endParaRPr lang="en-US" sz="636" dirty="0"/>
          </a:p>
        </p:txBody>
      </p:sp>
      <p:sp>
        <p:nvSpPr>
          <p:cNvPr id="55" name="Text 52"/>
          <p:cNvSpPr/>
          <p:nvPr/>
        </p:nvSpPr>
        <p:spPr>
          <a:xfrm>
            <a:off x="1582896" y="2105792"/>
            <a:ext cx="14846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50.266</a:t>
            </a:r>
            <a:endParaRPr lang="en-US" sz="636" dirty="0"/>
          </a:p>
        </p:txBody>
      </p:sp>
      <p:sp>
        <p:nvSpPr>
          <p:cNvPr id="56" name="Text 53"/>
          <p:cNvSpPr/>
          <p:nvPr/>
        </p:nvSpPr>
        <p:spPr>
          <a:xfrm>
            <a:off x="2996877" y="2105792"/>
            <a:ext cx="15989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25.419</a:t>
            </a:r>
            <a:endParaRPr lang="en-US" sz="636" dirty="0"/>
          </a:p>
        </p:txBody>
      </p:sp>
      <p:sp>
        <p:nvSpPr>
          <p:cNvPr id="57" name="Text 54"/>
          <p:cNvSpPr/>
          <p:nvPr/>
        </p:nvSpPr>
        <p:spPr>
          <a:xfrm>
            <a:off x="4519648" y="2105792"/>
            <a:ext cx="14849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50,6 %</a:t>
            </a:r>
            <a:endParaRPr lang="en-US" sz="636" dirty="0"/>
          </a:p>
        </p:txBody>
      </p:sp>
      <p:sp>
        <p:nvSpPr>
          <p:cNvPr id="58" name="Text 55"/>
          <p:cNvSpPr/>
          <p:nvPr/>
        </p:nvSpPr>
        <p:spPr>
          <a:xfrm>
            <a:off x="1582896" y="2248667"/>
            <a:ext cx="14846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69.741</a:t>
            </a:r>
            <a:endParaRPr lang="en-US" sz="636" dirty="0"/>
          </a:p>
        </p:txBody>
      </p:sp>
      <p:sp>
        <p:nvSpPr>
          <p:cNvPr id="59" name="Text 56"/>
          <p:cNvSpPr/>
          <p:nvPr/>
        </p:nvSpPr>
        <p:spPr>
          <a:xfrm>
            <a:off x="2996877" y="2248667"/>
            <a:ext cx="15989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41.761</a:t>
            </a:r>
            <a:endParaRPr lang="en-US" sz="636" dirty="0"/>
          </a:p>
        </p:txBody>
      </p:sp>
      <p:sp>
        <p:nvSpPr>
          <p:cNvPr id="60" name="Text 57"/>
          <p:cNvSpPr/>
          <p:nvPr/>
        </p:nvSpPr>
        <p:spPr>
          <a:xfrm>
            <a:off x="4519648" y="2248667"/>
            <a:ext cx="14849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59,9 %</a:t>
            </a:r>
            <a:endParaRPr lang="en-US" sz="636" dirty="0"/>
          </a:p>
        </p:txBody>
      </p:sp>
      <p:sp>
        <p:nvSpPr>
          <p:cNvPr id="61" name="Text 58"/>
          <p:cNvSpPr/>
          <p:nvPr/>
        </p:nvSpPr>
        <p:spPr>
          <a:xfrm>
            <a:off x="1582896" y="2391542"/>
            <a:ext cx="14846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82.833</a:t>
            </a:r>
            <a:endParaRPr lang="en-US" sz="636" dirty="0"/>
          </a:p>
        </p:txBody>
      </p:sp>
      <p:sp>
        <p:nvSpPr>
          <p:cNvPr id="62" name="Text 59"/>
          <p:cNvSpPr/>
          <p:nvPr/>
        </p:nvSpPr>
        <p:spPr>
          <a:xfrm>
            <a:off x="2996877" y="2391542"/>
            <a:ext cx="15989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53.460</a:t>
            </a:r>
            <a:endParaRPr lang="en-US" sz="636" dirty="0"/>
          </a:p>
        </p:txBody>
      </p:sp>
      <p:sp>
        <p:nvSpPr>
          <p:cNvPr id="63" name="Text 60"/>
          <p:cNvSpPr/>
          <p:nvPr/>
        </p:nvSpPr>
        <p:spPr>
          <a:xfrm>
            <a:off x="4519648" y="2391542"/>
            <a:ext cx="14849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64,5 %</a:t>
            </a:r>
            <a:endParaRPr lang="en-US" sz="636" dirty="0"/>
          </a:p>
        </p:txBody>
      </p:sp>
      <p:sp>
        <p:nvSpPr>
          <p:cNvPr id="64" name="Text 61"/>
          <p:cNvSpPr/>
          <p:nvPr/>
        </p:nvSpPr>
        <p:spPr>
          <a:xfrm>
            <a:off x="1582896" y="2534417"/>
            <a:ext cx="14846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82.833</a:t>
            </a:r>
            <a:endParaRPr lang="en-US" sz="636" dirty="0"/>
          </a:p>
        </p:txBody>
      </p:sp>
      <p:sp>
        <p:nvSpPr>
          <p:cNvPr id="65" name="Text 62"/>
          <p:cNvSpPr/>
          <p:nvPr/>
        </p:nvSpPr>
        <p:spPr>
          <a:xfrm>
            <a:off x="2996877" y="2534417"/>
            <a:ext cx="15989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53.460</a:t>
            </a:r>
            <a:endParaRPr lang="en-US" sz="636" dirty="0"/>
          </a:p>
        </p:txBody>
      </p:sp>
      <p:sp>
        <p:nvSpPr>
          <p:cNvPr id="66" name="Text 63"/>
          <p:cNvSpPr/>
          <p:nvPr/>
        </p:nvSpPr>
        <p:spPr>
          <a:xfrm>
            <a:off x="4519648" y="2534417"/>
            <a:ext cx="14849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64,5 %</a:t>
            </a:r>
            <a:endParaRPr lang="en-US" sz="636" dirty="0"/>
          </a:p>
        </p:txBody>
      </p:sp>
      <p:sp>
        <p:nvSpPr>
          <p:cNvPr id="67" name="Text 64"/>
          <p:cNvSpPr/>
          <p:nvPr/>
        </p:nvSpPr>
        <p:spPr>
          <a:xfrm>
            <a:off x="2996877" y="2677292"/>
            <a:ext cx="15989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74.819</a:t>
            </a:r>
            <a:endParaRPr lang="en-US" sz="636" dirty="0"/>
          </a:p>
        </p:txBody>
      </p:sp>
      <p:sp>
        <p:nvSpPr>
          <p:cNvPr id="68" name="Text 65"/>
          <p:cNvSpPr/>
          <p:nvPr/>
        </p:nvSpPr>
        <p:spPr>
          <a:xfrm>
            <a:off x="4519648" y="2677292"/>
            <a:ext cx="14849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65,6 %</a:t>
            </a:r>
            <a:endParaRPr lang="en-US" sz="636" dirty="0"/>
          </a:p>
        </p:txBody>
      </p:sp>
      <p:sp>
        <p:nvSpPr>
          <p:cNvPr id="69" name="Text 66"/>
          <p:cNvSpPr/>
          <p:nvPr/>
        </p:nvSpPr>
        <p:spPr>
          <a:xfrm>
            <a:off x="4519648" y="2820167"/>
            <a:ext cx="1484992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62,2 %</a:t>
            </a:r>
            <a:endParaRPr lang="en-US" sz="636" dirty="0"/>
          </a:p>
        </p:txBody>
      </p:sp>
      <p:sp>
        <p:nvSpPr>
          <p:cNvPr id="70" name="Text 67"/>
          <p:cNvSpPr/>
          <p:nvPr/>
        </p:nvSpPr>
        <p:spPr>
          <a:xfrm>
            <a:off x="504812" y="3234505"/>
            <a:ext cx="19158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Motivo</a:t>
            </a:r>
            <a:endParaRPr lang="en-US" sz="888" dirty="0"/>
          </a:p>
        </p:txBody>
      </p:sp>
      <p:sp>
        <p:nvSpPr>
          <p:cNvPr id="71" name="Text 68"/>
          <p:cNvSpPr/>
          <p:nvPr/>
        </p:nvSpPr>
        <p:spPr>
          <a:xfrm>
            <a:off x="3294972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15.354</a:t>
            </a:r>
            <a:endParaRPr lang="en-US" sz="576" dirty="0"/>
          </a:p>
        </p:txBody>
      </p:sp>
      <p:sp>
        <p:nvSpPr>
          <p:cNvPr id="72" name="Text 69"/>
          <p:cNvSpPr/>
          <p:nvPr/>
        </p:nvSpPr>
        <p:spPr>
          <a:xfrm>
            <a:off x="3777759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19.655</a:t>
            </a:r>
            <a:endParaRPr lang="en-US" sz="576" dirty="0"/>
          </a:p>
        </p:txBody>
      </p:sp>
      <p:sp>
        <p:nvSpPr>
          <p:cNvPr id="73" name="Text 70"/>
          <p:cNvSpPr/>
          <p:nvPr/>
        </p:nvSpPr>
        <p:spPr>
          <a:xfrm>
            <a:off x="4260545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19.655</a:t>
            </a:r>
            <a:endParaRPr lang="en-US" sz="576" dirty="0"/>
          </a:p>
        </p:txBody>
      </p:sp>
      <p:sp>
        <p:nvSpPr>
          <p:cNvPr id="74" name="Text 71"/>
          <p:cNvSpPr/>
          <p:nvPr/>
        </p:nvSpPr>
        <p:spPr>
          <a:xfrm>
            <a:off x="4743331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27.509</a:t>
            </a:r>
            <a:endParaRPr lang="en-US" sz="576" dirty="0"/>
          </a:p>
        </p:txBody>
      </p:sp>
      <p:sp>
        <p:nvSpPr>
          <p:cNvPr id="75" name="Text 72"/>
          <p:cNvSpPr/>
          <p:nvPr/>
        </p:nvSpPr>
        <p:spPr>
          <a:xfrm>
            <a:off x="5226118" y="3405955"/>
            <a:ext cx="73319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96.218</a:t>
            </a:r>
            <a:endParaRPr lang="en-US" sz="576" dirty="0"/>
          </a:p>
        </p:txBody>
      </p:sp>
      <p:sp>
        <p:nvSpPr>
          <p:cNvPr id="76" name="Text 73"/>
          <p:cNvSpPr/>
          <p:nvPr/>
        </p:nvSpPr>
        <p:spPr>
          <a:xfrm>
            <a:off x="3294972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13.637</a:t>
            </a:r>
            <a:endParaRPr lang="en-US" sz="576" dirty="0"/>
          </a:p>
        </p:txBody>
      </p:sp>
      <p:sp>
        <p:nvSpPr>
          <p:cNvPr id="77" name="Text 74"/>
          <p:cNvSpPr/>
          <p:nvPr/>
        </p:nvSpPr>
        <p:spPr>
          <a:xfrm>
            <a:off x="3777759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17.457</a:t>
            </a:r>
            <a:endParaRPr lang="en-US" sz="576" dirty="0"/>
          </a:p>
        </p:txBody>
      </p:sp>
      <p:sp>
        <p:nvSpPr>
          <p:cNvPr id="78" name="Text 75"/>
          <p:cNvSpPr/>
          <p:nvPr/>
        </p:nvSpPr>
        <p:spPr>
          <a:xfrm>
            <a:off x="4260545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17.457</a:t>
            </a:r>
            <a:endParaRPr lang="en-US" sz="576" dirty="0"/>
          </a:p>
        </p:txBody>
      </p:sp>
      <p:sp>
        <p:nvSpPr>
          <p:cNvPr id="79" name="Text 76"/>
          <p:cNvSpPr/>
          <p:nvPr/>
        </p:nvSpPr>
        <p:spPr>
          <a:xfrm>
            <a:off x="4743331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24.431</a:t>
            </a:r>
            <a:endParaRPr lang="en-US" sz="576" dirty="0"/>
          </a:p>
        </p:txBody>
      </p:sp>
      <p:sp>
        <p:nvSpPr>
          <p:cNvPr id="80" name="Text 77"/>
          <p:cNvSpPr/>
          <p:nvPr/>
        </p:nvSpPr>
        <p:spPr>
          <a:xfrm>
            <a:off x="5226118" y="35345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85.455</a:t>
            </a:r>
            <a:endParaRPr lang="en-US" sz="576" dirty="0"/>
          </a:p>
        </p:txBody>
      </p:sp>
      <p:sp>
        <p:nvSpPr>
          <p:cNvPr id="81" name="Text 78"/>
          <p:cNvSpPr/>
          <p:nvPr/>
        </p:nvSpPr>
        <p:spPr>
          <a:xfrm>
            <a:off x="5226118" y="36678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21.047</a:t>
            </a:r>
            <a:endParaRPr lang="en-US" sz="576" dirty="0"/>
          </a:p>
        </p:txBody>
      </p:sp>
      <p:sp>
        <p:nvSpPr>
          <p:cNvPr id="82" name="Text 79"/>
          <p:cNvSpPr/>
          <p:nvPr/>
        </p:nvSpPr>
        <p:spPr>
          <a:xfrm>
            <a:off x="5226118" y="38012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19.533</a:t>
            </a:r>
            <a:endParaRPr lang="en-US" sz="576" dirty="0"/>
          </a:p>
        </p:txBody>
      </p:sp>
      <p:sp>
        <p:nvSpPr>
          <p:cNvPr id="83" name="Text 80"/>
          <p:cNvSpPr/>
          <p:nvPr/>
        </p:nvSpPr>
        <p:spPr>
          <a:xfrm>
            <a:off x="5226118" y="39345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13.637</a:t>
            </a:r>
            <a:endParaRPr lang="en-US" sz="576" dirty="0"/>
          </a:p>
        </p:txBody>
      </p:sp>
      <p:sp>
        <p:nvSpPr>
          <p:cNvPr id="84" name="Text 81"/>
          <p:cNvSpPr/>
          <p:nvPr/>
        </p:nvSpPr>
        <p:spPr>
          <a:xfrm>
            <a:off x="2329400" y="4601342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12.781</a:t>
            </a:r>
            <a:endParaRPr lang="en-US" sz="576" dirty="0"/>
          </a:p>
        </p:txBody>
      </p:sp>
      <p:sp>
        <p:nvSpPr>
          <p:cNvPr id="85" name="Text 82"/>
          <p:cNvSpPr/>
          <p:nvPr/>
        </p:nvSpPr>
        <p:spPr>
          <a:xfrm>
            <a:off x="2812186" y="4601342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25.419</a:t>
            </a:r>
            <a:endParaRPr lang="en-US" sz="576" dirty="0"/>
          </a:p>
        </p:txBody>
      </p:sp>
      <p:sp>
        <p:nvSpPr>
          <p:cNvPr id="86" name="Text 83"/>
          <p:cNvSpPr/>
          <p:nvPr/>
        </p:nvSpPr>
        <p:spPr>
          <a:xfrm>
            <a:off x="3294972" y="4601342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41.761</a:t>
            </a:r>
            <a:endParaRPr lang="en-US" sz="576" dirty="0"/>
          </a:p>
        </p:txBody>
      </p:sp>
      <p:sp>
        <p:nvSpPr>
          <p:cNvPr id="87" name="Text 84"/>
          <p:cNvSpPr/>
          <p:nvPr/>
        </p:nvSpPr>
        <p:spPr>
          <a:xfrm>
            <a:off x="3777759" y="4601342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53.460</a:t>
            </a:r>
            <a:endParaRPr lang="en-US" sz="576" dirty="0"/>
          </a:p>
        </p:txBody>
      </p:sp>
      <p:sp>
        <p:nvSpPr>
          <p:cNvPr id="88" name="Text 85"/>
          <p:cNvSpPr/>
          <p:nvPr/>
        </p:nvSpPr>
        <p:spPr>
          <a:xfrm>
            <a:off x="4260545" y="4601342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53.460</a:t>
            </a:r>
            <a:endParaRPr lang="en-US" sz="576" dirty="0"/>
          </a:p>
        </p:txBody>
      </p:sp>
      <p:sp>
        <p:nvSpPr>
          <p:cNvPr id="89" name="Text 86"/>
          <p:cNvSpPr/>
          <p:nvPr/>
        </p:nvSpPr>
        <p:spPr>
          <a:xfrm>
            <a:off x="4743331" y="4601342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74.819</a:t>
            </a:r>
            <a:endParaRPr lang="en-US" sz="576" dirty="0"/>
          </a:p>
        </p:txBody>
      </p:sp>
      <p:sp>
        <p:nvSpPr>
          <p:cNvPr id="90" name="Text 87"/>
          <p:cNvSpPr/>
          <p:nvPr/>
        </p:nvSpPr>
        <p:spPr>
          <a:xfrm>
            <a:off x="9303014" y="1796230"/>
            <a:ext cx="10277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91" name="Text 88"/>
          <p:cNvSpPr/>
          <p:nvPr/>
        </p:nvSpPr>
        <p:spPr>
          <a:xfrm>
            <a:off x="8324195" y="1967680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51,1 %</a:t>
            </a:r>
            <a:endParaRPr lang="en-US" sz="636" dirty="0"/>
          </a:p>
        </p:txBody>
      </p:sp>
      <p:sp>
        <p:nvSpPr>
          <p:cNvPr id="92" name="Text 89"/>
          <p:cNvSpPr/>
          <p:nvPr/>
        </p:nvSpPr>
        <p:spPr>
          <a:xfrm>
            <a:off x="7345377" y="210579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24.847</a:t>
            </a:r>
            <a:endParaRPr lang="en-US" sz="636" dirty="0"/>
          </a:p>
        </p:txBody>
      </p:sp>
      <p:sp>
        <p:nvSpPr>
          <p:cNvPr id="93" name="Text 90"/>
          <p:cNvSpPr/>
          <p:nvPr/>
        </p:nvSpPr>
        <p:spPr>
          <a:xfrm>
            <a:off x="8324195" y="210579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36,8 %</a:t>
            </a:r>
            <a:endParaRPr lang="en-US" sz="636" dirty="0"/>
          </a:p>
        </p:txBody>
      </p:sp>
      <p:sp>
        <p:nvSpPr>
          <p:cNvPr id="94" name="Text 91"/>
          <p:cNvSpPr/>
          <p:nvPr/>
        </p:nvSpPr>
        <p:spPr>
          <a:xfrm>
            <a:off x="7345377" y="2248667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27.980</a:t>
            </a:r>
            <a:endParaRPr lang="en-US" sz="636" dirty="0"/>
          </a:p>
        </p:txBody>
      </p:sp>
      <p:sp>
        <p:nvSpPr>
          <p:cNvPr id="95" name="Text 92"/>
          <p:cNvSpPr/>
          <p:nvPr/>
        </p:nvSpPr>
        <p:spPr>
          <a:xfrm>
            <a:off x="8324195" y="2248667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54,4 %</a:t>
            </a:r>
            <a:endParaRPr lang="en-US" sz="636" dirty="0"/>
          </a:p>
        </p:txBody>
      </p:sp>
      <p:sp>
        <p:nvSpPr>
          <p:cNvPr id="96" name="Text 93"/>
          <p:cNvSpPr/>
          <p:nvPr/>
        </p:nvSpPr>
        <p:spPr>
          <a:xfrm>
            <a:off x="7345377" y="239154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29.373</a:t>
            </a:r>
            <a:endParaRPr lang="en-US" sz="636" dirty="0"/>
          </a:p>
        </p:txBody>
      </p:sp>
      <p:sp>
        <p:nvSpPr>
          <p:cNvPr id="97" name="Text 94"/>
          <p:cNvSpPr/>
          <p:nvPr/>
        </p:nvSpPr>
        <p:spPr>
          <a:xfrm>
            <a:off x="8324195" y="239154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42,9 %</a:t>
            </a:r>
            <a:endParaRPr lang="en-US" sz="636" dirty="0"/>
          </a:p>
        </p:txBody>
      </p:sp>
      <p:sp>
        <p:nvSpPr>
          <p:cNvPr id="98" name="Text 95"/>
          <p:cNvSpPr/>
          <p:nvPr/>
        </p:nvSpPr>
        <p:spPr>
          <a:xfrm>
            <a:off x="7345377" y="2534417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29.373</a:t>
            </a:r>
            <a:endParaRPr lang="en-US" sz="636" dirty="0"/>
          </a:p>
        </p:txBody>
      </p:sp>
      <p:sp>
        <p:nvSpPr>
          <p:cNvPr id="99" name="Text 96"/>
          <p:cNvSpPr/>
          <p:nvPr/>
        </p:nvSpPr>
        <p:spPr>
          <a:xfrm>
            <a:off x="8324195" y="2534417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59,3 %</a:t>
            </a:r>
            <a:endParaRPr lang="en-US" sz="636" dirty="0"/>
          </a:p>
        </p:txBody>
      </p:sp>
      <p:sp>
        <p:nvSpPr>
          <p:cNvPr id="100" name="Text 97"/>
          <p:cNvSpPr/>
          <p:nvPr/>
        </p:nvSpPr>
        <p:spPr>
          <a:xfrm>
            <a:off x="7345377" y="267729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39.285</a:t>
            </a:r>
            <a:endParaRPr lang="en-US" sz="636" dirty="0"/>
          </a:p>
        </p:txBody>
      </p:sp>
      <p:sp>
        <p:nvSpPr>
          <p:cNvPr id="101" name="Text 98"/>
          <p:cNvSpPr/>
          <p:nvPr/>
        </p:nvSpPr>
        <p:spPr>
          <a:xfrm>
            <a:off x="8324195" y="267729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50,1 %</a:t>
            </a:r>
            <a:endParaRPr lang="en-US" sz="636" dirty="0"/>
          </a:p>
        </p:txBody>
      </p:sp>
      <p:sp>
        <p:nvSpPr>
          <p:cNvPr id="102" name="Text 99"/>
          <p:cNvSpPr/>
          <p:nvPr/>
        </p:nvSpPr>
        <p:spPr>
          <a:xfrm>
            <a:off x="8324195" y="2820167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49,2 %</a:t>
            </a:r>
            <a:endParaRPr lang="en-US" sz="636" dirty="0"/>
          </a:p>
        </p:txBody>
      </p:sp>
      <p:sp>
        <p:nvSpPr>
          <p:cNvPr id="103" name="Text 100"/>
          <p:cNvSpPr/>
          <p:nvPr/>
        </p:nvSpPr>
        <p:spPr>
          <a:xfrm>
            <a:off x="8574667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10.540</a:t>
            </a:r>
            <a:endParaRPr lang="en-US" sz="552" dirty="0"/>
          </a:p>
        </p:txBody>
      </p:sp>
      <p:sp>
        <p:nvSpPr>
          <p:cNvPr id="104" name="Text 101"/>
          <p:cNvSpPr/>
          <p:nvPr/>
        </p:nvSpPr>
        <p:spPr>
          <a:xfrm>
            <a:off x="9057453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11.869</a:t>
            </a:r>
            <a:endParaRPr lang="en-US" sz="552" dirty="0"/>
          </a:p>
        </p:txBody>
      </p:sp>
      <p:sp>
        <p:nvSpPr>
          <p:cNvPr id="105" name="Text 102"/>
          <p:cNvSpPr/>
          <p:nvPr/>
        </p:nvSpPr>
        <p:spPr>
          <a:xfrm>
            <a:off x="9540240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12.460</a:t>
            </a:r>
            <a:endParaRPr lang="en-US" sz="552" dirty="0"/>
          </a:p>
        </p:txBody>
      </p:sp>
      <p:sp>
        <p:nvSpPr>
          <p:cNvPr id="106" name="Text 103"/>
          <p:cNvSpPr/>
          <p:nvPr/>
        </p:nvSpPr>
        <p:spPr>
          <a:xfrm>
            <a:off x="10023026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12.460</a:t>
            </a:r>
            <a:endParaRPr lang="en-US" sz="552" dirty="0"/>
          </a:p>
        </p:txBody>
      </p:sp>
      <p:sp>
        <p:nvSpPr>
          <p:cNvPr id="107" name="Text 104"/>
          <p:cNvSpPr/>
          <p:nvPr/>
        </p:nvSpPr>
        <p:spPr>
          <a:xfrm>
            <a:off x="10505812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16.662</a:t>
            </a:r>
            <a:endParaRPr lang="en-US" sz="552" dirty="0"/>
          </a:p>
        </p:txBody>
      </p:sp>
      <p:sp>
        <p:nvSpPr>
          <p:cNvPr id="108" name="Text 105"/>
          <p:cNvSpPr/>
          <p:nvPr/>
        </p:nvSpPr>
        <p:spPr>
          <a:xfrm>
            <a:off x="10988599" y="3405955"/>
            <a:ext cx="73319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67.420</a:t>
            </a:r>
            <a:endParaRPr lang="en-US" sz="552" dirty="0"/>
          </a:p>
        </p:txBody>
      </p:sp>
      <p:sp>
        <p:nvSpPr>
          <p:cNvPr id="109" name="Text 106"/>
          <p:cNvSpPr/>
          <p:nvPr/>
        </p:nvSpPr>
        <p:spPr>
          <a:xfrm>
            <a:off x="10988599" y="36678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24.996</a:t>
            </a:r>
            <a:endParaRPr lang="en-US" sz="552" dirty="0"/>
          </a:p>
        </p:txBody>
      </p:sp>
      <p:sp>
        <p:nvSpPr>
          <p:cNvPr id="110" name="Text 107"/>
          <p:cNvSpPr/>
          <p:nvPr/>
        </p:nvSpPr>
        <p:spPr>
          <a:xfrm>
            <a:off x="10988599" y="38012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14.356</a:t>
            </a:r>
            <a:endParaRPr lang="en-US" sz="552" dirty="0"/>
          </a:p>
        </p:txBody>
      </p:sp>
      <p:sp>
        <p:nvSpPr>
          <p:cNvPr id="111" name="Text 108"/>
          <p:cNvSpPr/>
          <p:nvPr/>
        </p:nvSpPr>
        <p:spPr>
          <a:xfrm>
            <a:off x="8574667" y="46013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10.777</a:t>
            </a:r>
            <a:endParaRPr lang="en-US" sz="552" dirty="0"/>
          </a:p>
        </p:txBody>
      </p:sp>
      <p:sp>
        <p:nvSpPr>
          <p:cNvPr id="112" name="Text 109"/>
          <p:cNvSpPr/>
          <p:nvPr/>
        </p:nvSpPr>
        <p:spPr>
          <a:xfrm>
            <a:off x="9057453" y="46013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12.136</a:t>
            </a:r>
            <a:endParaRPr lang="en-US" sz="552" dirty="0"/>
          </a:p>
        </p:txBody>
      </p:sp>
      <p:sp>
        <p:nvSpPr>
          <p:cNvPr id="113" name="Text 110"/>
          <p:cNvSpPr/>
          <p:nvPr/>
        </p:nvSpPr>
        <p:spPr>
          <a:xfrm>
            <a:off x="9540240" y="46013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12.740</a:t>
            </a:r>
            <a:endParaRPr lang="en-US" sz="552" dirty="0"/>
          </a:p>
        </p:txBody>
      </p:sp>
      <p:sp>
        <p:nvSpPr>
          <p:cNvPr id="114" name="Text 111"/>
          <p:cNvSpPr/>
          <p:nvPr/>
        </p:nvSpPr>
        <p:spPr>
          <a:xfrm>
            <a:off x="10023026" y="46013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12.740</a:t>
            </a:r>
            <a:endParaRPr lang="en-US" sz="552" dirty="0"/>
          </a:p>
        </p:txBody>
      </p:sp>
      <p:sp>
        <p:nvSpPr>
          <p:cNvPr id="115" name="Text 112"/>
          <p:cNvSpPr/>
          <p:nvPr/>
        </p:nvSpPr>
        <p:spPr>
          <a:xfrm>
            <a:off x="10505812" y="46013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17.041</a:t>
            </a:r>
            <a:endParaRPr lang="en-US" sz="552" dirty="0"/>
          </a:p>
        </p:txBody>
      </p:sp>
      <p:sp>
        <p:nvSpPr>
          <p:cNvPr id="116" name="Text 113"/>
          <p:cNvSpPr/>
          <p:nvPr/>
        </p:nvSpPr>
        <p:spPr>
          <a:xfrm>
            <a:off x="10988599" y="46013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68.940</a:t>
            </a:r>
            <a:endParaRPr lang="en-US" sz="552" dirty="0"/>
          </a:p>
        </p:txBody>
      </p:sp>
      <p:sp>
        <p:nvSpPr>
          <p:cNvPr id="117" name="Text 114"/>
          <p:cNvSpPr/>
          <p:nvPr/>
        </p:nvSpPr>
        <p:spPr>
          <a:xfrm>
            <a:off x="9540240" y="47346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10.483</a:t>
            </a:r>
            <a:endParaRPr lang="en-US" sz="552" dirty="0"/>
          </a:p>
        </p:txBody>
      </p:sp>
      <p:sp>
        <p:nvSpPr>
          <p:cNvPr id="118" name="Text 115"/>
          <p:cNvSpPr/>
          <p:nvPr/>
        </p:nvSpPr>
        <p:spPr>
          <a:xfrm>
            <a:off x="10023026" y="47346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10.483</a:t>
            </a:r>
            <a:endParaRPr lang="en-US" sz="552" dirty="0"/>
          </a:p>
        </p:txBody>
      </p:sp>
      <p:sp>
        <p:nvSpPr>
          <p:cNvPr id="119" name="Text 116"/>
          <p:cNvSpPr/>
          <p:nvPr/>
        </p:nvSpPr>
        <p:spPr>
          <a:xfrm>
            <a:off x="10505812" y="47346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14.019</a:t>
            </a:r>
            <a:endParaRPr lang="en-US" sz="552" dirty="0"/>
          </a:p>
        </p:txBody>
      </p:sp>
      <p:sp>
        <p:nvSpPr>
          <p:cNvPr id="120" name="Text 117"/>
          <p:cNvSpPr/>
          <p:nvPr/>
        </p:nvSpPr>
        <p:spPr>
          <a:xfrm>
            <a:off x="10988599" y="47346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56.723</a:t>
            </a:r>
            <a:endParaRPr lang="en-US" sz="552" dirty="0"/>
          </a:p>
        </p:txBody>
      </p:sp>
      <p:sp>
        <p:nvSpPr>
          <p:cNvPr id="121" name="Text 118"/>
          <p:cNvSpPr/>
          <p:nvPr/>
        </p:nvSpPr>
        <p:spPr>
          <a:xfrm>
            <a:off x="495288" y="1967680"/>
            <a:ext cx="114198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22" name="Text 119"/>
          <p:cNvSpPr/>
          <p:nvPr/>
        </p:nvSpPr>
        <p:spPr>
          <a:xfrm>
            <a:off x="495288" y="2248667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23" name="Text 120"/>
          <p:cNvSpPr/>
          <p:nvPr/>
        </p:nvSpPr>
        <p:spPr>
          <a:xfrm>
            <a:off x="495288" y="239154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24" name="Text 121"/>
          <p:cNvSpPr/>
          <p:nvPr/>
        </p:nvSpPr>
        <p:spPr>
          <a:xfrm>
            <a:off x="495288" y="267729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25" name="Text 122"/>
          <p:cNvSpPr/>
          <p:nvPr/>
        </p:nvSpPr>
        <p:spPr>
          <a:xfrm>
            <a:off x="495288" y="2820167"/>
            <a:ext cx="114198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26" name="Text 123"/>
          <p:cNvSpPr/>
          <p:nvPr/>
        </p:nvSpPr>
        <p:spPr>
          <a:xfrm>
            <a:off x="5226118" y="3234505"/>
            <a:ext cx="73319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27" name="Text 124"/>
          <p:cNvSpPr/>
          <p:nvPr/>
        </p:nvSpPr>
        <p:spPr>
          <a:xfrm>
            <a:off x="2329400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4.699</a:t>
            </a:r>
            <a:endParaRPr lang="en-US" sz="576" dirty="0"/>
          </a:p>
        </p:txBody>
      </p:sp>
      <p:sp>
        <p:nvSpPr>
          <p:cNvPr id="128" name="Text 125"/>
          <p:cNvSpPr/>
          <p:nvPr/>
        </p:nvSpPr>
        <p:spPr>
          <a:xfrm>
            <a:off x="2812186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9.346</a:t>
            </a:r>
            <a:endParaRPr lang="en-US" sz="576" dirty="0"/>
          </a:p>
        </p:txBody>
      </p:sp>
      <p:sp>
        <p:nvSpPr>
          <p:cNvPr id="129" name="Text 126"/>
          <p:cNvSpPr/>
          <p:nvPr/>
        </p:nvSpPr>
        <p:spPr>
          <a:xfrm>
            <a:off x="2329400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4.173</a:t>
            </a:r>
            <a:endParaRPr lang="en-US" sz="576" dirty="0"/>
          </a:p>
        </p:txBody>
      </p:sp>
      <p:sp>
        <p:nvSpPr>
          <p:cNvPr id="130" name="Text 127"/>
          <p:cNvSpPr/>
          <p:nvPr/>
        </p:nvSpPr>
        <p:spPr>
          <a:xfrm>
            <a:off x="2812186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8.300</a:t>
            </a:r>
            <a:endParaRPr lang="en-US" sz="576" dirty="0"/>
          </a:p>
        </p:txBody>
      </p:sp>
      <p:sp>
        <p:nvSpPr>
          <p:cNvPr id="131" name="Text 128"/>
          <p:cNvSpPr/>
          <p:nvPr/>
        </p:nvSpPr>
        <p:spPr>
          <a:xfrm>
            <a:off x="2329400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1.028</a:t>
            </a:r>
            <a:endParaRPr lang="en-US" sz="576" dirty="0"/>
          </a:p>
        </p:txBody>
      </p:sp>
      <p:sp>
        <p:nvSpPr>
          <p:cNvPr id="132" name="Text 129"/>
          <p:cNvSpPr/>
          <p:nvPr/>
        </p:nvSpPr>
        <p:spPr>
          <a:xfrm>
            <a:off x="2812186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2.044</a:t>
            </a:r>
            <a:endParaRPr lang="en-US" sz="576" dirty="0"/>
          </a:p>
        </p:txBody>
      </p:sp>
      <p:sp>
        <p:nvSpPr>
          <p:cNvPr id="133" name="Text 130"/>
          <p:cNvSpPr/>
          <p:nvPr/>
        </p:nvSpPr>
        <p:spPr>
          <a:xfrm>
            <a:off x="3294972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3.359</a:t>
            </a:r>
            <a:endParaRPr lang="en-US" sz="576" dirty="0"/>
          </a:p>
        </p:txBody>
      </p:sp>
      <p:sp>
        <p:nvSpPr>
          <p:cNvPr id="134" name="Text 131"/>
          <p:cNvSpPr/>
          <p:nvPr/>
        </p:nvSpPr>
        <p:spPr>
          <a:xfrm>
            <a:off x="3777759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4.299</a:t>
            </a:r>
            <a:endParaRPr lang="en-US" sz="576" dirty="0"/>
          </a:p>
        </p:txBody>
      </p:sp>
      <p:sp>
        <p:nvSpPr>
          <p:cNvPr id="135" name="Text 132"/>
          <p:cNvSpPr/>
          <p:nvPr/>
        </p:nvSpPr>
        <p:spPr>
          <a:xfrm>
            <a:off x="4260545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4.299</a:t>
            </a:r>
            <a:endParaRPr lang="en-US" sz="576" dirty="0"/>
          </a:p>
        </p:txBody>
      </p:sp>
      <p:sp>
        <p:nvSpPr>
          <p:cNvPr id="136" name="Text 133"/>
          <p:cNvSpPr/>
          <p:nvPr/>
        </p:nvSpPr>
        <p:spPr>
          <a:xfrm>
            <a:off x="4743331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6.018</a:t>
            </a:r>
            <a:endParaRPr lang="en-US" sz="576" dirty="0"/>
          </a:p>
        </p:txBody>
      </p:sp>
      <p:sp>
        <p:nvSpPr>
          <p:cNvPr id="137" name="Text 134"/>
          <p:cNvSpPr/>
          <p:nvPr/>
        </p:nvSpPr>
        <p:spPr>
          <a:xfrm>
            <a:off x="2812186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1.897</a:t>
            </a:r>
            <a:endParaRPr lang="en-US" sz="576" dirty="0"/>
          </a:p>
        </p:txBody>
      </p:sp>
      <p:sp>
        <p:nvSpPr>
          <p:cNvPr id="138" name="Text 135"/>
          <p:cNvSpPr/>
          <p:nvPr/>
        </p:nvSpPr>
        <p:spPr>
          <a:xfrm>
            <a:off x="3294972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3.117</a:t>
            </a:r>
            <a:endParaRPr lang="en-US" sz="576" dirty="0"/>
          </a:p>
        </p:txBody>
      </p:sp>
      <p:sp>
        <p:nvSpPr>
          <p:cNvPr id="139" name="Text 136"/>
          <p:cNvSpPr/>
          <p:nvPr/>
        </p:nvSpPr>
        <p:spPr>
          <a:xfrm>
            <a:off x="3777759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3.990</a:t>
            </a:r>
            <a:endParaRPr lang="en-US" sz="576" dirty="0"/>
          </a:p>
        </p:txBody>
      </p:sp>
      <p:sp>
        <p:nvSpPr>
          <p:cNvPr id="140" name="Text 137"/>
          <p:cNvSpPr/>
          <p:nvPr/>
        </p:nvSpPr>
        <p:spPr>
          <a:xfrm>
            <a:off x="4260545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3.990</a:t>
            </a:r>
            <a:endParaRPr lang="en-US" sz="576" dirty="0"/>
          </a:p>
        </p:txBody>
      </p:sp>
      <p:sp>
        <p:nvSpPr>
          <p:cNvPr id="141" name="Text 138"/>
          <p:cNvSpPr/>
          <p:nvPr/>
        </p:nvSpPr>
        <p:spPr>
          <a:xfrm>
            <a:off x="4743331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5.585</a:t>
            </a:r>
            <a:endParaRPr lang="en-US" sz="576" dirty="0"/>
          </a:p>
        </p:txBody>
      </p:sp>
      <p:sp>
        <p:nvSpPr>
          <p:cNvPr id="142" name="Text 139"/>
          <p:cNvSpPr/>
          <p:nvPr/>
        </p:nvSpPr>
        <p:spPr>
          <a:xfrm>
            <a:off x="2812186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1.325</a:t>
            </a:r>
            <a:endParaRPr lang="en-US" sz="576" dirty="0"/>
          </a:p>
        </p:txBody>
      </p:sp>
      <p:sp>
        <p:nvSpPr>
          <p:cNvPr id="143" name="Text 140"/>
          <p:cNvSpPr/>
          <p:nvPr/>
        </p:nvSpPr>
        <p:spPr>
          <a:xfrm>
            <a:off x="3294972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2.176</a:t>
            </a:r>
            <a:endParaRPr lang="en-US" sz="576" dirty="0"/>
          </a:p>
        </p:txBody>
      </p:sp>
      <p:sp>
        <p:nvSpPr>
          <p:cNvPr id="144" name="Text 141"/>
          <p:cNvSpPr/>
          <p:nvPr/>
        </p:nvSpPr>
        <p:spPr>
          <a:xfrm>
            <a:off x="3777759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2.786</a:t>
            </a:r>
            <a:endParaRPr lang="en-US" sz="576" dirty="0"/>
          </a:p>
        </p:txBody>
      </p:sp>
      <p:sp>
        <p:nvSpPr>
          <p:cNvPr id="145" name="Text 142"/>
          <p:cNvSpPr/>
          <p:nvPr/>
        </p:nvSpPr>
        <p:spPr>
          <a:xfrm>
            <a:off x="4260545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2.786</a:t>
            </a:r>
            <a:endParaRPr lang="en-US" sz="576" dirty="0"/>
          </a:p>
        </p:txBody>
      </p:sp>
      <p:sp>
        <p:nvSpPr>
          <p:cNvPr id="146" name="Text 143"/>
          <p:cNvSpPr/>
          <p:nvPr/>
        </p:nvSpPr>
        <p:spPr>
          <a:xfrm>
            <a:off x="4743331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3.898</a:t>
            </a:r>
            <a:endParaRPr lang="en-US" sz="576" dirty="0"/>
          </a:p>
        </p:txBody>
      </p:sp>
      <p:sp>
        <p:nvSpPr>
          <p:cNvPr id="147" name="Text 144"/>
          <p:cNvSpPr/>
          <p:nvPr/>
        </p:nvSpPr>
        <p:spPr>
          <a:xfrm>
            <a:off x="3294972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1.126</a:t>
            </a:r>
            <a:endParaRPr lang="en-US" sz="576" dirty="0"/>
          </a:p>
        </p:txBody>
      </p:sp>
      <p:sp>
        <p:nvSpPr>
          <p:cNvPr id="148" name="Text 145"/>
          <p:cNvSpPr/>
          <p:nvPr/>
        </p:nvSpPr>
        <p:spPr>
          <a:xfrm>
            <a:off x="3777759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1.442</a:t>
            </a:r>
            <a:endParaRPr lang="en-US" sz="576" dirty="0"/>
          </a:p>
        </p:txBody>
      </p:sp>
      <p:sp>
        <p:nvSpPr>
          <p:cNvPr id="149" name="Text 146"/>
          <p:cNvSpPr/>
          <p:nvPr/>
        </p:nvSpPr>
        <p:spPr>
          <a:xfrm>
            <a:off x="4260545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1.442</a:t>
            </a:r>
            <a:endParaRPr lang="en-US" sz="576" dirty="0"/>
          </a:p>
        </p:txBody>
      </p:sp>
      <p:sp>
        <p:nvSpPr>
          <p:cNvPr id="150" name="Text 147"/>
          <p:cNvSpPr/>
          <p:nvPr/>
        </p:nvSpPr>
        <p:spPr>
          <a:xfrm>
            <a:off x="4743331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2.018</a:t>
            </a:r>
            <a:endParaRPr lang="en-US" sz="576" dirty="0"/>
          </a:p>
        </p:txBody>
      </p:sp>
      <p:sp>
        <p:nvSpPr>
          <p:cNvPr id="151" name="Text 148"/>
          <p:cNvSpPr/>
          <p:nvPr/>
        </p:nvSpPr>
        <p:spPr>
          <a:xfrm>
            <a:off x="5226118" y="40679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7.059</a:t>
            </a:r>
            <a:endParaRPr lang="en-US" sz="576" dirty="0"/>
          </a:p>
        </p:txBody>
      </p:sp>
      <p:sp>
        <p:nvSpPr>
          <p:cNvPr id="152" name="Text 149"/>
          <p:cNvSpPr/>
          <p:nvPr/>
        </p:nvSpPr>
        <p:spPr>
          <a:xfrm>
            <a:off x="3777759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1.032</a:t>
            </a:r>
            <a:endParaRPr lang="en-US" sz="576" dirty="0"/>
          </a:p>
        </p:txBody>
      </p:sp>
      <p:sp>
        <p:nvSpPr>
          <p:cNvPr id="153" name="Text 150"/>
          <p:cNvSpPr/>
          <p:nvPr/>
        </p:nvSpPr>
        <p:spPr>
          <a:xfrm>
            <a:off x="4260545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1.032</a:t>
            </a:r>
            <a:endParaRPr lang="en-US" sz="576" dirty="0"/>
          </a:p>
        </p:txBody>
      </p:sp>
      <p:sp>
        <p:nvSpPr>
          <p:cNvPr id="154" name="Text 151"/>
          <p:cNvSpPr/>
          <p:nvPr/>
        </p:nvSpPr>
        <p:spPr>
          <a:xfrm>
            <a:off x="4743331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1.445</a:t>
            </a:r>
            <a:endParaRPr lang="en-US" sz="576" dirty="0"/>
          </a:p>
        </p:txBody>
      </p:sp>
      <p:sp>
        <p:nvSpPr>
          <p:cNvPr id="155" name="Text 152"/>
          <p:cNvSpPr/>
          <p:nvPr/>
        </p:nvSpPr>
        <p:spPr>
          <a:xfrm>
            <a:off x="5226118" y="42012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5.053</a:t>
            </a:r>
            <a:endParaRPr lang="en-US" sz="576" dirty="0"/>
          </a:p>
        </p:txBody>
      </p:sp>
      <p:sp>
        <p:nvSpPr>
          <p:cNvPr id="156" name="Text 153"/>
          <p:cNvSpPr/>
          <p:nvPr/>
        </p:nvSpPr>
        <p:spPr>
          <a:xfrm>
            <a:off x="4743331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1.300</a:t>
            </a:r>
            <a:endParaRPr lang="en-US" sz="576" dirty="0"/>
          </a:p>
        </p:txBody>
      </p:sp>
      <p:sp>
        <p:nvSpPr>
          <p:cNvPr id="157" name="Text 154"/>
          <p:cNvSpPr/>
          <p:nvPr/>
        </p:nvSpPr>
        <p:spPr>
          <a:xfrm>
            <a:off x="5226118" y="43346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4.544</a:t>
            </a:r>
            <a:endParaRPr lang="en-US" sz="576" dirty="0"/>
          </a:p>
        </p:txBody>
      </p:sp>
      <p:sp>
        <p:nvSpPr>
          <p:cNvPr id="158" name="Text 155"/>
          <p:cNvSpPr/>
          <p:nvPr/>
        </p:nvSpPr>
        <p:spPr>
          <a:xfrm>
            <a:off x="3294972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1.461</a:t>
            </a:r>
            <a:endParaRPr lang="en-US" sz="576" dirty="0"/>
          </a:p>
        </p:txBody>
      </p:sp>
      <p:sp>
        <p:nvSpPr>
          <p:cNvPr id="159" name="Text 156"/>
          <p:cNvSpPr/>
          <p:nvPr/>
        </p:nvSpPr>
        <p:spPr>
          <a:xfrm>
            <a:off x="3777759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1.870</a:t>
            </a:r>
            <a:endParaRPr lang="en-US" sz="576" dirty="0"/>
          </a:p>
        </p:txBody>
      </p:sp>
      <p:sp>
        <p:nvSpPr>
          <p:cNvPr id="160" name="Text 157"/>
          <p:cNvSpPr/>
          <p:nvPr/>
        </p:nvSpPr>
        <p:spPr>
          <a:xfrm>
            <a:off x="4260545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1.870</a:t>
            </a:r>
            <a:endParaRPr lang="en-US" sz="576" dirty="0"/>
          </a:p>
        </p:txBody>
      </p:sp>
      <p:sp>
        <p:nvSpPr>
          <p:cNvPr id="161" name="Text 158"/>
          <p:cNvSpPr/>
          <p:nvPr/>
        </p:nvSpPr>
        <p:spPr>
          <a:xfrm>
            <a:off x="4743331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2.617</a:t>
            </a:r>
            <a:endParaRPr lang="en-US" sz="576" dirty="0"/>
          </a:p>
        </p:txBody>
      </p:sp>
      <p:sp>
        <p:nvSpPr>
          <p:cNvPr id="162" name="Text 159"/>
          <p:cNvSpPr/>
          <p:nvPr/>
        </p:nvSpPr>
        <p:spPr>
          <a:xfrm>
            <a:off x="5226118" y="44679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9.154</a:t>
            </a:r>
            <a:endParaRPr lang="en-US" sz="576" dirty="0"/>
          </a:p>
        </p:txBody>
      </p:sp>
      <p:sp>
        <p:nvSpPr>
          <p:cNvPr id="163" name="Text 160"/>
          <p:cNvSpPr/>
          <p:nvPr/>
        </p:nvSpPr>
        <p:spPr>
          <a:xfrm>
            <a:off x="504812" y="4601342"/>
            <a:ext cx="1915817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576" dirty="0"/>
          </a:p>
        </p:txBody>
      </p:sp>
      <p:sp>
        <p:nvSpPr>
          <p:cNvPr id="164" name="Text 161"/>
          <p:cNvSpPr/>
          <p:nvPr/>
        </p:nvSpPr>
        <p:spPr>
          <a:xfrm>
            <a:off x="7345377" y="1796230"/>
            <a:ext cx="10277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165" name="Text 162"/>
          <p:cNvSpPr/>
          <p:nvPr/>
        </p:nvSpPr>
        <p:spPr>
          <a:xfrm>
            <a:off x="6257769" y="1967680"/>
            <a:ext cx="114198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66" name="Text 163"/>
          <p:cNvSpPr/>
          <p:nvPr/>
        </p:nvSpPr>
        <p:spPr>
          <a:xfrm>
            <a:off x="7345377" y="1967680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8.083</a:t>
            </a:r>
            <a:endParaRPr lang="en-US" sz="636" dirty="0"/>
          </a:p>
        </p:txBody>
      </p:sp>
      <p:sp>
        <p:nvSpPr>
          <p:cNvPr id="167" name="Text 164"/>
          <p:cNvSpPr/>
          <p:nvPr/>
        </p:nvSpPr>
        <p:spPr>
          <a:xfrm>
            <a:off x="10281832" y="1967680"/>
            <a:ext cx="1485305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7,8 %</a:t>
            </a:r>
            <a:endParaRPr lang="en-US" sz="636" dirty="0"/>
          </a:p>
        </p:txBody>
      </p:sp>
      <p:sp>
        <p:nvSpPr>
          <p:cNvPr id="168" name="Text 165"/>
          <p:cNvSpPr/>
          <p:nvPr/>
        </p:nvSpPr>
        <p:spPr>
          <a:xfrm>
            <a:off x="10281832" y="2105792"/>
            <a:ext cx="14853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4,8 %</a:t>
            </a:r>
            <a:endParaRPr lang="en-US" sz="636" dirty="0"/>
          </a:p>
        </p:txBody>
      </p:sp>
      <p:sp>
        <p:nvSpPr>
          <p:cNvPr id="169" name="Text 166"/>
          <p:cNvSpPr/>
          <p:nvPr/>
        </p:nvSpPr>
        <p:spPr>
          <a:xfrm>
            <a:off x="6257769" y="2248667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70" name="Text 167"/>
          <p:cNvSpPr/>
          <p:nvPr/>
        </p:nvSpPr>
        <p:spPr>
          <a:xfrm>
            <a:off x="10281832" y="2248667"/>
            <a:ext cx="14853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4,0 %</a:t>
            </a:r>
            <a:endParaRPr lang="en-US" sz="636" dirty="0"/>
          </a:p>
        </p:txBody>
      </p:sp>
      <p:sp>
        <p:nvSpPr>
          <p:cNvPr id="171" name="Text 168"/>
          <p:cNvSpPr/>
          <p:nvPr/>
        </p:nvSpPr>
        <p:spPr>
          <a:xfrm>
            <a:off x="6257769" y="239154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72" name="Text 169"/>
          <p:cNvSpPr/>
          <p:nvPr/>
        </p:nvSpPr>
        <p:spPr>
          <a:xfrm>
            <a:off x="10281832" y="2391542"/>
            <a:ext cx="14853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3,7 %</a:t>
            </a:r>
            <a:endParaRPr lang="en-US" sz="636" dirty="0"/>
          </a:p>
        </p:txBody>
      </p:sp>
      <p:sp>
        <p:nvSpPr>
          <p:cNvPr id="173" name="Text 170"/>
          <p:cNvSpPr/>
          <p:nvPr/>
        </p:nvSpPr>
        <p:spPr>
          <a:xfrm>
            <a:off x="10281832" y="2534417"/>
            <a:ext cx="14853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4,3 %</a:t>
            </a:r>
            <a:endParaRPr lang="en-US" sz="636" dirty="0"/>
          </a:p>
        </p:txBody>
      </p:sp>
      <p:sp>
        <p:nvSpPr>
          <p:cNvPr id="174" name="Text 171"/>
          <p:cNvSpPr/>
          <p:nvPr/>
        </p:nvSpPr>
        <p:spPr>
          <a:xfrm>
            <a:off x="6257769" y="267729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75" name="Text 172"/>
          <p:cNvSpPr/>
          <p:nvPr/>
        </p:nvSpPr>
        <p:spPr>
          <a:xfrm>
            <a:off x="10281832" y="2677292"/>
            <a:ext cx="14853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5,0 %</a:t>
            </a:r>
            <a:endParaRPr lang="en-US" sz="636" dirty="0"/>
          </a:p>
        </p:txBody>
      </p:sp>
      <p:sp>
        <p:nvSpPr>
          <p:cNvPr id="176" name="Text 173"/>
          <p:cNvSpPr/>
          <p:nvPr/>
        </p:nvSpPr>
        <p:spPr>
          <a:xfrm>
            <a:off x="6257769" y="2820167"/>
            <a:ext cx="114198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77" name="Text 174"/>
          <p:cNvSpPr/>
          <p:nvPr/>
        </p:nvSpPr>
        <p:spPr>
          <a:xfrm>
            <a:off x="9303014" y="2820167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3.073</a:t>
            </a:r>
            <a:endParaRPr lang="en-US" sz="636" dirty="0"/>
          </a:p>
        </p:txBody>
      </p:sp>
      <p:sp>
        <p:nvSpPr>
          <p:cNvPr id="178" name="Text 175"/>
          <p:cNvSpPr/>
          <p:nvPr/>
        </p:nvSpPr>
        <p:spPr>
          <a:xfrm>
            <a:off x="10281832" y="2820167"/>
            <a:ext cx="1485305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3,9 %</a:t>
            </a:r>
            <a:endParaRPr lang="en-US" sz="636" dirty="0"/>
          </a:p>
        </p:txBody>
      </p:sp>
      <p:sp>
        <p:nvSpPr>
          <p:cNvPr id="179" name="Text 176"/>
          <p:cNvSpPr/>
          <p:nvPr/>
        </p:nvSpPr>
        <p:spPr>
          <a:xfrm>
            <a:off x="10988599" y="3234505"/>
            <a:ext cx="73319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80" name="Text 177"/>
          <p:cNvSpPr/>
          <p:nvPr/>
        </p:nvSpPr>
        <p:spPr>
          <a:xfrm>
            <a:off x="8091881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3.429</a:t>
            </a:r>
            <a:endParaRPr lang="en-US" sz="552" dirty="0"/>
          </a:p>
        </p:txBody>
      </p:sp>
      <p:sp>
        <p:nvSpPr>
          <p:cNvPr id="181" name="Text 178"/>
          <p:cNvSpPr/>
          <p:nvPr/>
        </p:nvSpPr>
        <p:spPr>
          <a:xfrm>
            <a:off x="10988599" y="35345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3.073</a:t>
            </a:r>
            <a:endParaRPr lang="en-US" sz="552" dirty="0"/>
          </a:p>
        </p:txBody>
      </p:sp>
      <p:sp>
        <p:nvSpPr>
          <p:cNvPr id="182" name="Text 179"/>
          <p:cNvSpPr/>
          <p:nvPr/>
        </p:nvSpPr>
        <p:spPr>
          <a:xfrm>
            <a:off x="8091881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1.271</a:t>
            </a:r>
            <a:endParaRPr lang="en-US" sz="552" dirty="0"/>
          </a:p>
        </p:txBody>
      </p:sp>
      <p:sp>
        <p:nvSpPr>
          <p:cNvPr id="183" name="Text 180"/>
          <p:cNvSpPr/>
          <p:nvPr/>
        </p:nvSpPr>
        <p:spPr>
          <a:xfrm>
            <a:off x="8574667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3.908</a:t>
            </a:r>
            <a:endParaRPr lang="en-US" sz="552" dirty="0"/>
          </a:p>
        </p:txBody>
      </p:sp>
      <p:sp>
        <p:nvSpPr>
          <p:cNvPr id="184" name="Text 181"/>
          <p:cNvSpPr/>
          <p:nvPr/>
        </p:nvSpPr>
        <p:spPr>
          <a:xfrm>
            <a:off x="9057453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4.400</a:t>
            </a:r>
            <a:endParaRPr lang="en-US" sz="552" dirty="0"/>
          </a:p>
        </p:txBody>
      </p:sp>
      <p:sp>
        <p:nvSpPr>
          <p:cNvPr id="185" name="Text 182"/>
          <p:cNvSpPr/>
          <p:nvPr/>
        </p:nvSpPr>
        <p:spPr>
          <a:xfrm>
            <a:off x="9540240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4.619</a:t>
            </a:r>
            <a:endParaRPr lang="en-US" sz="552" dirty="0"/>
          </a:p>
        </p:txBody>
      </p:sp>
      <p:sp>
        <p:nvSpPr>
          <p:cNvPr id="186" name="Text 183"/>
          <p:cNvSpPr/>
          <p:nvPr/>
        </p:nvSpPr>
        <p:spPr>
          <a:xfrm>
            <a:off x="10023026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4.619</a:t>
            </a:r>
            <a:endParaRPr lang="en-US" sz="552" dirty="0"/>
          </a:p>
        </p:txBody>
      </p:sp>
      <p:sp>
        <p:nvSpPr>
          <p:cNvPr id="187" name="Text 184"/>
          <p:cNvSpPr/>
          <p:nvPr/>
        </p:nvSpPr>
        <p:spPr>
          <a:xfrm>
            <a:off x="10505812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6.179</a:t>
            </a:r>
            <a:endParaRPr lang="en-US" sz="552" dirty="0"/>
          </a:p>
        </p:txBody>
      </p:sp>
      <p:sp>
        <p:nvSpPr>
          <p:cNvPr id="188" name="Text 185"/>
          <p:cNvSpPr/>
          <p:nvPr/>
        </p:nvSpPr>
        <p:spPr>
          <a:xfrm>
            <a:off x="8574667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2.244</a:t>
            </a:r>
            <a:endParaRPr lang="en-US" sz="552" dirty="0"/>
          </a:p>
        </p:txBody>
      </p:sp>
      <p:sp>
        <p:nvSpPr>
          <p:cNvPr id="189" name="Text 186"/>
          <p:cNvSpPr/>
          <p:nvPr/>
        </p:nvSpPr>
        <p:spPr>
          <a:xfrm>
            <a:off x="9057453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2.527</a:t>
            </a:r>
            <a:endParaRPr lang="en-US" sz="552" dirty="0"/>
          </a:p>
        </p:txBody>
      </p:sp>
      <p:sp>
        <p:nvSpPr>
          <p:cNvPr id="190" name="Text 187"/>
          <p:cNvSpPr/>
          <p:nvPr/>
        </p:nvSpPr>
        <p:spPr>
          <a:xfrm>
            <a:off x="9540240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2.653</a:t>
            </a:r>
            <a:endParaRPr lang="en-US" sz="552" dirty="0"/>
          </a:p>
        </p:txBody>
      </p:sp>
      <p:sp>
        <p:nvSpPr>
          <p:cNvPr id="191" name="Text 188"/>
          <p:cNvSpPr/>
          <p:nvPr/>
        </p:nvSpPr>
        <p:spPr>
          <a:xfrm>
            <a:off x="10023026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2.653</a:t>
            </a:r>
            <a:endParaRPr lang="en-US" sz="552" dirty="0"/>
          </a:p>
        </p:txBody>
      </p:sp>
      <p:sp>
        <p:nvSpPr>
          <p:cNvPr id="192" name="Text 189"/>
          <p:cNvSpPr/>
          <p:nvPr/>
        </p:nvSpPr>
        <p:spPr>
          <a:xfrm>
            <a:off x="10505812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3.549</a:t>
            </a:r>
            <a:endParaRPr lang="en-US" sz="552" dirty="0"/>
          </a:p>
        </p:txBody>
      </p:sp>
      <p:sp>
        <p:nvSpPr>
          <p:cNvPr id="193" name="Text 190"/>
          <p:cNvSpPr/>
          <p:nvPr/>
        </p:nvSpPr>
        <p:spPr>
          <a:xfrm>
            <a:off x="9057453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1.035</a:t>
            </a:r>
            <a:endParaRPr lang="en-US" sz="552" dirty="0"/>
          </a:p>
        </p:txBody>
      </p:sp>
      <p:sp>
        <p:nvSpPr>
          <p:cNvPr id="194" name="Text 191"/>
          <p:cNvSpPr/>
          <p:nvPr/>
        </p:nvSpPr>
        <p:spPr>
          <a:xfrm>
            <a:off x="9540240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1.087</a:t>
            </a:r>
            <a:endParaRPr lang="en-US" sz="552" dirty="0"/>
          </a:p>
        </p:txBody>
      </p:sp>
      <p:sp>
        <p:nvSpPr>
          <p:cNvPr id="195" name="Text 192"/>
          <p:cNvSpPr/>
          <p:nvPr/>
        </p:nvSpPr>
        <p:spPr>
          <a:xfrm>
            <a:off x="10023026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1.087</a:t>
            </a:r>
            <a:endParaRPr lang="en-US" sz="552" dirty="0"/>
          </a:p>
        </p:txBody>
      </p:sp>
      <p:sp>
        <p:nvSpPr>
          <p:cNvPr id="196" name="Text 193"/>
          <p:cNvSpPr/>
          <p:nvPr/>
        </p:nvSpPr>
        <p:spPr>
          <a:xfrm>
            <a:off x="10505812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1.454</a:t>
            </a:r>
            <a:endParaRPr lang="en-US" sz="552" dirty="0"/>
          </a:p>
        </p:txBody>
      </p:sp>
      <p:sp>
        <p:nvSpPr>
          <p:cNvPr id="197" name="Text 194"/>
          <p:cNvSpPr/>
          <p:nvPr/>
        </p:nvSpPr>
        <p:spPr>
          <a:xfrm>
            <a:off x="10988599" y="39345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5.881</a:t>
            </a:r>
            <a:endParaRPr lang="en-US" sz="552" dirty="0"/>
          </a:p>
        </p:txBody>
      </p:sp>
      <p:sp>
        <p:nvSpPr>
          <p:cNvPr id="198" name="Text 195"/>
          <p:cNvSpPr/>
          <p:nvPr/>
        </p:nvSpPr>
        <p:spPr>
          <a:xfrm>
            <a:off x="8574667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1.098</a:t>
            </a:r>
            <a:endParaRPr lang="en-US" sz="552" dirty="0"/>
          </a:p>
        </p:txBody>
      </p:sp>
      <p:sp>
        <p:nvSpPr>
          <p:cNvPr id="199" name="Text 196"/>
          <p:cNvSpPr/>
          <p:nvPr/>
        </p:nvSpPr>
        <p:spPr>
          <a:xfrm>
            <a:off x="9057453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1.237</a:t>
            </a:r>
            <a:endParaRPr lang="en-US" sz="552" dirty="0"/>
          </a:p>
        </p:txBody>
      </p:sp>
      <p:sp>
        <p:nvSpPr>
          <p:cNvPr id="200" name="Text 197"/>
          <p:cNvSpPr/>
          <p:nvPr/>
        </p:nvSpPr>
        <p:spPr>
          <a:xfrm>
            <a:off x="9540240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1.298</a:t>
            </a:r>
            <a:endParaRPr lang="en-US" sz="552" dirty="0"/>
          </a:p>
        </p:txBody>
      </p:sp>
      <p:sp>
        <p:nvSpPr>
          <p:cNvPr id="201" name="Text 198"/>
          <p:cNvSpPr/>
          <p:nvPr/>
        </p:nvSpPr>
        <p:spPr>
          <a:xfrm>
            <a:off x="10023026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1.298</a:t>
            </a:r>
            <a:endParaRPr lang="en-US" sz="552" dirty="0"/>
          </a:p>
        </p:txBody>
      </p:sp>
      <p:sp>
        <p:nvSpPr>
          <p:cNvPr id="202" name="Text 199"/>
          <p:cNvSpPr/>
          <p:nvPr/>
        </p:nvSpPr>
        <p:spPr>
          <a:xfrm>
            <a:off x="10505812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1.738</a:t>
            </a:r>
            <a:endParaRPr lang="en-US" sz="552" dirty="0"/>
          </a:p>
        </p:txBody>
      </p:sp>
      <p:sp>
        <p:nvSpPr>
          <p:cNvPr id="203" name="Text 200"/>
          <p:cNvSpPr/>
          <p:nvPr/>
        </p:nvSpPr>
        <p:spPr>
          <a:xfrm>
            <a:off x="10988599" y="40679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7.026</a:t>
            </a:r>
            <a:endParaRPr lang="en-US" sz="552" dirty="0"/>
          </a:p>
        </p:txBody>
      </p:sp>
      <p:sp>
        <p:nvSpPr>
          <p:cNvPr id="204" name="Text 201"/>
          <p:cNvSpPr/>
          <p:nvPr/>
        </p:nvSpPr>
        <p:spPr>
          <a:xfrm>
            <a:off x="10988599" y="42012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3.063</a:t>
            </a:r>
            <a:endParaRPr lang="en-US" sz="552" dirty="0"/>
          </a:p>
        </p:txBody>
      </p:sp>
      <p:sp>
        <p:nvSpPr>
          <p:cNvPr id="205" name="Text 202"/>
          <p:cNvSpPr/>
          <p:nvPr/>
        </p:nvSpPr>
        <p:spPr>
          <a:xfrm>
            <a:off x="10988599" y="43346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2.911</a:t>
            </a:r>
            <a:endParaRPr lang="en-US" sz="552" dirty="0"/>
          </a:p>
        </p:txBody>
      </p:sp>
      <p:sp>
        <p:nvSpPr>
          <p:cNvPr id="206" name="Text 203"/>
          <p:cNvSpPr/>
          <p:nvPr/>
        </p:nvSpPr>
        <p:spPr>
          <a:xfrm>
            <a:off x="9057453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1.094</a:t>
            </a:r>
            <a:endParaRPr lang="en-US" sz="552" dirty="0"/>
          </a:p>
        </p:txBody>
      </p:sp>
      <p:sp>
        <p:nvSpPr>
          <p:cNvPr id="207" name="Text 204"/>
          <p:cNvSpPr/>
          <p:nvPr/>
        </p:nvSpPr>
        <p:spPr>
          <a:xfrm>
            <a:off x="9540240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1.148</a:t>
            </a:r>
            <a:endParaRPr lang="en-US" sz="552" dirty="0"/>
          </a:p>
        </p:txBody>
      </p:sp>
      <p:sp>
        <p:nvSpPr>
          <p:cNvPr id="208" name="Text 205"/>
          <p:cNvSpPr/>
          <p:nvPr/>
        </p:nvSpPr>
        <p:spPr>
          <a:xfrm>
            <a:off x="10023026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1.148</a:t>
            </a:r>
            <a:endParaRPr lang="en-US" sz="552" dirty="0"/>
          </a:p>
        </p:txBody>
      </p:sp>
      <p:sp>
        <p:nvSpPr>
          <p:cNvPr id="209" name="Text 206"/>
          <p:cNvSpPr/>
          <p:nvPr/>
        </p:nvSpPr>
        <p:spPr>
          <a:xfrm>
            <a:off x="10505812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1.537</a:t>
            </a:r>
            <a:endParaRPr lang="en-US" sz="552" dirty="0"/>
          </a:p>
        </p:txBody>
      </p:sp>
      <p:sp>
        <p:nvSpPr>
          <p:cNvPr id="210" name="Text 207"/>
          <p:cNvSpPr/>
          <p:nvPr/>
        </p:nvSpPr>
        <p:spPr>
          <a:xfrm>
            <a:off x="10988599" y="44679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6.214</a:t>
            </a:r>
            <a:endParaRPr lang="en-US" sz="552" dirty="0"/>
          </a:p>
        </p:txBody>
      </p:sp>
      <p:sp>
        <p:nvSpPr>
          <p:cNvPr id="211" name="Text 208"/>
          <p:cNvSpPr/>
          <p:nvPr/>
        </p:nvSpPr>
        <p:spPr>
          <a:xfrm>
            <a:off x="8091881" y="46013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3.506</a:t>
            </a:r>
            <a:endParaRPr lang="en-US" sz="552" dirty="0"/>
          </a:p>
        </p:txBody>
      </p:sp>
      <p:sp>
        <p:nvSpPr>
          <p:cNvPr id="212" name="Text 209"/>
          <p:cNvSpPr/>
          <p:nvPr/>
        </p:nvSpPr>
        <p:spPr>
          <a:xfrm>
            <a:off x="8091881" y="47346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2.885</a:t>
            </a:r>
            <a:endParaRPr lang="en-US" sz="552" dirty="0"/>
          </a:p>
        </p:txBody>
      </p:sp>
      <p:sp>
        <p:nvSpPr>
          <p:cNvPr id="213" name="Text 210"/>
          <p:cNvSpPr/>
          <p:nvPr/>
        </p:nvSpPr>
        <p:spPr>
          <a:xfrm>
            <a:off x="8574667" y="47346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8.867</a:t>
            </a:r>
            <a:endParaRPr lang="en-US" sz="552" dirty="0"/>
          </a:p>
        </p:txBody>
      </p:sp>
      <p:sp>
        <p:nvSpPr>
          <p:cNvPr id="214" name="Text 211"/>
          <p:cNvSpPr/>
          <p:nvPr/>
        </p:nvSpPr>
        <p:spPr>
          <a:xfrm>
            <a:off x="9057453" y="47346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9.986</a:t>
            </a:r>
            <a:endParaRPr lang="en-US" sz="552" dirty="0"/>
          </a:p>
        </p:txBody>
      </p:sp>
      <p:sp>
        <p:nvSpPr>
          <p:cNvPr id="215" name="Text 212"/>
          <p:cNvSpPr/>
          <p:nvPr/>
        </p:nvSpPr>
        <p:spPr>
          <a:xfrm>
            <a:off x="8574667" y="48680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1.343</a:t>
            </a:r>
            <a:endParaRPr lang="en-US" sz="552" dirty="0"/>
          </a:p>
        </p:txBody>
      </p:sp>
      <p:sp>
        <p:nvSpPr>
          <p:cNvPr id="216" name="Text 213"/>
          <p:cNvSpPr/>
          <p:nvPr/>
        </p:nvSpPr>
        <p:spPr>
          <a:xfrm>
            <a:off x="9057453" y="48680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1.513</a:t>
            </a:r>
            <a:endParaRPr lang="en-US" sz="552" dirty="0"/>
          </a:p>
        </p:txBody>
      </p:sp>
      <p:sp>
        <p:nvSpPr>
          <p:cNvPr id="217" name="Text 214"/>
          <p:cNvSpPr/>
          <p:nvPr/>
        </p:nvSpPr>
        <p:spPr>
          <a:xfrm>
            <a:off x="9540240" y="48680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1.588</a:t>
            </a:r>
            <a:endParaRPr lang="en-US" sz="552" dirty="0"/>
          </a:p>
        </p:txBody>
      </p:sp>
      <p:sp>
        <p:nvSpPr>
          <p:cNvPr id="218" name="Text 215"/>
          <p:cNvSpPr/>
          <p:nvPr/>
        </p:nvSpPr>
        <p:spPr>
          <a:xfrm>
            <a:off x="10023026" y="48680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1.588</a:t>
            </a:r>
            <a:endParaRPr lang="en-US" sz="552" dirty="0"/>
          </a:p>
        </p:txBody>
      </p:sp>
      <p:sp>
        <p:nvSpPr>
          <p:cNvPr id="219" name="Text 216"/>
          <p:cNvSpPr/>
          <p:nvPr/>
        </p:nvSpPr>
        <p:spPr>
          <a:xfrm>
            <a:off x="10505812" y="48680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2.125</a:t>
            </a:r>
            <a:endParaRPr lang="en-US" sz="552" dirty="0"/>
          </a:p>
        </p:txBody>
      </p:sp>
      <p:sp>
        <p:nvSpPr>
          <p:cNvPr id="220" name="Text 217"/>
          <p:cNvSpPr/>
          <p:nvPr/>
        </p:nvSpPr>
        <p:spPr>
          <a:xfrm>
            <a:off x="10988599" y="48680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8.594</a:t>
            </a:r>
            <a:endParaRPr lang="en-US" sz="552" dirty="0"/>
          </a:p>
        </p:txBody>
      </p:sp>
      <p:sp>
        <p:nvSpPr>
          <p:cNvPr id="221" name="Text 218"/>
          <p:cNvSpPr/>
          <p:nvPr/>
        </p:nvSpPr>
        <p:spPr>
          <a:xfrm>
            <a:off x="10988599" y="50013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3.347</a:t>
            </a:r>
            <a:endParaRPr lang="en-US" sz="552" dirty="0"/>
          </a:p>
        </p:txBody>
      </p:sp>
      <p:sp>
        <p:nvSpPr>
          <p:cNvPr id="222" name="Text 219"/>
          <p:cNvSpPr/>
          <p:nvPr/>
        </p:nvSpPr>
        <p:spPr>
          <a:xfrm>
            <a:off x="4374991" y="971550"/>
            <a:ext cx="3653647" cy="220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3.073</a:t>
            </a:r>
            <a:endParaRPr lang="en-US" sz="1380" dirty="0"/>
          </a:p>
        </p:txBody>
      </p:sp>
      <p:sp>
        <p:nvSpPr>
          <p:cNvPr id="223" name="Text 220"/>
          <p:cNvSpPr/>
          <p:nvPr/>
        </p:nvSpPr>
        <p:spPr>
          <a:xfrm>
            <a:off x="8216595" y="971550"/>
            <a:ext cx="3653803" cy="220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4,6 %</a:t>
            </a:r>
            <a:endParaRPr lang="en-US" sz="1380" dirty="0"/>
          </a:p>
        </p:txBody>
      </p:sp>
      <p:sp>
        <p:nvSpPr>
          <p:cNvPr id="224" name="Text 221"/>
          <p:cNvSpPr/>
          <p:nvPr/>
        </p:nvSpPr>
        <p:spPr>
          <a:xfrm>
            <a:off x="495288" y="2534417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225" name="Text 222"/>
          <p:cNvSpPr/>
          <p:nvPr/>
        </p:nvSpPr>
        <p:spPr>
          <a:xfrm>
            <a:off x="6257769" y="2534417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226" name="Text 223"/>
          <p:cNvSpPr/>
          <p:nvPr/>
        </p:nvSpPr>
        <p:spPr>
          <a:xfrm>
            <a:off x="495288" y="1796230"/>
            <a:ext cx="114198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27" name="Text 224"/>
          <p:cNvSpPr/>
          <p:nvPr/>
        </p:nvSpPr>
        <p:spPr>
          <a:xfrm>
            <a:off x="2329400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228" name="Text 225"/>
          <p:cNvSpPr/>
          <p:nvPr/>
        </p:nvSpPr>
        <p:spPr>
          <a:xfrm>
            <a:off x="2812186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229" name="Text 226"/>
          <p:cNvSpPr/>
          <p:nvPr/>
        </p:nvSpPr>
        <p:spPr>
          <a:xfrm>
            <a:off x="3294972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230" name="Text 227"/>
          <p:cNvSpPr/>
          <p:nvPr/>
        </p:nvSpPr>
        <p:spPr>
          <a:xfrm>
            <a:off x="3777759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231" name="Text 228"/>
          <p:cNvSpPr/>
          <p:nvPr/>
        </p:nvSpPr>
        <p:spPr>
          <a:xfrm>
            <a:off x="4260545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232" name="Text 229"/>
          <p:cNvSpPr/>
          <p:nvPr/>
        </p:nvSpPr>
        <p:spPr>
          <a:xfrm>
            <a:off x="4743331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233" name="Text 230"/>
          <p:cNvSpPr/>
          <p:nvPr/>
        </p:nvSpPr>
        <p:spPr>
          <a:xfrm>
            <a:off x="2329400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954</a:t>
            </a:r>
            <a:endParaRPr lang="en-US" sz="576" dirty="0"/>
          </a:p>
        </p:txBody>
      </p:sp>
      <p:sp>
        <p:nvSpPr>
          <p:cNvPr id="234" name="Text 231"/>
          <p:cNvSpPr/>
          <p:nvPr/>
        </p:nvSpPr>
        <p:spPr>
          <a:xfrm>
            <a:off x="2329400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666</a:t>
            </a:r>
            <a:endParaRPr lang="en-US" sz="576" dirty="0"/>
          </a:p>
        </p:txBody>
      </p:sp>
      <p:sp>
        <p:nvSpPr>
          <p:cNvPr id="235" name="Text 232"/>
          <p:cNvSpPr/>
          <p:nvPr/>
        </p:nvSpPr>
        <p:spPr>
          <a:xfrm>
            <a:off x="2329400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345</a:t>
            </a:r>
            <a:endParaRPr lang="en-US" sz="576" dirty="0"/>
          </a:p>
        </p:txBody>
      </p:sp>
      <p:sp>
        <p:nvSpPr>
          <p:cNvPr id="236" name="Text 233"/>
          <p:cNvSpPr/>
          <p:nvPr/>
        </p:nvSpPr>
        <p:spPr>
          <a:xfrm>
            <a:off x="2812186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686</a:t>
            </a:r>
            <a:endParaRPr lang="en-US" sz="576" dirty="0"/>
          </a:p>
        </p:txBody>
      </p:sp>
      <p:sp>
        <p:nvSpPr>
          <p:cNvPr id="237" name="Text 234"/>
          <p:cNvSpPr/>
          <p:nvPr/>
        </p:nvSpPr>
        <p:spPr>
          <a:xfrm>
            <a:off x="2329400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247</a:t>
            </a:r>
            <a:endParaRPr lang="en-US" sz="576" dirty="0"/>
          </a:p>
        </p:txBody>
      </p:sp>
      <p:sp>
        <p:nvSpPr>
          <p:cNvPr id="238" name="Text 235"/>
          <p:cNvSpPr/>
          <p:nvPr/>
        </p:nvSpPr>
        <p:spPr>
          <a:xfrm>
            <a:off x="2812186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491</a:t>
            </a:r>
            <a:endParaRPr lang="en-US" sz="576" dirty="0"/>
          </a:p>
        </p:txBody>
      </p:sp>
      <p:sp>
        <p:nvSpPr>
          <p:cNvPr id="239" name="Text 236"/>
          <p:cNvSpPr/>
          <p:nvPr/>
        </p:nvSpPr>
        <p:spPr>
          <a:xfrm>
            <a:off x="3294972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806</a:t>
            </a:r>
            <a:endParaRPr lang="en-US" sz="576" dirty="0"/>
          </a:p>
        </p:txBody>
      </p:sp>
      <p:sp>
        <p:nvSpPr>
          <p:cNvPr id="240" name="Text 237"/>
          <p:cNvSpPr/>
          <p:nvPr/>
        </p:nvSpPr>
        <p:spPr>
          <a:xfrm>
            <a:off x="2329400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222</a:t>
            </a:r>
            <a:endParaRPr lang="en-US" sz="576" dirty="0"/>
          </a:p>
        </p:txBody>
      </p:sp>
      <p:sp>
        <p:nvSpPr>
          <p:cNvPr id="241" name="Text 238"/>
          <p:cNvSpPr/>
          <p:nvPr/>
        </p:nvSpPr>
        <p:spPr>
          <a:xfrm>
            <a:off x="2812186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441</a:t>
            </a:r>
            <a:endParaRPr lang="en-US" sz="576" dirty="0"/>
          </a:p>
        </p:txBody>
      </p:sp>
      <p:sp>
        <p:nvSpPr>
          <p:cNvPr id="242" name="Text 239"/>
          <p:cNvSpPr/>
          <p:nvPr/>
        </p:nvSpPr>
        <p:spPr>
          <a:xfrm>
            <a:off x="3294972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725</a:t>
            </a:r>
            <a:endParaRPr lang="en-US" sz="576" dirty="0"/>
          </a:p>
        </p:txBody>
      </p:sp>
      <p:sp>
        <p:nvSpPr>
          <p:cNvPr id="243" name="Text 240"/>
          <p:cNvSpPr/>
          <p:nvPr/>
        </p:nvSpPr>
        <p:spPr>
          <a:xfrm>
            <a:off x="3777759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928</a:t>
            </a:r>
            <a:endParaRPr lang="en-US" sz="576" dirty="0"/>
          </a:p>
        </p:txBody>
      </p:sp>
      <p:sp>
        <p:nvSpPr>
          <p:cNvPr id="244" name="Text 241"/>
          <p:cNvSpPr/>
          <p:nvPr/>
        </p:nvSpPr>
        <p:spPr>
          <a:xfrm>
            <a:off x="4260545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928</a:t>
            </a:r>
            <a:endParaRPr lang="en-US" sz="576" dirty="0"/>
          </a:p>
        </p:txBody>
      </p:sp>
      <p:sp>
        <p:nvSpPr>
          <p:cNvPr id="245" name="Text 242"/>
          <p:cNvSpPr/>
          <p:nvPr/>
        </p:nvSpPr>
        <p:spPr>
          <a:xfrm>
            <a:off x="2329400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447</a:t>
            </a:r>
            <a:endParaRPr lang="en-US" sz="576" dirty="0"/>
          </a:p>
        </p:txBody>
      </p:sp>
      <p:sp>
        <p:nvSpPr>
          <p:cNvPr id="246" name="Text 243"/>
          <p:cNvSpPr/>
          <p:nvPr/>
        </p:nvSpPr>
        <p:spPr>
          <a:xfrm>
            <a:off x="2812186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889</a:t>
            </a:r>
            <a:endParaRPr lang="en-US" sz="576" dirty="0"/>
          </a:p>
        </p:txBody>
      </p:sp>
      <p:sp>
        <p:nvSpPr>
          <p:cNvPr id="247" name="Text 244"/>
          <p:cNvSpPr/>
          <p:nvPr/>
        </p:nvSpPr>
        <p:spPr>
          <a:xfrm>
            <a:off x="6257769" y="1796230"/>
            <a:ext cx="114198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248" name="Text 245"/>
          <p:cNvSpPr/>
          <p:nvPr/>
        </p:nvSpPr>
        <p:spPr>
          <a:xfrm>
            <a:off x="9303014" y="1967680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322</a:t>
            </a:r>
            <a:endParaRPr lang="en-US" sz="636" dirty="0"/>
          </a:p>
        </p:txBody>
      </p:sp>
      <p:sp>
        <p:nvSpPr>
          <p:cNvPr id="249" name="Text 246"/>
          <p:cNvSpPr/>
          <p:nvPr/>
        </p:nvSpPr>
        <p:spPr>
          <a:xfrm>
            <a:off x="9303014" y="210579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441</a:t>
            </a:r>
            <a:endParaRPr lang="en-US" sz="636" dirty="0"/>
          </a:p>
        </p:txBody>
      </p:sp>
      <p:sp>
        <p:nvSpPr>
          <p:cNvPr id="250" name="Text 247"/>
          <p:cNvSpPr/>
          <p:nvPr/>
        </p:nvSpPr>
        <p:spPr>
          <a:xfrm>
            <a:off x="9303014" y="2248667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600</a:t>
            </a:r>
            <a:endParaRPr lang="en-US" sz="636" dirty="0"/>
          </a:p>
        </p:txBody>
      </p:sp>
      <p:sp>
        <p:nvSpPr>
          <p:cNvPr id="251" name="Text 248"/>
          <p:cNvSpPr/>
          <p:nvPr/>
        </p:nvSpPr>
        <p:spPr>
          <a:xfrm>
            <a:off x="9303014" y="239154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345</a:t>
            </a:r>
            <a:endParaRPr lang="en-US" sz="636" dirty="0"/>
          </a:p>
        </p:txBody>
      </p:sp>
      <p:sp>
        <p:nvSpPr>
          <p:cNvPr id="252" name="Text 249"/>
          <p:cNvSpPr/>
          <p:nvPr/>
        </p:nvSpPr>
        <p:spPr>
          <a:xfrm>
            <a:off x="9303014" y="2534417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750</a:t>
            </a:r>
            <a:endParaRPr lang="en-US" sz="636" dirty="0"/>
          </a:p>
        </p:txBody>
      </p:sp>
      <p:sp>
        <p:nvSpPr>
          <p:cNvPr id="253" name="Text 250"/>
          <p:cNvSpPr/>
          <p:nvPr/>
        </p:nvSpPr>
        <p:spPr>
          <a:xfrm>
            <a:off x="9303014" y="267729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615</a:t>
            </a:r>
            <a:endParaRPr lang="en-US" sz="636" dirty="0"/>
          </a:p>
        </p:txBody>
      </p:sp>
      <p:sp>
        <p:nvSpPr>
          <p:cNvPr id="254" name="Text 251"/>
          <p:cNvSpPr/>
          <p:nvPr/>
        </p:nvSpPr>
        <p:spPr>
          <a:xfrm>
            <a:off x="8091881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255" name="Text 252"/>
          <p:cNvSpPr/>
          <p:nvPr/>
        </p:nvSpPr>
        <p:spPr>
          <a:xfrm>
            <a:off x="8574667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256" name="Text 253"/>
          <p:cNvSpPr/>
          <p:nvPr/>
        </p:nvSpPr>
        <p:spPr>
          <a:xfrm>
            <a:off x="9057453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257" name="Text 254"/>
          <p:cNvSpPr/>
          <p:nvPr/>
        </p:nvSpPr>
        <p:spPr>
          <a:xfrm>
            <a:off x="9540240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258" name="Text 255"/>
          <p:cNvSpPr/>
          <p:nvPr/>
        </p:nvSpPr>
        <p:spPr>
          <a:xfrm>
            <a:off x="10023026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259" name="Text 256"/>
          <p:cNvSpPr/>
          <p:nvPr/>
        </p:nvSpPr>
        <p:spPr>
          <a:xfrm>
            <a:off x="10505812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260" name="Text 257"/>
          <p:cNvSpPr/>
          <p:nvPr/>
        </p:nvSpPr>
        <p:spPr>
          <a:xfrm>
            <a:off x="8091881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156</a:t>
            </a:r>
            <a:endParaRPr lang="en-US" sz="552" dirty="0"/>
          </a:p>
        </p:txBody>
      </p:sp>
      <p:sp>
        <p:nvSpPr>
          <p:cNvPr id="261" name="Text 258"/>
          <p:cNvSpPr/>
          <p:nvPr/>
        </p:nvSpPr>
        <p:spPr>
          <a:xfrm>
            <a:off x="8574667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480</a:t>
            </a:r>
            <a:endParaRPr lang="en-US" sz="552" dirty="0"/>
          </a:p>
        </p:txBody>
      </p:sp>
      <p:sp>
        <p:nvSpPr>
          <p:cNvPr id="262" name="Text 259"/>
          <p:cNvSpPr/>
          <p:nvPr/>
        </p:nvSpPr>
        <p:spPr>
          <a:xfrm>
            <a:off x="9057453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541</a:t>
            </a:r>
            <a:endParaRPr lang="en-US" sz="552" dirty="0"/>
          </a:p>
        </p:txBody>
      </p:sp>
      <p:sp>
        <p:nvSpPr>
          <p:cNvPr id="263" name="Text 260"/>
          <p:cNvSpPr/>
          <p:nvPr/>
        </p:nvSpPr>
        <p:spPr>
          <a:xfrm>
            <a:off x="9540240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568</a:t>
            </a:r>
            <a:endParaRPr lang="en-US" sz="552" dirty="0"/>
          </a:p>
        </p:txBody>
      </p:sp>
      <p:sp>
        <p:nvSpPr>
          <p:cNvPr id="264" name="Text 261"/>
          <p:cNvSpPr/>
          <p:nvPr/>
        </p:nvSpPr>
        <p:spPr>
          <a:xfrm>
            <a:off x="10023026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568</a:t>
            </a:r>
            <a:endParaRPr lang="en-US" sz="552" dirty="0"/>
          </a:p>
        </p:txBody>
      </p:sp>
      <p:sp>
        <p:nvSpPr>
          <p:cNvPr id="265" name="Text 262"/>
          <p:cNvSpPr/>
          <p:nvPr/>
        </p:nvSpPr>
        <p:spPr>
          <a:xfrm>
            <a:off x="10505812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760</a:t>
            </a:r>
            <a:endParaRPr lang="en-US" sz="552" dirty="0"/>
          </a:p>
        </p:txBody>
      </p:sp>
      <p:sp>
        <p:nvSpPr>
          <p:cNvPr id="266" name="Text 263"/>
          <p:cNvSpPr/>
          <p:nvPr/>
        </p:nvSpPr>
        <p:spPr>
          <a:xfrm>
            <a:off x="8091881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730</a:t>
            </a:r>
            <a:endParaRPr lang="en-US" sz="552" dirty="0"/>
          </a:p>
        </p:txBody>
      </p:sp>
      <p:sp>
        <p:nvSpPr>
          <p:cNvPr id="267" name="Text 264"/>
          <p:cNvSpPr/>
          <p:nvPr/>
        </p:nvSpPr>
        <p:spPr>
          <a:xfrm>
            <a:off x="8091881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299</a:t>
            </a:r>
            <a:endParaRPr lang="en-US" sz="552" dirty="0"/>
          </a:p>
        </p:txBody>
      </p:sp>
      <p:sp>
        <p:nvSpPr>
          <p:cNvPr id="268" name="Text 265"/>
          <p:cNvSpPr/>
          <p:nvPr/>
        </p:nvSpPr>
        <p:spPr>
          <a:xfrm>
            <a:off x="8574667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919</a:t>
            </a:r>
            <a:endParaRPr lang="en-US" sz="552" dirty="0"/>
          </a:p>
        </p:txBody>
      </p:sp>
      <p:sp>
        <p:nvSpPr>
          <p:cNvPr id="269" name="Text 266"/>
          <p:cNvSpPr/>
          <p:nvPr/>
        </p:nvSpPr>
        <p:spPr>
          <a:xfrm>
            <a:off x="8091881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357</a:t>
            </a:r>
            <a:endParaRPr lang="en-US" sz="552" dirty="0"/>
          </a:p>
        </p:txBody>
      </p:sp>
      <p:sp>
        <p:nvSpPr>
          <p:cNvPr id="270" name="Text 267"/>
          <p:cNvSpPr/>
          <p:nvPr/>
        </p:nvSpPr>
        <p:spPr>
          <a:xfrm>
            <a:off x="8091881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156</a:t>
            </a:r>
            <a:endParaRPr lang="en-US" sz="552" dirty="0"/>
          </a:p>
        </p:txBody>
      </p:sp>
      <p:sp>
        <p:nvSpPr>
          <p:cNvPr id="271" name="Text 268"/>
          <p:cNvSpPr/>
          <p:nvPr/>
        </p:nvSpPr>
        <p:spPr>
          <a:xfrm>
            <a:off x="8574667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479</a:t>
            </a:r>
            <a:endParaRPr lang="en-US" sz="552" dirty="0"/>
          </a:p>
        </p:txBody>
      </p:sp>
      <p:sp>
        <p:nvSpPr>
          <p:cNvPr id="272" name="Text 269"/>
          <p:cNvSpPr/>
          <p:nvPr/>
        </p:nvSpPr>
        <p:spPr>
          <a:xfrm>
            <a:off x="9057453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539</a:t>
            </a:r>
            <a:endParaRPr lang="en-US" sz="552" dirty="0"/>
          </a:p>
        </p:txBody>
      </p:sp>
      <p:sp>
        <p:nvSpPr>
          <p:cNvPr id="273" name="Text 270"/>
          <p:cNvSpPr/>
          <p:nvPr/>
        </p:nvSpPr>
        <p:spPr>
          <a:xfrm>
            <a:off x="9540240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566</a:t>
            </a:r>
            <a:endParaRPr lang="en-US" sz="552" dirty="0"/>
          </a:p>
        </p:txBody>
      </p:sp>
      <p:sp>
        <p:nvSpPr>
          <p:cNvPr id="274" name="Text 271"/>
          <p:cNvSpPr/>
          <p:nvPr/>
        </p:nvSpPr>
        <p:spPr>
          <a:xfrm>
            <a:off x="10023026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566</a:t>
            </a:r>
            <a:endParaRPr lang="en-US" sz="552" dirty="0"/>
          </a:p>
        </p:txBody>
      </p:sp>
      <p:sp>
        <p:nvSpPr>
          <p:cNvPr id="275" name="Text 272"/>
          <p:cNvSpPr/>
          <p:nvPr/>
        </p:nvSpPr>
        <p:spPr>
          <a:xfrm>
            <a:off x="10505812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757</a:t>
            </a:r>
            <a:endParaRPr lang="en-US" sz="552" dirty="0"/>
          </a:p>
        </p:txBody>
      </p:sp>
      <p:sp>
        <p:nvSpPr>
          <p:cNvPr id="276" name="Text 273"/>
          <p:cNvSpPr/>
          <p:nvPr/>
        </p:nvSpPr>
        <p:spPr>
          <a:xfrm>
            <a:off x="8091881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148</a:t>
            </a:r>
            <a:endParaRPr lang="en-US" sz="552" dirty="0"/>
          </a:p>
        </p:txBody>
      </p:sp>
      <p:sp>
        <p:nvSpPr>
          <p:cNvPr id="277" name="Text 274"/>
          <p:cNvSpPr/>
          <p:nvPr/>
        </p:nvSpPr>
        <p:spPr>
          <a:xfrm>
            <a:off x="8574667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455</a:t>
            </a:r>
            <a:endParaRPr lang="en-US" sz="552" dirty="0"/>
          </a:p>
        </p:txBody>
      </p:sp>
      <p:sp>
        <p:nvSpPr>
          <p:cNvPr id="278" name="Text 275"/>
          <p:cNvSpPr/>
          <p:nvPr/>
        </p:nvSpPr>
        <p:spPr>
          <a:xfrm>
            <a:off x="9057453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512</a:t>
            </a:r>
            <a:endParaRPr lang="en-US" sz="552" dirty="0"/>
          </a:p>
        </p:txBody>
      </p:sp>
      <p:sp>
        <p:nvSpPr>
          <p:cNvPr id="279" name="Text 276"/>
          <p:cNvSpPr/>
          <p:nvPr/>
        </p:nvSpPr>
        <p:spPr>
          <a:xfrm>
            <a:off x="9540240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538</a:t>
            </a:r>
            <a:endParaRPr lang="en-US" sz="552" dirty="0"/>
          </a:p>
        </p:txBody>
      </p:sp>
      <p:sp>
        <p:nvSpPr>
          <p:cNvPr id="280" name="Text 277"/>
          <p:cNvSpPr/>
          <p:nvPr/>
        </p:nvSpPr>
        <p:spPr>
          <a:xfrm>
            <a:off x="10023026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538</a:t>
            </a:r>
            <a:endParaRPr lang="en-US" sz="552" dirty="0"/>
          </a:p>
        </p:txBody>
      </p:sp>
      <p:sp>
        <p:nvSpPr>
          <p:cNvPr id="281" name="Text 278"/>
          <p:cNvSpPr/>
          <p:nvPr/>
        </p:nvSpPr>
        <p:spPr>
          <a:xfrm>
            <a:off x="10505812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720</a:t>
            </a:r>
            <a:endParaRPr lang="en-US" sz="552" dirty="0"/>
          </a:p>
        </p:txBody>
      </p:sp>
      <p:sp>
        <p:nvSpPr>
          <p:cNvPr id="282" name="Text 279"/>
          <p:cNvSpPr/>
          <p:nvPr/>
        </p:nvSpPr>
        <p:spPr>
          <a:xfrm>
            <a:off x="8091881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316</a:t>
            </a:r>
            <a:endParaRPr lang="en-US" sz="552" dirty="0"/>
          </a:p>
        </p:txBody>
      </p:sp>
      <p:sp>
        <p:nvSpPr>
          <p:cNvPr id="283" name="Text 280"/>
          <p:cNvSpPr/>
          <p:nvPr/>
        </p:nvSpPr>
        <p:spPr>
          <a:xfrm>
            <a:off x="8574667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971</a:t>
            </a:r>
            <a:endParaRPr lang="en-US" sz="552" dirty="0"/>
          </a:p>
        </p:txBody>
      </p:sp>
      <p:sp>
        <p:nvSpPr>
          <p:cNvPr id="284" name="Text 281"/>
          <p:cNvSpPr/>
          <p:nvPr/>
        </p:nvSpPr>
        <p:spPr>
          <a:xfrm>
            <a:off x="8091881" y="48680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437</a:t>
            </a:r>
            <a:endParaRPr lang="en-US" sz="552" dirty="0"/>
          </a:p>
        </p:txBody>
      </p:sp>
      <p:sp>
        <p:nvSpPr>
          <p:cNvPr id="285" name="Text 282"/>
          <p:cNvSpPr/>
          <p:nvPr/>
        </p:nvSpPr>
        <p:spPr>
          <a:xfrm>
            <a:off x="8091881" y="50013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170</a:t>
            </a:r>
            <a:endParaRPr lang="en-US" sz="552" dirty="0"/>
          </a:p>
        </p:txBody>
      </p:sp>
      <p:sp>
        <p:nvSpPr>
          <p:cNvPr id="286" name="Text 283"/>
          <p:cNvSpPr/>
          <p:nvPr/>
        </p:nvSpPr>
        <p:spPr>
          <a:xfrm>
            <a:off x="8574667" y="50013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523</a:t>
            </a:r>
            <a:endParaRPr lang="en-US" sz="552" dirty="0"/>
          </a:p>
        </p:txBody>
      </p:sp>
      <p:sp>
        <p:nvSpPr>
          <p:cNvPr id="287" name="Text 284"/>
          <p:cNvSpPr/>
          <p:nvPr/>
        </p:nvSpPr>
        <p:spPr>
          <a:xfrm>
            <a:off x="9057453" y="50013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589</a:t>
            </a:r>
            <a:endParaRPr lang="en-US" sz="552" dirty="0"/>
          </a:p>
        </p:txBody>
      </p:sp>
      <p:sp>
        <p:nvSpPr>
          <p:cNvPr id="288" name="Text 285"/>
          <p:cNvSpPr/>
          <p:nvPr/>
        </p:nvSpPr>
        <p:spPr>
          <a:xfrm>
            <a:off x="9540240" y="50013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619</a:t>
            </a:r>
            <a:endParaRPr lang="en-US" sz="552" dirty="0"/>
          </a:p>
        </p:txBody>
      </p:sp>
      <p:sp>
        <p:nvSpPr>
          <p:cNvPr id="289" name="Text 286"/>
          <p:cNvSpPr/>
          <p:nvPr/>
        </p:nvSpPr>
        <p:spPr>
          <a:xfrm>
            <a:off x="10023026" y="50013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619</a:t>
            </a:r>
            <a:endParaRPr lang="en-US" sz="552" dirty="0"/>
          </a:p>
        </p:txBody>
      </p:sp>
      <p:sp>
        <p:nvSpPr>
          <p:cNvPr id="290" name="Text 287"/>
          <p:cNvSpPr/>
          <p:nvPr/>
        </p:nvSpPr>
        <p:spPr>
          <a:xfrm>
            <a:off x="10505812" y="50013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827</a:t>
            </a:r>
            <a:endParaRPr lang="en-US" sz="552" dirty="0"/>
          </a:p>
        </p:txBody>
      </p:sp>
      <p:sp>
        <p:nvSpPr>
          <p:cNvPr id="291" name="Text 288"/>
          <p:cNvSpPr/>
          <p:nvPr/>
        </p:nvSpPr>
        <p:spPr>
          <a:xfrm>
            <a:off x="10988599" y="5134742"/>
            <a:ext cx="73319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276</a:t>
            </a:r>
            <a:endParaRPr lang="en-US" sz="552" dirty="0"/>
          </a:p>
        </p:txBody>
      </p:sp>
      <p:sp>
        <p:nvSpPr>
          <p:cNvPr id="292" name="Text 289"/>
          <p:cNvSpPr/>
          <p:nvPr/>
        </p:nvSpPr>
        <p:spPr>
          <a:xfrm>
            <a:off x="8091881" y="5134742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552" dirty="0"/>
          </a:p>
        </p:txBody>
      </p:sp>
      <p:sp>
        <p:nvSpPr>
          <p:cNvPr id="293" name="Text 290"/>
          <p:cNvSpPr/>
          <p:nvPr/>
        </p:nvSpPr>
        <p:spPr>
          <a:xfrm>
            <a:off x="8574667" y="5134742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552" dirty="0"/>
          </a:p>
        </p:txBody>
      </p:sp>
      <p:sp>
        <p:nvSpPr>
          <p:cNvPr id="294" name="Text 291"/>
          <p:cNvSpPr/>
          <p:nvPr/>
        </p:nvSpPr>
        <p:spPr>
          <a:xfrm>
            <a:off x="9057453" y="5134742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</a:t>
            </a:r>
            <a:endParaRPr lang="en-US" sz="552" dirty="0"/>
          </a:p>
        </p:txBody>
      </p:sp>
      <p:sp>
        <p:nvSpPr>
          <p:cNvPr id="295" name="Text 292"/>
          <p:cNvSpPr/>
          <p:nvPr/>
        </p:nvSpPr>
        <p:spPr>
          <a:xfrm>
            <a:off x="9540240" y="5134742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</a:t>
            </a:r>
            <a:endParaRPr lang="en-US" sz="552" dirty="0"/>
          </a:p>
        </p:txBody>
      </p:sp>
      <p:sp>
        <p:nvSpPr>
          <p:cNvPr id="296" name="Text 293"/>
          <p:cNvSpPr/>
          <p:nvPr/>
        </p:nvSpPr>
        <p:spPr>
          <a:xfrm>
            <a:off x="10023026" y="5134742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</a:t>
            </a:r>
            <a:endParaRPr lang="en-US" sz="552" dirty="0"/>
          </a:p>
        </p:txBody>
      </p:sp>
      <p:sp>
        <p:nvSpPr>
          <p:cNvPr id="297" name="Text 294"/>
          <p:cNvSpPr/>
          <p:nvPr/>
        </p:nvSpPr>
        <p:spPr>
          <a:xfrm>
            <a:off x="10505812" y="5134742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</a:t>
            </a:r>
            <a:endParaRPr lang="en-US" sz="552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8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83" y="5722888"/>
            <a:ext cx="7753744" cy="143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no contacto es el más alto del portafolio (), impulsado masivamente por , lo que indica bases quemadas o números desactualizados.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685783" y="5869335"/>
            <a:ext cx="7753744" cy="143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 abril y mayo el rechazo llegó al  porque se enviaron registros duplicados.  al actualizarse la base.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1213514" y="219075"/>
            <a:ext cx="415869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Masiva Voluntarios</a:t>
            </a:r>
            <a:endParaRPr lang="en-US" sz="1260" dirty="0"/>
          </a:p>
        </p:txBody>
      </p:sp>
      <p:sp>
        <p:nvSpPr>
          <p:cNvPr id="6" name="Text 3"/>
          <p:cNvSpPr/>
          <p:nvPr/>
        </p:nvSpPr>
        <p:spPr>
          <a:xfrm>
            <a:off x="4374991" y="1219944"/>
            <a:ext cx="365364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Importante repunte tras actualización de base</a:t>
            </a:r>
            <a:endParaRPr lang="en-US" sz="648" dirty="0"/>
          </a:p>
        </p:txBody>
      </p:sp>
      <p:sp>
        <p:nvSpPr>
          <p:cNvPr id="7" name="Text 4"/>
          <p:cNvSpPr/>
          <p:nvPr/>
        </p:nvSpPr>
        <p:spPr>
          <a:xfrm>
            <a:off x="1579176" y="5585966"/>
            <a:ext cx="1980198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crítica muy baja (17,0 %)</a:t>
            </a:r>
            <a:endParaRPr lang="en-US" sz="744" dirty="0"/>
          </a:p>
        </p:txBody>
      </p:sp>
      <p:sp>
        <p:nvSpPr>
          <p:cNvPr id="8" name="Text 5"/>
          <p:cNvSpPr/>
          <p:nvPr/>
        </p:nvSpPr>
        <p:spPr>
          <a:xfrm>
            <a:off x="504812" y="36678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Supera edad para Microseguro (69 años)</a:t>
            </a:r>
            <a:endParaRPr lang="en-US" sz="576" dirty="0"/>
          </a:p>
        </p:txBody>
      </p:sp>
      <p:sp>
        <p:nvSpPr>
          <p:cNvPr id="9" name="Text 6"/>
          <p:cNvSpPr/>
          <p:nvPr/>
        </p:nvSpPr>
        <p:spPr>
          <a:xfrm>
            <a:off x="533387" y="1219944"/>
            <a:ext cx="365364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masiva para gestión del marcador</a:t>
            </a:r>
            <a:endParaRPr lang="en-US" sz="648" dirty="0"/>
          </a:p>
        </p:txBody>
      </p:sp>
      <p:sp>
        <p:nvSpPr>
          <p:cNvPr id="10" name="Text 7"/>
          <p:cNvSpPr/>
          <p:nvPr/>
        </p:nvSpPr>
        <p:spPr>
          <a:xfrm>
            <a:off x="6267293" y="48680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apagado / fuera de servicio</a:t>
            </a:r>
            <a:endParaRPr lang="en-US" sz="552" dirty="0"/>
          </a:p>
        </p:txBody>
      </p:sp>
      <p:sp>
        <p:nvSpPr>
          <p:cNvPr id="11" name="Text 8"/>
          <p:cNvSpPr/>
          <p:nvPr/>
        </p:nvSpPr>
        <p:spPr>
          <a:xfrm>
            <a:off x="6267293" y="40679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precio / datos</a:t>
            </a:r>
            <a:endParaRPr lang="en-US" sz="552" dirty="0"/>
          </a:p>
        </p:txBody>
      </p:sp>
      <p:sp>
        <p:nvSpPr>
          <p:cNvPr id="12" name="Text 9"/>
          <p:cNvSpPr/>
          <p:nvPr/>
        </p:nvSpPr>
        <p:spPr>
          <a:xfrm>
            <a:off x="8794481" y="209550"/>
            <a:ext cx="2967015" cy="220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 2 · Detalle Masiva Voluntarios</a:t>
            </a:r>
            <a:endParaRPr lang="en-US" sz="840" dirty="0"/>
          </a:p>
        </p:txBody>
      </p:sp>
      <p:sp>
        <p:nvSpPr>
          <p:cNvPr id="13" name="Text 10"/>
          <p:cNvSpPr/>
          <p:nvPr/>
        </p:nvSpPr>
        <p:spPr>
          <a:xfrm>
            <a:off x="504812" y="38012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Excede límite de edad (&gt;69 años)</a:t>
            </a:r>
            <a:endParaRPr lang="en-US" sz="576" dirty="0"/>
          </a:p>
        </p:txBody>
      </p:sp>
      <p:sp>
        <p:nvSpPr>
          <p:cNvPr id="14" name="Text 11"/>
          <p:cNvSpPr/>
          <p:nvPr/>
        </p:nvSpPr>
        <p:spPr>
          <a:xfrm>
            <a:off x="504812" y="35345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Recibido Anteriormente</a:t>
            </a:r>
            <a:endParaRPr lang="en-US" sz="576" dirty="0"/>
          </a:p>
        </p:txBody>
      </p:sp>
      <p:sp>
        <p:nvSpPr>
          <p:cNvPr id="15" name="Text 12"/>
          <p:cNvSpPr/>
          <p:nvPr/>
        </p:nvSpPr>
        <p:spPr>
          <a:xfrm>
            <a:off x="504812" y="3405955"/>
            <a:ext cx="1915817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6" name="Text 13"/>
          <p:cNvSpPr/>
          <p:nvPr/>
        </p:nvSpPr>
        <p:spPr>
          <a:xfrm>
            <a:off x="495288" y="3029694"/>
            <a:ext cx="5710571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Motivos de Descarte por Mes</a:t>
            </a:r>
            <a:endParaRPr lang="en-US" sz="816" dirty="0"/>
          </a:p>
        </p:txBody>
      </p:sp>
      <p:sp>
        <p:nvSpPr>
          <p:cNvPr id="17" name="Text 14"/>
          <p:cNvSpPr/>
          <p:nvPr/>
        </p:nvSpPr>
        <p:spPr>
          <a:xfrm>
            <a:off x="6267293" y="36678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18" name="Text 15"/>
          <p:cNvSpPr/>
          <p:nvPr/>
        </p:nvSpPr>
        <p:spPr>
          <a:xfrm>
            <a:off x="6267293" y="42012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Agendado / llamada posterior</a:t>
            </a:r>
            <a:endParaRPr lang="en-US" sz="552" dirty="0"/>
          </a:p>
        </p:txBody>
      </p:sp>
      <p:sp>
        <p:nvSpPr>
          <p:cNvPr id="19" name="Text 16"/>
          <p:cNvSpPr/>
          <p:nvPr/>
        </p:nvSpPr>
        <p:spPr>
          <a:xfrm>
            <a:off x="8216595" y="1219944"/>
            <a:ext cx="365380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Aporte incremental constante</a:t>
            </a:r>
            <a:endParaRPr lang="en-US" sz="648" dirty="0"/>
          </a:p>
        </p:txBody>
      </p:sp>
      <p:sp>
        <p:nvSpPr>
          <p:cNvPr id="20" name="Text 17"/>
          <p:cNvSpPr/>
          <p:nvPr/>
        </p:nvSpPr>
        <p:spPr>
          <a:xfrm>
            <a:off x="6267293" y="39345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es responsable del pago</a:t>
            </a:r>
            <a:endParaRPr lang="en-US" sz="552" dirty="0"/>
          </a:p>
        </p:txBody>
      </p:sp>
      <p:sp>
        <p:nvSpPr>
          <p:cNvPr id="21" name="Text 18"/>
          <p:cNvSpPr/>
          <p:nvPr/>
        </p:nvSpPr>
        <p:spPr>
          <a:xfrm>
            <a:off x="504812" y="39345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Seguro Voluntario Activo</a:t>
            </a:r>
            <a:endParaRPr lang="en-US" sz="576" dirty="0"/>
          </a:p>
        </p:txBody>
      </p:sp>
      <p:sp>
        <p:nvSpPr>
          <p:cNvPr id="22" name="Text 19"/>
          <p:cNvSpPr/>
          <p:nvPr/>
        </p:nvSpPr>
        <p:spPr>
          <a:xfrm>
            <a:off x="6267293" y="46013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504812" y="43346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76" dirty="0"/>
          </a:p>
        </p:txBody>
      </p:sp>
      <p:sp>
        <p:nvSpPr>
          <p:cNvPr id="24" name="Text 21"/>
          <p:cNvSpPr/>
          <p:nvPr/>
        </p:nvSpPr>
        <p:spPr>
          <a:xfrm>
            <a:off x="6267293" y="43346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25" name="Text 22"/>
          <p:cNvSpPr/>
          <p:nvPr/>
        </p:nvSpPr>
        <p:spPr>
          <a:xfrm>
            <a:off x="4374991" y="828675"/>
            <a:ext cx="365364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EFECTIVIDAD EN JUNIO</a:t>
            </a:r>
            <a:endParaRPr lang="en-US" sz="672" dirty="0"/>
          </a:p>
        </p:txBody>
      </p:sp>
      <p:sp>
        <p:nvSpPr>
          <p:cNvPr id="26" name="Text 23"/>
          <p:cNvSpPr/>
          <p:nvPr/>
        </p:nvSpPr>
        <p:spPr>
          <a:xfrm>
            <a:off x="504812" y="42012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Microseguro Activo</a:t>
            </a:r>
            <a:endParaRPr lang="en-US" sz="576" dirty="0"/>
          </a:p>
        </p:txBody>
      </p:sp>
      <p:sp>
        <p:nvSpPr>
          <p:cNvPr id="27" name="Text 24"/>
          <p:cNvSpPr/>
          <p:nvPr/>
        </p:nvSpPr>
        <p:spPr>
          <a:xfrm>
            <a:off x="8216595" y="828675"/>
            <a:ext cx="365380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CONSEGUIDAS</a:t>
            </a:r>
            <a:endParaRPr lang="en-US" sz="672" dirty="0"/>
          </a:p>
        </p:txBody>
      </p:sp>
      <p:sp>
        <p:nvSpPr>
          <p:cNvPr id="28" name="Text 25"/>
          <p:cNvSpPr/>
          <p:nvPr/>
        </p:nvSpPr>
        <p:spPr>
          <a:xfrm>
            <a:off x="6267293" y="3405955"/>
            <a:ext cx="1915817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29" name="Text 26"/>
          <p:cNvSpPr/>
          <p:nvPr/>
        </p:nvSpPr>
        <p:spPr>
          <a:xfrm>
            <a:off x="6267293" y="38012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</a:t>
            </a:r>
            <a:endParaRPr lang="en-US" sz="552" dirty="0"/>
          </a:p>
        </p:txBody>
      </p:sp>
      <p:sp>
        <p:nvSpPr>
          <p:cNvPr id="30" name="Text 27"/>
          <p:cNvSpPr/>
          <p:nvPr/>
        </p:nvSpPr>
        <p:spPr>
          <a:xfrm>
            <a:off x="6267293" y="5001392"/>
            <a:ext cx="1915817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no contacto</a:t>
            </a:r>
            <a:endParaRPr lang="en-US" sz="552" dirty="0"/>
          </a:p>
        </p:txBody>
      </p:sp>
      <p:sp>
        <p:nvSpPr>
          <p:cNvPr id="31" name="Text 28"/>
          <p:cNvSpPr/>
          <p:nvPr/>
        </p:nvSpPr>
        <p:spPr>
          <a:xfrm>
            <a:off x="533387" y="828675"/>
            <a:ext cx="365364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INSUMO APTO TOTAL</a:t>
            </a:r>
            <a:endParaRPr lang="en-US" sz="672" dirty="0"/>
          </a:p>
        </p:txBody>
      </p:sp>
      <p:sp>
        <p:nvSpPr>
          <p:cNvPr id="32" name="Text 29"/>
          <p:cNvSpPr/>
          <p:nvPr/>
        </p:nvSpPr>
        <p:spPr>
          <a:xfrm>
            <a:off x="504812" y="40679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Vacío</a:t>
            </a:r>
            <a:endParaRPr lang="en-US" sz="576" dirty="0"/>
          </a:p>
        </p:txBody>
      </p:sp>
      <p:sp>
        <p:nvSpPr>
          <p:cNvPr id="33" name="Text 30"/>
          <p:cNvSpPr/>
          <p:nvPr/>
        </p:nvSpPr>
        <p:spPr>
          <a:xfrm>
            <a:off x="10281832" y="1796230"/>
            <a:ext cx="148530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34" name="Text 31"/>
          <p:cNvSpPr/>
          <p:nvPr/>
        </p:nvSpPr>
        <p:spPr>
          <a:xfrm>
            <a:off x="6267293" y="35345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35" name="Text 32"/>
          <p:cNvSpPr/>
          <p:nvPr/>
        </p:nvSpPr>
        <p:spPr>
          <a:xfrm>
            <a:off x="6267293" y="3234505"/>
            <a:ext cx="19158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6267293" y="44679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37" name="Text 34"/>
          <p:cNvSpPr/>
          <p:nvPr/>
        </p:nvSpPr>
        <p:spPr>
          <a:xfrm>
            <a:off x="6267293" y="47346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</a:t>
            </a:r>
            <a:endParaRPr lang="en-US" sz="552" dirty="0"/>
          </a:p>
        </p:txBody>
      </p:sp>
      <p:sp>
        <p:nvSpPr>
          <p:cNvPr id="38" name="Text 35"/>
          <p:cNvSpPr/>
          <p:nvPr/>
        </p:nvSpPr>
        <p:spPr>
          <a:xfrm>
            <a:off x="2996877" y="1796230"/>
            <a:ext cx="159891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8324195" y="1796230"/>
            <a:ext cx="10277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1582896" y="1796230"/>
            <a:ext cx="14846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4519648" y="1796230"/>
            <a:ext cx="14849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495288" y="210579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3" name="Text 40"/>
          <p:cNvSpPr/>
          <p:nvPr/>
        </p:nvSpPr>
        <p:spPr>
          <a:xfrm>
            <a:off x="1582896" y="2820167"/>
            <a:ext cx="148468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255.138</a:t>
            </a:r>
            <a:endParaRPr lang="en-US" sz="636" dirty="0"/>
          </a:p>
        </p:txBody>
      </p:sp>
      <p:sp>
        <p:nvSpPr>
          <p:cNvPr id="44" name="Text 41"/>
          <p:cNvSpPr/>
          <p:nvPr/>
        </p:nvSpPr>
        <p:spPr>
          <a:xfrm>
            <a:off x="2996877" y="2820167"/>
            <a:ext cx="159891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135.313</a:t>
            </a:r>
            <a:endParaRPr lang="en-US" sz="636" dirty="0"/>
          </a:p>
        </p:txBody>
      </p:sp>
      <p:sp>
        <p:nvSpPr>
          <p:cNvPr id="45" name="Text 42"/>
          <p:cNvSpPr/>
          <p:nvPr/>
        </p:nvSpPr>
        <p:spPr>
          <a:xfrm>
            <a:off x="5226118" y="3405955"/>
            <a:ext cx="73319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103.678</a:t>
            </a:r>
            <a:endParaRPr lang="en-US" sz="576" dirty="0"/>
          </a:p>
        </p:txBody>
      </p:sp>
      <p:sp>
        <p:nvSpPr>
          <p:cNvPr id="46" name="Text 43"/>
          <p:cNvSpPr/>
          <p:nvPr/>
        </p:nvSpPr>
        <p:spPr>
          <a:xfrm>
            <a:off x="5226118" y="4467992"/>
            <a:ext cx="73319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135.313</a:t>
            </a:r>
            <a:endParaRPr lang="en-US" sz="576" dirty="0"/>
          </a:p>
        </p:txBody>
      </p:sp>
      <p:sp>
        <p:nvSpPr>
          <p:cNvPr id="47" name="Text 44"/>
          <p:cNvSpPr/>
          <p:nvPr/>
        </p:nvSpPr>
        <p:spPr>
          <a:xfrm>
            <a:off x="6257769" y="210579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48" name="Text 45"/>
          <p:cNvSpPr/>
          <p:nvPr/>
        </p:nvSpPr>
        <p:spPr>
          <a:xfrm>
            <a:off x="7345377" y="2820167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119.825</a:t>
            </a:r>
            <a:endParaRPr lang="en-US" sz="636" dirty="0"/>
          </a:p>
        </p:txBody>
      </p:sp>
      <p:sp>
        <p:nvSpPr>
          <p:cNvPr id="49" name="Text 46"/>
          <p:cNvSpPr/>
          <p:nvPr/>
        </p:nvSpPr>
        <p:spPr>
          <a:xfrm>
            <a:off x="533387" y="971550"/>
            <a:ext cx="3653647" cy="220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119.828</a:t>
            </a:r>
            <a:endParaRPr lang="en-US" sz="1380" dirty="0"/>
          </a:p>
        </p:txBody>
      </p:sp>
      <p:sp>
        <p:nvSpPr>
          <p:cNvPr id="50" name="Text 47"/>
          <p:cNvSpPr/>
          <p:nvPr/>
        </p:nvSpPr>
        <p:spPr>
          <a:xfrm>
            <a:off x="4837984" y="5585966"/>
            <a:ext cx="364724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53,04 %</a:t>
            </a:r>
            <a:endParaRPr lang="en-US" sz="744" dirty="0"/>
          </a:p>
        </p:txBody>
      </p:sp>
      <p:sp>
        <p:nvSpPr>
          <p:cNvPr id="51" name="Text 48"/>
          <p:cNvSpPr/>
          <p:nvPr/>
        </p:nvSpPr>
        <p:spPr>
          <a:xfrm>
            <a:off x="1582896" y="1967680"/>
            <a:ext cx="148468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55.557</a:t>
            </a:r>
            <a:endParaRPr lang="en-US" sz="636" dirty="0"/>
          </a:p>
        </p:txBody>
      </p:sp>
      <p:sp>
        <p:nvSpPr>
          <p:cNvPr id="52" name="Text 49"/>
          <p:cNvSpPr/>
          <p:nvPr/>
        </p:nvSpPr>
        <p:spPr>
          <a:xfrm>
            <a:off x="1582896" y="2105792"/>
            <a:ext cx="14846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24.673</a:t>
            </a:r>
            <a:endParaRPr lang="en-US" sz="636" dirty="0"/>
          </a:p>
        </p:txBody>
      </p:sp>
      <p:sp>
        <p:nvSpPr>
          <p:cNvPr id="53" name="Text 50"/>
          <p:cNvSpPr/>
          <p:nvPr/>
        </p:nvSpPr>
        <p:spPr>
          <a:xfrm>
            <a:off x="2996877" y="2105792"/>
            <a:ext cx="15989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11.397</a:t>
            </a:r>
            <a:endParaRPr lang="en-US" sz="636" dirty="0"/>
          </a:p>
        </p:txBody>
      </p:sp>
      <p:sp>
        <p:nvSpPr>
          <p:cNvPr id="54" name="Text 51"/>
          <p:cNvSpPr/>
          <p:nvPr/>
        </p:nvSpPr>
        <p:spPr>
          <a:xfrm>
            <a:off x="4519648" y="2105792"/>
            <a:ext cx="14849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46,2 %</a:t>
            </a:r>
            <a:endParaRPr lang="en-US" sz="636" dirty="0"/>
          </a:p>
        </p:txBody>
      </p:sp>
      <p:sp>
        <p:nvSpPr>
          <p:cNvPr id="55" name="Text 52"/>
          <p:cNvSpPr/>
          <p:nvPr/>
        </p:nvSpPr>
        <p:spPr>
          <a:xfrm>
            <a:off x="1582896" y="2248667"/>
            <a:ext cx="14846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41.870</a:t>
            </a:r>
            <a:endParaRPr lang="en-US" sz="636" dirty="0"/>
          </a:p>
        </p:txBody>
      </p:sp>
      <p:sp>
        <p:nvSpPr>
          <p:cNvPr id="56" name="Text 53"/>
          <p:cNvSpPr/>
          <p:nvPr/>
        </p:nvSpPr>
        <p:spPr>
          <a:xfrm>
            <a:off x="4519648" y="2248667"/>
            <a:ext cx="14849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10,9 %</a:t>
            </a:r>
            <a:endParaRPr lang="en-US" sz="636" dirty="0"/>
          </a:p>
        </p:txBody>
      </p:sp>
      <p:sp>
        <p:nvSpPr>
          <p:cNvPr id="57" name="Text 54"/>
          <p:cNvSpPr/>
          <p:nvPr/>
        </p:nvSpPr>
        <p:spPr>
          <a:xfrm>
            <a:off x="1582896" y="2391542"/>
            <a:ext cx="14846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49.232</a:t>
            </a:r>
            <a:endParaRPr lang="en-US" sz="636" dirty="0"/>
          </a:p>
        </p:txBody>
      </p:sp>
      <p:sp>
        <p:nvSpPr>
          <p:cNvPr id="58" name="Text 55"/>
          <p:cNvSpPr/>
          <p:nvPr/>
        </p:nvSpPr>
        <p:spPr>
          <a:xfrm>
            <a:off x="2996877" y="2391542"/>
            <a:ext cx="15989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48.734</a:t>
            </a:r>
            <a:endParaRPr lang="en-US" sz="636" dirty="0"/>
          </a:p>
        </p:txBody>
      </p:sp>
      <p:sp>
        <p:nvSpPr>
          <p:cNvPr id="59" name="Text 56"/>
          <p:cNvSpPr/>
          <p:nvPr/>
        </p:nvSpPr>
        <p:spPr>
          <a:xfrm>
            <a:off x="4519648" y="2391542"/>
            <a:ext cx="14849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99,0 %</a:t>
            </a:r>
            <a:endParaRPr lang="en-US" sz="636" dirty="0"/>
          </a:p>
        </p:txBody>
      </p:sp>
      <p:sp>
        <p:nvSpPr>
          <p:cNvPr id="60" name="Text 57"/>
          <p:cNvSpPr/>
          <p:nvPr/>
        </p:nvSpPr>
        <p:spPr>
          <a:xfrm>
            <a:off x="1582896" y="2534417"/>
            <a:ext cx="14846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49.232</a:t>
            </a:r>
            <a:endParaRPr lang="en-US" sz="636" dirty="0"/>
          </a:p>
        </p:txBody>
      </p:sp>
      <p:sp>
        <p:nvSpPr>
          <p:cNvPr id="61" name="Text 58"/>
          <p:cNvSpPr/>
          <p:nvPr/>
        </p:nvSpPr>
        <p:spPr>
          <a:xfrm>
            <a:off x="2996877" y="2534417"/>
            <a:ext cx="15989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48.734</a:t>
            </a:r>
            <a:endParaRPr lang="en-US" sz="636" dirty="0"/>
          </a:p>
        </p:txBody>
      </p:sp>
      <p:sp>
        <p:nvSpPr>
          <p:cNvPr id="62" name="Text 59"/>
          <p:cNvSpPr/>
          <p:nvPr/>
        </p:nvSpPr>
        <p:spPr>
          <a:xfrm>
            <a:off x="4519648" y="2534417"/>
            <a:ext cx="14849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99,0 %</a:t>
            </a:r>
            <a:endParaRPr lang="en-US" sz="636" dirty="0"/>
          </a:p>
        </p:txBody>
      </p:sp>
      <p:sp>
        <p:nvSpPr>
          <p:cNvPr id="63" name="Text 60"/>
          <p:cNvSpPr/>
          <p:nvPr/>
        </p:nvSpPr>
        <p:spPr>
          <a:xfrm>
            <a:off x="1582896" y="2677292"/>
            <a:ext cx="14846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34.574</a:t>
            </a:r>
            <a:endParaRPr lang="en-US" sz="636" dirty="0"/>
          </a:p>
        </p:txBody>
      </p:sp>
      <p:sp>
        <p:nvSpPr>
          <p:cNvPr id="64" name="Text 61"/>
          <p:cNvSpPr/>
          <p:nvPr/>
        </p:nvSpPr>
        <p:spPr>
          <a:xfrm>
            <a:off x="2996877" y="2677292"/>
            <a:ext cx="15989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17.661</a:t>
            </a:r>
            <a:endParaRPr lang="en-US" sz="636" dirty="0"/>
          </a:p>
        </p:txBody>
      </p:sp>
      <p:sp>
        <p:nvSpPr>
          <p:cNvPr id="65" name="Text 62"/>
          <p:cNvSpPr/>
          <p:nvPr/>
        </p:nvSpPr>
        <p:spPr>
          <a:xfrm>
            <a:off x="4519648" y="2677292"/>
            <a:ext cx="14849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51,1 %</a:t>
            </a:r>
            <a:endParaRPr lang="en-US" sz="636" dirty="0"/>
          </a:p>
        </p:txBody>
      </p:sp>
      <p:sp>
        <p:nvSpPr>
          <p:cNvPr id="66" name="Text 63"/>
          <p:cNvSpPr/>
          <p:nvPr/>
        </p:nvSpPr>
        <p:spPr>
          <a:xfrm>
            <a:off x="4519648" y="2820167"/>
            <a:ext cx="1484992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636" dirty="0"/>
          </a:p>
        </p:txBody>
      </p:sp>
      <p:sp>
        <p:nvSpPr>
          <p:cNvPr id="67" name="Text 64"/>
          <p:cNvSpPr/>
          <p:nvPr/>
        </p:nvSpPr>
        <p:spPr>
          <a:xfrm>
            <a:off x="504812" y="3234505"/>
            <a:ext cx="19158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Motivo</a:t>
            </a:r>
            <a:endParaRPr lang="en-US" sz="888" dirty="0"/>
          </a:p>
        </p:txBody>
      </p:sp>
      <p:sp>
        <p:nvSpPr>
          <p:cNvPr id="68" name="Text 65"/>
          <p:cNvSpPr/>
          <p:nvPr/>
        </p:nvSpPr>
        <p:spPr>
          <a:xfrm>
            <a:off x="3777759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37.342</a:t>
            </a:r>
            <a:endParaRPr lang="en-US" sz="576" dirty="0"/>
          </a:p>
        </p:txBody>
      </p:sp>
      <p:sp>
        <p:nvSpPr>
          <p:cNvPr id="69" name="Text 66"/>
          <p:cNvSpPr/>
          <p:nvPr/>
        </p:nvSpPr>
        <p:spPr>
          <a:xfrm>
            <a:off x="4260545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37.340</a:t>
            </a:r>
            <a:endParaRPr lang="en-US" sz="576" dirty="0"/>
          </a:p>
        </p:txBody>
      </p:sp>
      <p:sp>
        <p:nvSpPr>
          <p:cNvPr id="70" name="Text 67"/>
          <p:cNvSpPr/>
          <p:nvPr/>
        </p:nvSpPr>
        <p:spPr>
          <a:xfrm>
            <a:off x="4743331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13.532</a:t>
            </a:r>
            <a:endParaRPr lang="en-US" sz="576" dirty="0"/>
          </a:p>
        </p:txBody>
      </p:sp>
      <p:sp>
        <p:nvSpPr>
          <p:cNvPr id="71" name="Text 68"/>
          <p:cNvSpPr/>
          <p:nvPr/>
        </p:nvSpPr>
        <p:spPr>
          <a:xfrm>
            <a:off x="5226118" y="35345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11.261</a:t>
            </a:r>
            <a:endParaRPr lang="en-US" sz="576" dirty="0"/>
          </a:p>
        </p:txBody>
      </p:sp>
      <p:sp>
        <p:nvSpPr>
          <p:cNvPr id="72" name="Text 69"/>
          <p:cNvSpPr/>
          <p:nvPr/>
        </p:nvSpPr>
        <p:spPr>
          <a:xfrm>
            <a:off x="2812186" y="4467992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11.397</a:t>
            </a:r>
            <a:endParaRPr lang="en-US" sz="576" dirty="0"/>
          </a:p>
        </p:txBody>
      </p:sp>
      <p:sp>
        <p:nvSpPr>
          <p:cNvPr id="73" name="Text 70"/>
          <p:cNvSpPr/>
          <p:nvPr/>
        </p:nvSpPr>
        <p:spPr>
          <a:xfrm>
            <a:off x="3777759" y="4467992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48.734</a:t>
            </a:r>
            <a:endParaRPr lang="en-US" sz="576" dirty="0"/>
          </a:p>
        </p:txBody>
      </p:sp>
      <p:sp>
        <p:nvSpPr>
          <p:cNvPr id="74" name="Text 71"/>
          <p:cNvSpPr/>
          <p:nvPr/>
        </p:nvSpPr>
        <p:spPr>
          <a:xfrm>
            <a:off x="4260545" y="4467992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48.734</a:t>
            </a:r>
            <a:endParaRPr lang="en-US" sz="576" dirty="0"/>
          </a:p>
        </p:txBody>
      </p:sp>
      <p:sp>
        <p:nvSpPr>
          <p:cNvPr id="75" name="Text 72"/>
          <p:cNvSpPr/>
          <p:nvPr/>
        </p:nvSpPr>
        <p:spPr>
          <a:xfrm>
            <a:off x="4743331" y="4467992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17.661</a:t>
            </a:r>
            <a:endParaRPr lang="en-US" sz="576" dirty="0"/>
          </a:p>
        </p:txBody>
      </p:sp>
      <p:sp>
        <p:nvSpPr>
          <p:cNvPr id="76" name="Text 73"/>
          <p:cNvSpPr/>
          <p:nvPr/>
        </p:nvSpPr>
        <p:spPr>
          <a:xfrm>
            <a:off x="9303014" y="1796230"/>
            <a:ext cx="10277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77" name="Text 74"/>
          <p:cNvSpPr/>
          <p:nvPr/>
        </p:nvSpPr>
        <p:spPr>
          <a:xfrm>
            <a:off x="7345377" y="1967680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51.332</a:t>
            </a:r>
            <a:endParaRPr lang="en-US" sz="636" dirty="0"/>
          </a:p>
        </p:txBody>
      </p:sp>
      <p:sp>
        <p:nvSpPr>
          <p:cNvPr id="78" name="Text 75"/>
          <p:cNvSpPr/>
          <p:nvPr/>
        </p:nvSpPr>
        <p:spPr>
          <a:xfrm>
            <a:off x="7345377" y="210579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13.276</a:t>
            </a:r>
            <a:endParaRPr lang="en-US" sz="636" dirty="0"/>
          </a:p>
        </p:txBody>
      </p:sp>
      <p:sp>
        <p:nvSpPr>
          <p:cNvPr id="79" name="Text 76"/>
          <p:cNvSpPr/>
          <p:nvPr/>
        </p:nvSpPr>
        <p:spPr>
          <a:xfrm>
            <a:off x="8324195" y="210579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30,0 %</a:t>
            </a:r>
            <a:endParaRPr lang="en-US" sz="636" dirty="0"/>
          </a:p>
        </p:txBody>
      </p:sp>
      <p:sp>
        <p:nvSpPr>
          <p:cNvPr id="80" name="Text 77"/>
          <p:cNvSpPr/>
          <p:nvPr/>
        </p:nvSpPr>
        <p:spPr>
          <a:xfrm>
            <a:off x="7345377" y="2248667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37.308</a:t>
            </a:r>
            <a:endParaRPr lang="en-US" sz="636" dirty="0"/>
          </a:p>
        </p:txBody>
      </p:sp>
      <p:sp>
        <p:nvSpPr>
          <p:cNvPr id="81" name="Text 78"/>
          <p:cNvSpPr/>
          <p:nvPr/>
        </p:nvSpPr>
        <p:spPr>
          <a:xfrm>
            <a:off x="8324195" y="2248667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22,1 %</a:t>
            </a:r>
            <a:endParaRPr lang="en-US" sz="636" dirty="0"/>
          </a:p>
        </p:txBody>
      </p:sp>
      <p:sp>
        <p:nvSpPr>
          <p:cNvPr id="82" name="Text 79"/>
          <p:cNvSpPr/>
          <p:nvPr/>
        </p:nvSpPr>
        <p:spPr>
          <a:xfrm>
            <a:off x="8324195" y="2534417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43,2 %</a:t>
            </a:r>
            <a:endParaRPr lang="en-US" sz="636" dirty="0"/>
          </a:p>
        </p:txBody>
      </p:sp>
      <p:sp>
        <p:nvSpPr>
          <p:cNvPr id="83" name="Text 80"/>
          <p:cNvSpPr/>
          <p:nvPr/>
        </p:nvSpPr>
        <p:spPr>
          <a:xfrm>
            <a:off x="7345377" y="267729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16.913</a:t>
            </a:r>
            <a:endParaRPr lang="en-US" sz="636" dirty="0"/>
          </a:p>
        </p:txBody>
      </p:sp>
      <p:sp>
        <p:nvSpPr>
          <p:cNvPr id="84" name="Text 81"/>
          <p:cNvSpPr/>
          <p:nvPr/>
        </p:nvSpPr>
        <p:spPr>
          <a:xfrm>
            <a:off x="8324195" y="267729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25,9 %</a:t>
            </a:r>
            <a:endParaRPr lang="en-US" sz="636" dirty="0"/>
          </a:p>
        </p:txBody>
      </p:sp>
      <p:sp>
        <p:nvSpPr>
          <p:cNvPr id="85" name="Text 82"/>
          <p:cNvSpPr/>
          <p:nvPr/>
        </p:nvSpPr>
        <p:spPr>
          <a:xfrm>
            <a:off x="8324195" y="2820167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18,0 %</a:t>
            </a:r>
            <a:endParaRPr lang="en-US" sz="636" dirty="0"/>
          </a:p>
        </p:txBody>
      </p:sp>
      <p:sp>
        <p:nvSpPr>
          <p:cNvPr id="86" name="Text 83"/>
          <p:cNvSpPr/>
          <p:nvPr/>
        </p:nvSpPr>
        <p:spPr>
          <a:xfrm>
            <a:off x="10988599" y="3405955"/>
            <a:ext cx="73319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16.926</a:t>
            </a:r>
            <a:endParaRPr lang="en-US" sz="552" dirty="0"/>
          </a:p>
        </p:txBody>
      </p:sp>
      <p:sp>
        <p:nvSpPr>
          <p:cNvPr id="87" name="Text 84"/>
          <p:cNvSpPr/>
          <p:nvPr/>
        </p:nvSpPr>
        <p:spPr>
          <a:xfrm>
            <a:off x="8091881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35.511</a:t>
            </a:r>
            <a:endParaRPr lang="en-US" sz="552" dirty="0"/>
          </a:p>
        </p:txBody>
      </p:sp>
      <p:sp>
        <p:nvSpPr>
          <p:cNvPr id="88" name="Text 85"/>
          <p:cNvSpPr/>
          <p:nvPr/>
        </p:nvSpPr>
        <p:spPr>
          <a:xfrm>
            <a:off x="9057453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25.810</a:t>
            </a:r>
            <a:endParaRPr lang="en-US" sz="552" dirty="0"/>
          </a:p>
        </p:txBody>
      </p:sp>
      <p:sp>
        <p:nvSpPr>
          <p:cNvPr id="89" name="Text 86"/>
          <p:cNvSpPr/>
          <p:nvPr/>
        </p:nvSpPr>
        <p:spPr>
          <a:xfrm>
            <a:off x="10505812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11.700</a:t>
            </a:r>
            <a:endParaRPr lang="en-US" sz="552" dirty="0"/>
          </a:p>
        </p:txBody>
      </p:sp>
      <p:sp>
        <p:nvSpPr>
          <p:cNvPr id="90" name="Text 87"/>
          <p:cNvSpPr/>
          <p:nvPr/>
        </p:nvSpPr>
        <p:spPr>
          <a:xfrm>
            <a:off x="10988599" y="44679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82.895</a:t>
            </a:r>
            <a:endParaRPr lang="en-US" sz="552" dirty="0"/>
          </a:p>
        </p:txBody>
      </p:sp>
      <p:sp>
        <p:nvSpPr>
          <p:cNvPr id="91" name="Text 88"/>
          <p:cNvSpPr/>
          <p:nvPr/>
        </p:nvSpPr>
        <p:spPr>
          <a:xfrm>
            <a:off x="8091881" y="46013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34.600</a:t>
            </a:r>
            <a:endParaRPr lang="en-US" sz="552" dirty="0"/>
          </a:p>
        </p:txBody>
      </p:sp>
      <p:sp>
        <p:nvSpPr>
          <p:cNvPr id="92" name="Text 89"/>
          <p:cNvSpPr/>
          <p:nvPr/>
        </p:nvSpPr>
        <p:spPr>
          <a:xfrm>
            <a:off x="9057453" y="46013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25.148</a:t>
            </a:r>
            <a:endParaRPr lang="en-US" sz="552" dirty="0"/>
          </a:p>
        </p:txBody>
      </p:sp>
      <p:sp>
        <p:nvSpPr>
          <p:cNvPr id="93" name="Text 90"/>
          <p:cNvSpPr/>
          <p:nvPr/>
        </p:nvSpPr>
        <p:spPr>
          <a:xfrm>
            <a:off x="10505812" y="46013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11.400</a:t>
            </a:r>
            <a:endParaRPr lang="en-US" sz="552" dirty="0"/>
          </a:p>
        </p:txBody>
      </p:sp>
      <p:sp>
        <p:nvSpPr>
          <p:cNvPr id="94" name="Text 91"/>
          <p:cNvSpPr/>
          <p:nvPr/>
        </p:nvSpPr>
        <p:spPr>
          <a:xfrm>
            <a:off x="10988599" y="46013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80.769</a:t>
            </a:r>
            <a:endParaRPr lang="en-US" sz="552" dirty="0"/>
          </a:p>
        </p:txBody>
      </p:sp>
      <p:sp>
        <p:nvSpPr>
          <p:cNvPr id="95" name="Text 92"/>
          <p:cNvSpPr/>
          <p:nvPr/>
        </p:nvSpPr>
        <p:spPr>
          <a:xfrm>
            <a:off x="495288" y="1967680"/>
            <a:ext cx="114198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96" name="Text 93"/>
          <p:cNvSpPr/>
          <p:nvPr/>
        </p:nvSpPr>
        <p:spPr>
          <a:xfrm>
            <a:off x="2996877" y="1967680"/>
            <a:ext cx="159891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4.225</a:t>
            </a:r>
            <a:endParaRPr lang="en-US" sz="636" dirty="0"/>
          </a:p>
        </p:txBody>
      </p:sp>
      <p:sp>
        <p:nvSpPr>
          <p:cNvPr id="97" name="Text 94"/>
          <p:cNvSpPr/>
          <p:nvPr/>
        </p:nvSpPr>
        <p:spPr>
          <a:xfrm>
            <a:off x="4519648" y="1967680"/>
            <a:ext cx="1484992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7,6 %</a:t>
            </a:r>
            <a:endParaRPr lang="en-US" sz="636" dirty="0"/>
          </a:p>
        </p:txBody>
      </p:sp>
      <p:sp>
        <p:nvSpPr>
          <p:cNvPr id="98" name="Text 95"/>
          <p:cNvSpPr/>
          <p:nvPr/>
        </p:nvSpPr>
        <p:spPr>
          <a:xfrm>
            <a:off x="495288" y="2248667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99" name="Text 96"/>
          <p:cNvSpPr/>
          <p:nvPr/>
        </p:nvSpPr>
        <p:spPr>
          <a:xfrm>
            <a:off x="2996877" y="2248667"/>
            <a:ext cx="159891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4.562</a:t>
            </a:r>
            <a:endParaRPr lang="en-US" sz="636" dirty="0"/>
          </a:p>
        </p:txBody>
      </p:sp>
      <p:sp>
        <p:nvSpPr>
          <p:cNvPr id="100" name="Text 97"/>
          <p:cNvSpPr/>
          <p:nvPr/>
        </p:nvSpPr>
        <p:spPr>
          <a:xfrm>
            <a:off x="495288" y="239154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01" name="Text 98"/>
          <p:cNvSpPr/>
          <p:nvPr/>
        </p:nvSpPr>
        <p:spPr>
          <a:xfrm>
            <a:off x="495288" y="267729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02" name="Text 99"/>
          <p:cNvSpPr/>
          <p:nvPr/>
        </p:nvSpPr>
        <p:spPr>
          <a:xfrm>
            <a:off x="495288" y="2820167"/>
            <a:ext cx="114198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03" name="Text 100"/>
          <p:cNvSpPr/>
          <p:nvPr/>
        </p:nvSpPr>
        <p:spPr>
          <a:xfrm>
            <a:off x="5226118" y="3234505"/>
            <a:ext cx="73319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04" name="Text 101"/>
          <p:cNvSpPr/>
          <p:nvPr/>
        </p:nvSpPr>
        <p:spPr>
          <a:xfrm>
            <a:off x="2329400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3.237</a:t>
            </a:r>
            <a:endParaRPr lang="en-US" sz="576" dirty="0"/>
          </a:p>
        </p:txBody>
      </p:sp>
      <p:sp>
        <p:nvSpPr>
          <p:cNvPr id="105" name="Text 102"/>
          <p:cNvSpPr/>
          <p:nvPr/>
        </p:nvSpPr>
        <p:spPr>
          <a:xfrm>
            <a:off x="2812186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8.732</a:t>
            </a:r>
            <a:endParaRPr lang="en-US" sz="576" dirty="0"/>
          </a:p>
        </p:txBody>
      </p:sp>
      <p:sp>
        <p:nvSpPr>
          <p:cNvPr id="106" name="Text 103"/>
          <p:cNvSpPr/>
          <p:nvPr/>
        </p:nvSpPr>
        <p:spPr>
          <a:xfrm>
            <a:off x="3294972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3.495</a:t>
            </a:r>
            <a:endParaRPr lang="en-US" sz="576" dirty="0"/>
          </a:p>
        </p:txBody>
      </p:sp>
      <p:sp>
        <p:nvSpPr>
          <p:cNvPr id="107" name="Text 104"/>
          <p:cNvSpPr/>
          <p:nvPr/>
        </p:nvSpPr>
        <p:spPr>
          <a:xfrm>
            <a:off x="3777759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4.055</a:t>
            </a:r>
            <a:endParaRPr lang="en-US" sz="576" dirty="0"/>
          </a:p>
        </p:txBody>
      </p:sp>
      <p:sp>
        <p:nvSpPr>
          <p:cNvPr id="108" name="Text 105"/>
          <p:cNvSpPr/>
          <p:nvPr/>
        </p:nvSpPr>
        <p:spPr>
          <a:xfrm>
            <a:off x="4260545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4.056</a:t>
            </a:r>
            <a:endParaRPr lang="en-US" sz="576" dirty="0"/>
          </a:p>
        </p:txBody>
      </p:sp>
      <p:sp>
        <p:nvSpPr>
          <p:cNvPr id="109" name="Text 106"/>
          <p:cNvSpPr/>
          <p:nvPr/>
        </p:nvSpPr>
        <p:spPr>
          <a:xfrm>
            <a:off x="4743331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1.470</a:t>
            </a:r>
            <a:endParaRPr lang="en-US" sz="576" dirty="0"/>
          </a:p>
        </p:txBody>
      </p:sp>
      <p:sp>
        <p:nvSpPr>
          <p:cNvPr id="110" name="Text 107"/>
          <p:cNvSpPr/>
          <p:nvPr/>
        </p:nvSpPr>
        <p:spPr>
          <a:xfrm>
            <a:off x="3777759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2.142</a:t>
            </a:r>
            <a:endParaRPr lang="en-US" sz="576" dirty="0"/>
          </a:p>
        </p:txBody>
      </p:sp>
      <p:sp>
        <p:nvSpPr>
          <p:cNvPr id="111" name="Text 108"/>
          <p:cNvSpPr/>
          <p:nvPr/>
        </p:nvSpPr>
        <p:spPr>
          <a:xfrm>
            <a:off x="4260545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2.142</a:t>
            </a:r>
            <a:endParaRPr lang="en-US" sz="576" dirty="0"/>
          </a:p>
        </p:txBody>
      </p:sp>
      <p:sp>
        <p:nvSpPr>
          <p:cNvPr id="112" name="Text 109"/>
          <p:cNvSpPr/>
          <p:nvPr/>
        </p:nvSpPr>
        <p:spPr>
          <a:xfrm>
            <a:off x="5226118" y="36678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5.948</a:t>
            </a:r>
            <a:endParaRPr lang="en-US" sz="576" dirty="0"/>
          </a:p>
        </p:txBody>
      </p:sp>
      <p:sp>
        <p:nvSpPr>
          <p:cNvPr id="113" name="Text 110"/>
          <p:cNvSpPr/>
          <p:nvPr/>
        </p:nvSpPr>
        <p:spPr>
          <a:xfrm>
            <a:off x="3777759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1.618</a:t>
            </a:r>
            <a:endParaRPr lang="en-US" sz="576" dirty="0"/>
          </a:p>
        </p:txBody>
      </p:sp>
      <p:sp>
        <p:nvSpPr>
          <p:cNvPr id="114" name="Text 111"/>
          <p:cNvSpPr/>
          <p:nvPr/>
        </p:nvSpPr>
        <p:spPr>
          <a:xfrm>
            <a:off x="4260545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1.619</a:t>
            </a:r>
            <a:endParaRPr lang="en-US" sz="576" dirty="0"/>
          </a:p>
        </p:txBody>
      </p:sp>
      <p:sp>
        <p:nvSpPr>
          <p:cNvPr id="115" name="Text 112"/>
          <p:cNvSpPr/>
          <p:nvPr/>
        </p:nvSpPr>
        <p:spPr>
          <a:xfrm>
            <a:off x="5226118" y="38012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4.495</a:t>
            </a:r>
            <a:endParaRPr lang="en-US" sz="576" dirty="0"/>
          </a:p>
        </p:txBody>
      </p:sp>
      <p:sp>
        <p:nvSpPr>
          <p:cNvPr id="116" name="Text 113"/>
          <p:cNvSpPr/>
          <p:nvPr/>
        </p:nvSpPr>
        <p:spPr>
          <a:xfrm>
            <a:off x="5226118" y="39345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2.330</a:t>
            </a:r>
            <a:endParaRPr lang="en-US" sz="576" dirty="0"/>
          </a:p>
        </p:txBody>
      </p:sp>
      <p:sp>
        <p:nvSpPr>
          <p:cNvPr id="117" name="Text 114"/>
          <p:cNvSpPr/>
          <p:nvPr/>
        </p:nvSpPr>
        <p:spPr>
          <a:xfrm>
            <a:off x="5226118" y="40679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2.145</a:t>
            </a:r>
            <a:endParaRPr lang="en-US" sz="576" dirty="0"/>
          </a:p>
        </p:txBody>
      </p:sp>
      <p:sp>
        <p:nvSpPr>
          <p:cNvPr id="118" name="Text 115"/>
          <p:cNvSpPr/>
          <p:nvPr/>
        </p:nvSpPr>
        <p:spPr>
          <a:xfrm>
            <a:off x="3777759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1.632</a:t>
            </a:r>
            <a:endParaRPr lang="en-US" sz="576" dirty="0"/>
          </a:p>
        </p:txBody>
      </p:sp>
      <p:sp>
        <p:nvSpPr>
          <p:cNvPr id="119" name="Text 116"/>
          <p:cNvSpPr/>
          <p:nvPr/>
        </p:nvSpPr>
        <p:spPr>
          <a:xfrm>
            <a:off x="4260545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1.633</a:t>
            </a:r>
            <a:endParaRPr lang="en-US" sz="576" dirty="0"/>
          </a:p>
        </p:txBody>
      </p:sp>
      <p:sp>
        <p:nvSpPr>
          <p:cNvPr id="120" name="Text 117"/>
          <p:cNvSpPr/>
          <p:nvPr/>
        </p:nvSpPr>
        <p:spPr>
          <a:xfrm>
            <a:off x="5226118" y="43346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4.534</a:t>
            </a:r>
            <a:endParaRPr lang="en-US" sz="576" dirty="0"/>
          </a:p>
        </p:txBody>
      </p:sp>
      <p:sp>
        <p:nvSpPr>
          <p:cNvPr id="121" name="Text 118"/>
          <p:cNvSpPr/>
          <p:nvPr/>
        </p:nvSpPr>
        <p:spPr>
          <a:xfrm>
            <a:off x="504812" y="4467992"/>
            <a:ext cx="1915817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576" dirty="0"/>
          </a:p>
        </p:txBody>
      </p:sp>
      <p:sp>
        <p:nvSpPr>
          <p:cNvPr id="122" name="Text 119"/>
          <p:cNvSpPr/>
          <p:nvPr/>
        </p:nvSpPr>
        <p:spPr>
          <a:xfrm>
            <a:off x="2329400" y="4467992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4.225</a:t>
            </a:r>
            <a:endParaRPr lang="en-US" sz="576" dirty="0"/>
          </a:p>
        </p:txBody>
      </p:sp>
      <p:sp>
        <p:nvSpPr>
          <p:cNvPr id="123" name="Text 120"/>
          <p:cNvSpPr/>
          <p:nvPr/>
        </p:nvSpPr>
        <p:spPr>
          <a:xfrm>
            <a:off x="3294972" y="4467992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4.562</a:t>
            </a:r>
            <a:endParaRPr lang="en-US" sz="576" dirty="0"/>
          </a:p>
        </p:txBody>
      </p:sp>
      <p:sp>
        <p:nvSpPr>
          <p:cNvPr id="124" name="Text 121"/>
          <p:cNvSpPr/>
          <p:nvPr/>
        </p:nvSpPr>
        <p:spPr>
          <a:xfrm>
            <a:off x="7345377" y="1796230"/>
            <a:ext cx="10277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125" name="Text 122"/>
          <p:cNvSpPr/>
          <p:nvPr/>
        </p:nvSpPr>
        <p:spPr>
          <a:xfrm>
            <a:off x="6257769" y="1967680"/>
            <a:ext cx="114198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126" name="Text 123"/>
          <p:cNvSpPr/>
          <p:nvPr/>
        </p:nvSpPr>
        <p:spPr>
          <a:xfrm>
            <a:off x="8324195" y="1967680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9,2 %</a:t>
            </a:r>
            <a:endParaRPr lang="en-US" sz="636" dirty="0"/>
          </a:p>
        </p:txBody>
      </p:sp>
      <p:sp>
        <p:nvSpPr>
          <p:cNvPr id="127" name="Text 124"/>
          <p:cNvSpPr/>
          <p:nvPr/>
        </p:nvSpPr>
        <p:spPr>
          <a:xfrm>
            <a:off x="10281832" y="1967680"/>
            <a:ext cx="1485305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0,7 %</a:t>
            </a:r>
            <a:endParaRPr lang="en-US" sz="636" dirty="0"/>
          </a:p>
        </p:txBody>
      </p:sp>
      <p:sp>
        <p:nvSpPr>
          <p:cNvPr id="128" name="Text 125"/>
          <p:cNvSpPr/>
          <p:nvPr/>
        </p:nvSpPr>
        <p:spPr>
          <a:xfrm>
            <a:off x="10281832" y="2105792"/>
            <a:ext cx="14853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3,2 %</a:t>
            </a:r>
            <a:endParaRPr lang="en-US" sz="636" dirty="0"/>
          </a:p>
        </p:txBody>
      </p:sp>
      <p:sp>
        <p:nvSpPr>
          <p:cNvPr id="129" name="Text 126"/>
          <p:cNvSpPr/>
          <p:nvPr/>
        </p:nvSpPr>
        <p:spPr>
          <a:xfrm>
            <a:off x="6257769" y="2248667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130" name="Text 127"/>
          <p:cNvSpPr/>
          <p:nvPr/>
        </p:nvSpPr>
        <p:spPr>
          <a:xfrm>
            <a:off x="10281832" y="2248667"/>
            <a:ext cx="14853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0,4 %</a:t>
            </a:r>
            <a:endParaRPr lang="en-US" sz="636" dirty="0"/>
          </a:p>
        </p:txBody>
      </p:sp>
      <p:sp>
        <p:nvSpPr>
          <p:cNvPr id="131" name="Text 128"/>
          <p:cNvSpPr/>
          <p:nvPr/>
        </p:nvSpPr>
        <p:spPr>
          <a:xfrm>
            <a:off x="6257769" y="239154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132" name="Text 129"/>
          <p:cNvSpPr/>
          <p:nvPr/>
        </p:nvSpPr>
        <p:spPr>
          <a:xfrm>
            <a:off x="8324195" y="239154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6,0 %</a:t>
            </a:r>
            <a:endParaRPr lang="en-US" sz="636" dirty="0"/>
          </a:p>
        </p:txBody>
      </p:sp>
      <p:sp>
        <p:nvSpPr>
          <p:cNvPr id="133" name="Text 130"/>
          <p:cNvSpPr/>
          <p:nvPr/>
        </p:nvSpPr>
        <p:spPr>
          <a:xfrm>
            <a:off x="10281832" y="2391542"/>
            <a:ext cx="14853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0,0 %</a:t>
            </a:r>
            <a:endParaRPr lang="en-US" sz="636" dirty="0"/>
          </a:p>
        </p:txBody>
      </p:sp>
      <p:sp>
        <p:nvSpPr>
          <p:cNvPr id="134" name="Text 131"/>
          <p:cNvSpPr/>
          <p:nvPr/>
        </p:nvSpPr>
        <p:spPr>
          <a:xfrm>
            <a:off x="10281832" y="2534417"/>
            <a:ext cx="14853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2,3 %</a:t>
            </a:r>
            <a:endParaRPr lang="en-US" sz="636" dirty="0"/>
          </a:p>
        </p:txBody>
      </p:sp>
      <p:sp>
        <p:nvSpPr>
          <p:cNvPr id="135" name="Text 132"/>
          <p:cNvSpPr/>
          <p:nvPr/>
        </p:nvSpPr>
        <p:spPr>
          <a:xfrm>
            <a:off x="6257769" y="267729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136" name="Text 133"/>
          <p:cNvSpPr/>
          <p:nvPr/>
        </p:nvSpPr>
        <p:spPr>
          <a:xfrm>
            <a:off x="10281832" y="2677292"/>
            <a:ext cx="14853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4,9 %</a:t>
            </a:r>
            <a:endParaRPr lang="en-US" sz="636" dirty="0"/>
          </a:p>
        </p:txBody>
      </p:sp>
      <p:sp>
        <p:nvSpPr>
          <p:cNvPr id="137" name="Text 134"/>
          <p:cNvSpPr/>
          <p:nvPr/>
        </p:nvSpPr>
        <p:spPr>
          <a:xfrm>
            <a:off x="6257769" y="2820167"/>
            <a:ext cx="114198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138" name="Text 135"/>
          <p:cNvSpPr/>
          <p:nvPr/>
        </p:nvSpPr>
        <p:spPr>
          <a:xfrm>
            <a:off x="10281832" y="2820167"/>
            <a:ext cx="1485305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1,5 %</a:t>
            </a:r>
            <a:endParaRPr lang="en-US" sz="636" dirty="0"/>
          </a:p>
        </p:txBody>
      </p:sp>
      <p:sp>
        <p:nvSpPr>
          <p:cNvPr id="139" name="Text 136"/>
          <p:cNvSpPr/>
          <p:nvPr/>
        </p:nvSpPr>
        <p:spPr>
          <a:xfrm>
            <a:off x="10988599" y="3234505"/>
            <a:ext cx="73319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140" name="Text 137"/>
          <p:cNvSpPr/>
          <p:nvPr/>
        </p:nvSpPr>
        <p:spPr>
          <a:xfrm>
            <a:off x="8091881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7.252</a:t>
            </a:r>
            <a:endParaRPr lang="en-US" sz="552" dirty="0"/>
          </a:p>
        </p:txBody>
      </p:sp>
      <p:sp>
        <p:nvSpPr>
          <p:cNvPr id="141" name="Text 138"/>
          <p:cNvSpPr/>
          <p:nvPr/>
        </p:nvSpPr>
        <p:spPr>
          <a:xfrm>
            <a:off x="8574667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1.875</a:t>
            </a:r>
            <a:endParaRPr lang="en-US" sz="552" dirty="0"/>
          </a:p>
        </p:txBody>
      </p:sp>
      <p:sp>
        <p:nvSpPr>
          <p:cNvPr id="142" name="Text 139"/>
          <p:cNvSpPr/>
          <p:nvPr/>
        </p:nvSpPr>
        <p:spPr>
          <a:xfrm>
            <a:off x="9057453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5.270</a:t>
            </a:r>
            <a:endParaRPr lang="en-US" sz="552" dirty="0"/>
          </a:p>
        </p:txBody>
      </p:sp>
      <p:sp>
        <p:nvSpPr>
          <p:cNvPr id="143" name="Text 140"/>
          <p:cNvSpPr/>
          <p:nvPr/>
        </p:nvSpPr>
        <p:spPr>
          <a:xfrm>
            <a:off x="10505812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2.389</a:t>
            </a:r>
            <a:endParaRPr lang="en-US" sz="552" dirty="0"/>
          </a:p>
        </p:txBody>
      </p:sp>
      <p:sp>
        <p:nvSpPr>
          <p:cNvPr id="144" name="Text 141"/>
          <p:cNvSpPr/>
          <p:nvPr/>
        </p:nvSpPr>
        <p:spPr>
          <a:xfrm>
            <a:off x="8091881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2.586</a:t>
            </a:r>
            <a:endParaRPr lang="en-US" sz="552" dirty="0"/>
          </a:p>
        </p:txBody>
      </p:sp>
      <p:sp>
        <p:nvSpPr>
          <p:cNvPr id="145" name="Text 142"/>
          <p:cNvSpPr/>
          <p:nvPr/>
        </p:nvSpPr>
        <p:spPr>
          <a:xfrm>
            <a:off x="9057453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1.880</a:t>
            </a:r>
            <a:endParaRPr lang="en-US" sz="552" dirty="0"/>
          </a:p>
        </p:txBody>
      </p:sp>
      <p:sp>
        <p:nvSpPr>
          <p:cNvPr id="146" name="Text 143"/>
          <p:cNvSpPr/>
          <p:nvPr/>
        </p:nvSpPr>
        <p:spPr>
          <a:xfrm>
            <a:off x="10988599" y="36678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6.037</a:t>
            </a:r>
            <a:endParaRPr lang="en-US" sz="552" dirty="0"/>
          </a:p>
        </p:txBody>
      </p:sp>
      <p:sp>
        <p:nvSpPr>
          <p:cNvPr id="147" name="Text 144"/>
          <p:cNvSpPr/>
          <p:nvPr/>
        </p:nvSpPr>
        <p:spPr>
          <a:xfrm>
            <a:off x="8091881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1.728</a:t>
            </a:r>
            <a:endParaRPr lang="en-US" sz="552" dirty="0"/>
          </a:p>
        </p:txBody>
      </p:sp>
      <p:sp>
        <p:nvSpPr>
          <p:cNvPr id="148" name="Text 145"/>
          <p:cNvSpPr/>
          <p:nvPr/>
        </p:nvSpPr>
        <p:spPr>
          <a:xfrm>
            <a:off x="9057453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1.256</a:t>
            </a:r>
            <a:endParaRPr lang="en-US" sz="552" dirty="0"/>
          </a:p>
        </p:txBody>
      </p:sp>
      <p:sp>
        <p:nvSpPr>
          <p:cNvPr id="149" name="Text 146"/>
          <p:cNvSpPr/>
          <p:nvPr/>
        </p:nvSpPr>
        <p:spPr>
          <a:xfrm>
            <a:off x="10988599" y="38012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4.035</a:t>
            </a:r>
            <a:endParaRPr lang="en-US" sz="552" dirty="0"/>
          </a:p>
        </p:txBody>
      </p:sp>
      <p:sp>
        <p:nvSpPr>
          <p:cNvPr id="150" name="Text 147"/>
          <p:cNvSpPr/>
          <p:nvPr/>
        </p:nvSpPr>
        <p:spPr>
          <a:xfrm>
            <a:off x="10988599" y="39345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1.701</a:t>
            </a:r>
            <a:endParaRPr lang="en-US" sz="552" dirty="0"/>
          </a:p>
        </p:txBody>
      </p:sp>
      <p:sp>
        <p:nvSpPr>
          <p:cNvPr id="151" name="Text 148"/>
          <p:cNvSpPr/>
          <p:nvPr/>
        </p:nvSpPr>
        <p:spPr>
          <a:xfrm>
            <a:off x="8091881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1.106</a:t>
            </a:r>
            <a:endParaRPr lang="en-US" sz="552" dirty="0"/>
          </a:p>
        </p:txBody>
      </p:sp>
      <p:sp>
        <p:nvSpPr>
          <p:cNvPr id="152" name="Text 149"/>
          <p:cNvSpPr/>
          <p:nvPr/>
        </p:nvSpPr>
        <p:spPr>
          <a:xfrm>
            <a:off x="10988599" y="40679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2.583</a:t>
            </a:r>
            <a:endParaRPr lang="en-US" sz="552" dirty="0"/>
          </a:p>
        </p:txBody>
      </p:sp>
      <p:sp>
        <p:nvSpPr>
          <p:cNvPr id="153" name="Text 150"/>
          <p:cNvSpPr/>
          <p:nvPr/>
        </p:nvSpPr>
        <p:spPr>
          <a:xfrm>
            <a:off x="10988599" y="43346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1.595</a:t>
            </a:r>
            <a:endParaRPr lang="en-US" sz="552" dirty="0"/>
          </a:p>
        </p:txBody>
      </p:sp>
      <p:sp>
        <p:nvSpPr>
          <p:cNvPr id="154" name="Text 151"/>
          <p:cNvSpPr/>
          <p:nvPr/>
        </p:nvSpPr>
        <p:spPr>
          <a:xfrm>
            <a:off x="8574667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9.184</a:t>
            </a:r>
            <a:endParaRPr lang="en-US" sz="552" dirty="0"/>
          </a:p>
        </p:txBody>
      </p:sp>
      <p:sp>
        <p:nvSpPr>
          <p:cNvPr id="155" name="Text 152"/>
          <p:cNvSpPr/>
          <p:nvPr/>
        </p:nvSpPr>
        <p:spPr>
          <a:xfrm>
            <a:off x="8574667" y="46013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8.949</a:t>
            </a:r>
            <a:endParaRPr lang="en-US" sz="552" dirty="0"/>
          </a:p>
        </p:txBody>
      </p:sp>
      <p:sp>
        <p:nvSpPr>
          <p:cNvPr id="156" name="Text 153"/>
          <p:cNvSpPr/>
          <p:nvPr/>
        </p:nvSpPr>
        <p:spPr>
          <a:xfrm>
            <a:off x="10988599" y="47346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1.640</a:t>
            </a:r>
            <a:endParaRPr lang="en-US" sz="552" dirty="0"/>
          </a:p>
        </p:txBody>
      </p:sp>
      <p:sp>
        <p:nvSpPr>
          <p:cNvPr id="157" name="Text 154"/>
          <p:cNvSpPr/>
          <p:nvPr/>
        </p:nvSpPr>
        <p:spPr>
          <a:xfrm>
            <a:off x="4374991" y="971550"/>
            <a:ext cx="3653647" cy="220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4,9 %</a:t>
            </a:r>
            <a:endParaRPr lang="en-US" sz="1380" dirty="0"/>
          </a:p>
        </p:txBody>
      </p:sp>
      <p:sp>
        <p:nvSpPr>
          <p:cNvPr id="158" name="Text 155"/>
          <p:cNvSpPr/>
          <p:nvPr/>
        </p:nvSpPr>
        <p:spPr>
          <a:xfrm>
            <a:off x="495288" y="2534417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159" name="Text 156"/>
          <p:cNvSpPr/>
          <p:nvPr/>
        </p:nvSpPr>
        <p:spPr>
          <a:xfrm>
            <a:off x="6257769" y="2534417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160" name="Text 157"/>
          <p:cNvSpPr/>
          <p:nvPr/>
        </p:nvSpPr>
        <p:spPr>
          <a:xfrm>
            <a:off x="495288" y="1796230"/>
            <a:ext cx="114198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61" name="Text 158"/>
          <p:cNvSpPr/>
          <p:nvPr/>
        </p:nvSpPr>
        <p:spPr>
          <a:xfrm>
            <a:off x="2329400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162" name="Text 159"/>
          <p:cNvSpPr/>
          <p:nvPr/>
        </p:nvSpPr>
        <p:spPr>
          <a:xfrm>
            <a:off x="2812186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163" name="Text 160"/>
          <p:cNvSpPr/>
          <p:nvPr/>
        </p:nvSpPr>
        <p:spPr>
          <a:xfrm>
            <a:off x="3294972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164" name="Text 161"/>
          <p:cNvSpPr/>
          <p:nvPr/>
        </p:nvSpPr>
        <p:spPr>
          <a:xfrm>
            <a:off x="3777759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165" name="Text 162"/>
          <p:cNvSpPr/>
          <p:nvPr/>
        </p:nvSpPr>
        <p:spPr>
          <a:xfrm>
            <a:off x="4260545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66" name="Text 163"/>
          <p:cNvSpPr/>
          <p:nvPr/>
        </p:nvSpPr>
        <p:spPr>
          <a:xfrm>
            <a:off x="4743331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167" name="Text 164"/>
          <p:cNvSpPr/>
          <p:nvPr/>
        </p:nvSpPr>
        <p:spPr>
          <a:xfrm>
            <a:off x="2329400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352</a:t>
            </a:r>
            <a:endParaRPr lang="en-US" sz="576" dirty="0"/>
          </a:p>
        </p:txBody>
      </p:sp>
      <p:sp>
        <p:nvSpPr>
          <p:cNvPr id="168" name="Text 165"/>
          <p:cNvSpPr/>
          <p:nvPr/>
        </p:nvSpPr>
        <p:spPr>
          <a:xfrm>
            <a:off x="2812186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948</a:t>
            </a:r>
            <a:endParaRPr lang="en-US" sz="576" dirty="0"/>
          </a:p>
        </p:txBody>
      </p:sp>
      <p:sp>
        <p:nvSpPr>
          <p:cNvPr id="169" name="Text 166"/>
          <p:cNvSpPr/>
          <p:nvPr/>
        </p:nvSpPr>
        <p:spPr>
          <a:xfrm>
            <a:off x="3294972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380</a:t>
            </a:r>
            <a:endParaRPr lang="en-US" sz="576" dirty="0"/>
          </a:p>
        </p:txBody>
      </p:sp>
      <p:sp>
        <p:nvSpPr>
          <p:cNvPr id="170" name="Text 167"/>
          <p:cNvSpPr/>
          <p:nvPr/>
        </p:nvSpPr>
        <p:spPr>
          <a:xfrm>
            <a:off x="2329400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186</a:t>
            </a:r>
            <a:endParaRPr lang="en-US" sz="576" dirty="0"/>
          </a:p>
        </p:txBody>
      </p:sp>
      <p:sp>
        <p:nvSpPr>
          <p:cNvPr id="171" name="Text 168"/>
          <p:cNvSpPr/>
          <p:nvPr/>
        </p:nvSpPr>
        <p:spPr>
          <a:xfrm>
            <a:off x="2812186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501</a:t>
            </a:r>
            <a:endParaRPr lang="en-US" sz="576" dirty="0"/>
          </a:p>
        </p:txBody>
      </p:sp>
      <p:sp>
        <p:nvSpPr>
          <p:cNvPr id="172" name="Text 169"/>
          <p:cNvSpPr/>
          <p:nvPr/>
        </p:nvSpPr>
        <p:spPr>
          <a:xfrm>
            <a:off x="3294972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201</a:t>
            </a:r>
            <a:endParaRPr lang="en-US" sz="576" dirty="0"/>
          </a:p>
        </p:txBody>
      </p:sp>
      <p:sp>
        <p:nvSpPr>
          <p:cNvPr id="173" name="Text 170"/>
          <p:cNvSpPr/>
          <p:nvPr/>
        </p:nvSpPr>
        <p:spPr>
          <a:xfrm>
            <a:off x="4743331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776</a:t>
            </a:r>
            <a:endParaRPr lang="en-US" sz="576" dirty="0"/>
          </a:p>
        </p:txBody>
      </p:sp>
      <p:sp>
        <p:nvSpPr>
          <p:cNvPr id="174" name="Text 171"/>
          <p:cNvSpPr/>
          <p:nvPr/>
        </p:nvSpPr>
        <p:spPr>
          <a:xfrm>
            <a:off x="2329400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576" dirty="0"/>
          </a:p>
        </p:txBody>
      </p:sp>
      <p:sp>
        <p:nvSpPr>
          <p:cNvPr id="175" name="Text 172"/>
          <p:cNvSpPr/>
          <p:nvPr/>
        </p:nvSpPr>
        <p:spPr>
          <a:xfrm>
            <a:off x="2812186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379</a:t>
            </a:r>
            <a:endParaRPr lang="en-US" sz="576" dirty="0"/>
          </a:p>
        </p:txBody>
      </p:sp>
      <p:sp>
        <p:nvSpPr>
          <p:cNvPr id="176" name="Text 173"/>
          <p:cNvSpPr/>
          <p:nvPr/>
        </p:nvSpPr>
        <p:spPr>
          <a:xfrm>
            <a:off x="3294972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152</a:t>
            </a:r>
            <a:endParaRPr lang="en-US" sz="576" dirty="0"/>
          </a:p>
        </p:txBody>
      </p:sp>
      <p:sp>
        <p:nvSpPr>
          <p:cNvPr id="177" name="Text 174"/>
          <p:cNvSpPr/>
          <p:nvPr/>
        </p:nvSpPr>
        <p:spPr>
          <a:xfrm>
            <a:off x="4743331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587</a:t>
            </a:r>
            <a:endParaRPr lang="en-US" sz="576" dirty="0"/>
          </a:p>
        </p:txBody>
      </p:sp>
      <p:sp>
        <p:nvSpPr>
          <p:cNvPr id="178" name="Text 175"/>
          <p:cNvSpPr/>
          <p:nvPr/>
        </p:nvSpPr>
        <p:spPr>
          <a:xfrm>
            <a:off x="2812186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196</a:t>
            </a:r>
            <a:endParaRPr lang="en-US" sz="576" dirty="0"/>
          </a:p>
        </p:txBody>
      </p:sp>
      <p:sp>
        <p:nvSpPr>
          <p:cNvPr id="179" name="Text 176"/>
          <p:cNvSpPr/>
          <p:nvPr/>
        </p:nvSpPr>
        <p:spPr>
          <a:xfrm>
            <a:off x="3777759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839</a:t>
            </a:r>
            <a:endParaRPr lang="en-US" sz="576" dirty="0"/>
          </a:p>
        </p:txBody>
      </p:sp>
      <p:sp>
        <p:nvSpPr>
          <p:cNvPr id="180" name="Text 177"/>
          <p:cNvSpPr/>
          <p:nvPr/>
        </p:nvSpPr>
        <p:spPr>
          <a:xfrm>
            <a:off x="4260545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839</a:t>
            </a:r>
            <a:endParaRPr lang="en-US" sz="576" dirty="0"/>
          </a:p>
        </p:txBody>
      </p:sp>
      <p:sp>
        <p:nvSpPr>
          <p:cNvPr id="181" name="Text 178"/>
          <p:cNvSpPr/>
          <p:nvPr/>
        </p:nvSpPr>
        <p:spPr>
          <a:xfrm>
            <a:off x="4743331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304</a:t>
            </a:r>
            <a:endParaRPr lang="en-US" sz="576" dirty="0"/>
          </a:p>
        </p:txBody>
      </p:sp>
      <p:sp>
        <p:nvSpPr>
          <p:cNvPr id="182" name="Text 179"/>
          <p:cNvSpPr/>
          <p:nvPr/>
        </p:nvSpPr>
        <p:spPr>
          <a:xfrm>
            <a:off x="2812186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181</a:t>
            </a:r>
            <a:endParaRPr lang="en-US" sz="576" dirty="0"/>
          </a:p>
        </p:txBody>
      </p:sp>
      <p:sp>
        <p:nvSpPr>
          <p:cNvPr id="183" name="Text 180"/>
          <p:cNvSpPr/>
          <p:nvPr/>
        </p:nvSpPr>
        <p:spPr>
          <a:xfrm>
            <a:off x="3777759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772</a:t>
            </a:r>
            <a:endParaRPr lang="en-US" sz="576" dirty="0"/>
          </a:p>
        </p:txBody>
      </p:sp>
      <p:sp>
        <p:nvSpPr>
          <p:cNvPr id="184" name="Text 181"/>
          <p:cNvSpPr/>
          <p:nvPr/>
        </p:nvSpPr>
        <p:spPr>
          <a:xfrm>
            <a:off x="4260545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773</a:t>
            </a:r>
            <a:endParaRPr lang="en-US" sz="576" dirty="0"/>
          </a:p>
        </p:txBody>
      </p:sp>
      <p:sp>
        <p:nvSpPr>
          <p:cNvPr id="185" name="Text 182"/>
          <p:cNvSpPr/>
          <p:nvPr/>
        </p:nvSpPr>
        <p:spPr>
          <a:xfrm>
            <a:off x="4743331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280</a:t>
            </a:r>
            <a:endParaRPr lang="en-US" sz="576" dirty="0"/>
          </a:p>
        </p:txBody>
      </p:sp>
      <p:sp>
        <p:nvSpPr>
          <p:cNvPr id="186" name="Text 183"/>
          <p:cNvSpPr/>
          <p:nvPr/>
        </p:nvSpPr>
        <p:spPr>
          <a:xfrm>
            <a:off x="3777759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332</a:t>
            </a:r>
            <a:endParaRPr lang="en-US" sz="576" dirty="0"/>
          </a:p>
        </p:txBody>
      </p:sp>
      <p:sp>
        <p:nvSpPr>
          <p:cNvPr id="187" name="Text 184"/>
          <p:cNvSpPr/>
          <p:nvPr/>
        </p:nvSpPr>
        <p:spPr>
          <a:xfrm>
            <a:off x="4260545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332</a:t>
            </a:r>
            <a:endParaRPr lang="en-US" sz="576" dirty="0"/>
          </a:p>
        </p:txBody>
      </p:sp>
      <p:sp>
        <p:nvSpPr>
          <p:cNvPr id="188" name="Text 185"/>
          <p:cNvSpPr/>
          <p:nvPr/>
        </p:nvSpPr>
        <p:spPr>
          <a:xfrm>
            <a:off x="4743331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120</a:t>
            </a:r>
            <a:endParaRPr lang="en-US" sz="576" dirty="0"/>
          </a:p>
        </p:txBody>
      </p:sp>
      <p:sp>
        <p:nvSpPr>
          <p:cNvPr id="189" name="Text 186"/>
          <p:cNvSpPr/>
          <p:nvPr/>
        </p:nvSpPr>
        <p:spPr>
          <a:xfrm>
            <a:off x="5226118" y="42012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922</a:t>
            </a:r>
            <a:endParaRPr lang="en-US" sz="576" dirty="0"/>
          </a:p>
        </p:txBody>
      </p:sp>
      <p:sp>
        <p:nvSpPr>
          <p:cNvPr id="190" name="Text 187"/>
          <p:cNvSpPr/>
          <p:nvPr/>
        </p:nvSpPr>
        <p:spPr>
          <a:xfrm>
            <a:off x="2329400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142</a:t>
            </a:r>
            <a:endParaRPr lang="en-US" sz="576" dirty="0"/>
          </a:p>
        </p:txBody>
      </p:sp>
      <p:sp>
        <p:nvSpPr>
          <p:cNvPr id="191" name="Text 188"/>
          <p:cNvSpPr/>
          <p:nvPr/>
        </p:nvSpPr>
        <p:spPr>
          <a:xfrm>
            <a:off x="2812186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382</a:t>
            </a:r>
            <a:endParaRPr lang="en-US" sz="576" dirty="0"/>
          </a:p>
        </p:txBody>
      </p:sp>
      <p:sp>
        <p:nvSpPr>
          <p:cNvPr id="192" name="Text 189"/>
          <p:cNvSpPr/>
          <p:nvPr/>
        </p:nvSpPr>
        <p:spPr>
          <a:xfrm>
            <a:off x="3294972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153</a:t>
            </a:r>
            <a:endParaRPr lang="en-US" sz="576" dirty="0"/>
          </a:p>
        </p:txBody>
      </p:sp>
      <p:sp>
        <p:nvSpPr>
          <p:cNvPr id="193" name="Text 190"/>
          <p:cNvSpPr/>
          <p:nvPr/>
        </p:nvSpPr>
        <p:spPr>
          <a:xfrm>
            <a:off x="4743331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592</a:t>
            </a:r>
            <a:endParaRPr lang="en-US" sz="576" dirty="0"/>
          </a:p>
        </p:txBody>
      </p:sp>
      <p:sp>
        <p:nvSpPr>
          <p:cNvPr id="194" name="Text 191"/>
          <p:cNvSpPr/>
          <p:nvPr/>
        </p:nvSpPr>
        <p:spPr>
          <a:xfrm>
            <a:off x="6257769" y="1796230"/>
            <a:ext cx="114198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95" name="Text 192"/>
          <p:cNvSpPr/>
          <p:nvPr/>
        </p:nvSpPr>
        <p:spPr>
          <a:xfrm>
            <a:off x="9303014" y="210579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123</a:t>
            </a:r>
            <a:endParaRPr lang="en-US" sz="636" dirty="0"/>
          </a:p>
        </p:txBody>
      </p:sp>
      <p:sp>
        <p:nvSpPr>
          <p:cNvPr id="196" name="Text 193"/>
          <p:cNvSpPr/>
          <p:nvPr/>
        </p:nvSpPr>
        <p:spPr>
          <a:xfrm>
            <a:off x="7345377" y="239154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498</a:t>
            </a:r>
            <a:endParaRPr lang="en-US" sz="636" dirty="0"/>
          </a:p>
        </p:txBody>
      </p:sp>
      <p:sp>
        <p:nvSpPr>
          <p:cNvPr id="197" name="Text 194"/>
          <p:cNvSpPr/>
          <p:nvPr/>
        </p:nvSpPr>
        <p:spPr>
          <a:xfrm>
            <a:off x="7345377" y="2534417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498</a:t>
            </a:r>
            <a:endParaRPr lang="en-US" sz="636" dirty="0"/>
          </a:p>
        </p:txBody>
      </p:sp>
      <p:sp>
        <p:nvSpPr>
          <p:cNvPr id="198" name="Text 195"/>
          <p:cNvSpPr/>
          <p:nvPr/>
        </p:nvSpPr>
        <p:spPr>
          <a:xfrm>
            <a:off x="9303014" y="267729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138</a:t>
            </a:r>
            <a:endParaRPr lang="en-US" sz="636" dirty="0"/>
          </a:p>
        </p:txBody>
      </p:sp>
      <p:sp>
        <p:nvSpPr>
          <p:cNvPr id="199" name="Text 196"/>
          <p:cNvSpPr/>
          <p:nvPr/>
        </p:nvSpPr>
        <p:spPr>
          <a:xfrm>
            <a:off x="9303014" y="2820167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318</a:t>
            </a:r>
            <a:endParaRPr lang="en-US" sz="636" dirty="0"/>
          </a:p>
        </p:txBody>
      </p:sp>
      <p:sp>
        <p:nvSpPr>
          <p:cNvPr id="200" name="Text 197"/>
          <p:cNvSpPr/>
          <p:nvPr/>
        </p:nvSpPr>
        <p:spPr>
          <a:xfrm>
            <a:off x="8091881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201" name="Text 198"/>
          <p:cNvSpPr/>
          <p:nvPr/>
        </p:nvSpPr>
        <p:spPr>
          <a:xfrm>
            <a:off x="8574667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202" name="Text 199"/>
          <p:cNvSpPr/>
          <p:nvPr/>
        </p:nvSpPr>
        <p:spPr>
          <a:xfrm>
            <a:off x="9057453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203" name="Text 200"/>
          <p:cNvSpPr/>
          <p:nvPr/>
        </p:nvSpPr>
        <p:spPr>
          <a:xfrm>
            <a:off x="9540240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204" name="Text 201"/>
          <p:cNvSpPr/>
          <p:nvPr/>
        </p:nvSpPr>
        <p:spPr>
          <a:xfrm>
            <a:off x="10023026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205" name="Text 202"/>
          <p:cNvSpPr/>
          <p:nvPr/>
        </p:nvSpPr>
        <p:spPr>
          <a:xfrm>
            <a:off x="10505812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206" name="Text 203"/>
          <p:cNvSpPr/>
          <p:nvPr/>
        </p:nvSpPr>
        <p:spPr>
          <a:xfrm>
            <a:off x="8091881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137</a:t>
            </a:r>
            <a:endParaRPr lang="en-US" sz="552" dirty="0"/>
          </a:p>
        </p:txBody>
      </p:sp>
      <p:sp>
        <p:nvSpPr>
          <p:cNvPr id="207" name="Text 204"/>
          <p:cNvSpPr/>
          <p:nvPr/>
        </p:nvSpPr>
        <p:spPr>
          <a:xfrm>
            <a:off x="10988599" y="35345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318</a:t>
            </a:r>
            <a:endParaRPr lang="en-US" sz="552" dirty="0"/>
          </a:p>
        </p:txBody>
      </p:sp>
      <p:sp>
        <p:nvSpPr>
          <p:cNvPr id="208" name="Text 205"/>
          <p:cNvSpPr/>
          <p:nvPr/>
        </p:nvSpPr>
        <p:spPr>
          <a:xfrm>
            <a:off x="8574667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669</a:t>
            </a:r>
            <a:endParaRPr lang="en-US" sz="552" dirty="0"/>
          </a:p>
        </p:txBody>
      </p:sp>
      <p:sp>
        <p:nvSpPr>
          <p:cNvPr id="209" name="Text 206"/>
          <p:cNvSpPr/>
          <p:nvPr/>
        </p:nvSpPr>
        <p:spPr>
          <a:xfrm>
            <a:off x="10505812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852</a:t>
            </a:r>
            <a:endParaRPr lang="en-US" sz="552" dirty="0"/>
          </a:p>
        </p:txBody>
      </p:sp>
      <p:sp>
        <p:nvSpPr>
          <p:cNvPr id="210" name="Text 207"/>
          <p:cNvSpPr/>
          <p:nvPr/>
        </p:nvSpPr>
        <p:spPr>
          <a:xfrm>
            <a:off x="8574667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447</a:t>
            </a:r>
            <a:endParaRPr lang="en-US" sz="552" dirty="0"/>
          </a:p>
        </p:txBody>
      </p:sp>
      <p:sp>
        <p:nvSpPr>
          <p:cNvPr id="211" name="Text 208"/>
          <p:cNvSpPr/>
          <p:nvPr/>
        </p:nvSpPr>
        <p:spPr>
          <a:xfrm>
            <a:off x="10505812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570</a:t>
            </a:r>
            <a:endParaRPr lang="en-US" sz="552" dirty="0"/>
          </a:p>
        </p:txBody>
      </p:sp>
      <p:sp>
        <p:nvSpPr>
          <p:cNvPr id="212" name="Text 209"/>
          <p:cNvSpPr/>
          <p:nvPr/>
        </p:nvSpPr>
        <p:spPr>
          <a:xfrm>
            <a:off x="8091881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729</a:t>
            </a:r>
            <a:endParaRPr lang="en-US" sz="552" dirty="0"/>
          </a:p>
        </p:txBody>
      </p:sp>
      <p:sp>
        <p:nvSpPr>
          <p:cNvPr id="213" name="Text 210"/>
          <p:cNvSpPr/>
          <p:nvPr/>
        </p:nvSpPr>
        <p:spPr>
          <a:xfrm>
            <a:off x="8574667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188</a:t>
            </a:r>
            <a:endParaRPr lang="en-US" sz="552" dirty="0"/>
          </a:p>
        </p:txBody>
      </p:sp>
      <p:sp>
        <p:nvSpPr>
          <p:cNvPr id="214" name="Text 211"/>
          <p:cNvSpPr/>
          <p:nvPr/>
        </p:nvSpPr>
        <p:spPr>
          <a:xfrm>
            <a:off x="9057453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530</a:t>
            </a:r>
            <a:endParaRPr lang="en-US" sz="552" dirty="0"/>
          </a:p>
        </p:txBody>
      </p:sp>
      <p:sp>
        <p:nvSpPr>
          <p:cNvPr id="215" name="Text 212"/>
          <p:cNvSpPr/>
          <p:nvPr/>
        </p:nvSpPr>
        <p:spPr>
          <a:xfrm>
            <a:off x="10505812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240</a:t>
            </a:r>
            <a:endParaRPr lang="en-US" sz="552" dirty="0"/>
          </a:p>
        </p:txBody>
      </p:sp>
      <p:sp>
        <p:nvSpPr>
          <p:cNvPr id="216" name="Text 213"/>
          <p:cNvSpPr/>
          <p:nvPr/>
        </p:nvSpPr>
        <p:spPr>
          <a:xfrm>
            <a:off x="8574667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286</a:t>
            </a:r>
            <a:endParaRPr lang="en-US" sz="552" dirty="0"/>
          </a:p>
        </p:txBody>
      </p:sp>
      <p:sp>
        <p:nvSpPr>
          <p:cNvPr id="217" name="Text 214"/>
          <p:cNvSpPr/>
          <p:nvPr/>
        </p:nvSpPr>
        <p:spPr>
          <a:xfrm>
            <a:off x="9057453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804</a:t>
            </a:r>
            <a:endParaRPr lang="en-US" sz="552" dirty="0"/>
          </a:p>
        </p:txBody>
      </p:sp>
      <p:sp>
        <p:nvSpPr>
          <p:cNvPr id="218" name="Text 215"/>
          <p:cNvSpPr/>
          <p:nvPr/>
        </p:nvSpPr>
        <p:spPr>
          <a:xfrm>
            <a:off x="10505812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365</a:t>
            </a:r>
            <a:endParaRPr lang="en-US" sz="552" dirty="0"/>
          </a:p>
        </p:txBody>
      </p:sp>
      <p:sp>
        <p:nvSpPr>
          <p:cNvPr id="219" name="Text 216"/>
          <p:cNvSpPr/>
          <p:nvPr/>
        </p:nvSpPr>
        <p:spPr>
          <a:xfrm>
            <a:off x="8091881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280</a:t>
            </a:r>
            <a:endParaRPr lang="en-US" sz="552" dirty="0"/>
          </a:p>
        </p:txBody>
      </p:sp>
      <p:sp>
        <p:nvSpPr>
          <p:cNvPr id="220" name="Text 217"/>
          <p:cNvSpPr/>
          <p:nvPr/>
        </p:nvSpPr>
        <p:spPr>
          <a:xfrm>
            <a:off x="9057453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205</a:t>
            </a:r>
            <a:endParaRPr lang="en-US" sz="552" dirty="0"/>
          </a:p>
        </p:txBody>
      </p:sp>
      <p:sp>
        <p:nvSpPr>
          <p:cNvPr id="221" name="Text 218"/>
          <p:cNvSpPr/>
          <p:nvPr/>
        </p:nvSpPr>
        <p:spPr>
          <a:xfrm>
            <a:off x="10988599" y="42012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657</a:t>
            </a:r>
            <a:endParaRPr lang="en-US" sz="552" dirty="0"/>
          </a:p>
        </p:txBody>
      </p:sp>
      <p:sp>
        <p:nvSpPr>
          <p:cNvPr id="222" name="Text 219"/>
          <p:cNvSpPr/>
          <p:nvPr/>
        </p:nvSpPr>
        <p:spPr>
          <a:xfrm>
            <a:off x="8091881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682</a:t>
            </a:r>
            <a:endParaRPr lang="en-US" sz="552" dirty="0"/>
          </a:p>
        </p:txBody>
      </p:sp>
      <p:sp>
        <p:nvSpPr>
          <p:cNvPr id="223" name="Text 220"/>
          <p:cNvSpPr/>
          <p:nvPr/>
        </p:nvSpPr>
        <p:spPr>
          <a:xfrm>
            <a:off x="8574667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177</a:t>
            </a:r>
            <a:endParaRPr lang="en-US" sz="552" dirty="0"/>
          </a:p>
        </p:txBody>
      </p:sp>
      <p:sp>
        <p:nvSpPr>
          <p:cNvPr id="224" name="Text 221"/>
          <p:cNvSpPr/>
          <p:nvPr/>
        </p:nvSpPr>
        <p:spPr>
          <a:xfrm>
            <a:off x="9057453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497</a:t>
            </a:r>
            <a:endParaRPr lang="en-US" sz="552" dirty="0"/>
          </a:p>
        </p:txBody>
      </p:sp>
      <p:sp>
        <p:nvSpPr>
          <p:cNvPr id="225" name="Text 222"/>
          <p:cNvSpPr/>
          <p:nvPr/>
        </p:nvSpPr>
        <p:spPr>
          <a:xfrm>
            <a:off x="10505812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225</a:t>
            </a:r>
            <a:endParaRPr lang="en-US" sz="552" dirty="0"/>
          </a:p>
        </p:txBody>
      </p:sp>
      <p:sp>
        <p:nvSpPr>
          <p:cNvPr id="226" name="Text 223"/>
          <p:cNvSpPr/>
          <p:nvPr/>
        </p:nvSpPr>
        <p:spPr>
          <a:xfrm>
            <a:off x="9540240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345</a:t>
            </a:r>
            <a:endParaRPr lang="en-US" sz="552" dirty="0"/>
          </a:p>
        </p:txBody>
      </p:sp>
      <p:sp>
        <p:nvSpPr>
          <p:cNvPr id="227" name="Text 224"/>
          <p:cNvSpPr/>
          <p:nvPr/>
        </p:nvSpPr>
        <p:spPr>
          <a:xfrm>
            <a:off x="10023026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345</a:t>
            </a:r>
            <a:endParaRPr lang="en-US" sz="552" dirty="0"/>
          </a:p>
        </p:txBody>
      </p:sp>
      <p:sp>
        <p:nvSpPr>
          <p:cNvPr id="228" name="Text 225"/>
          <p:cNvSpPr/>
          <p:nvPr/>
        </p:nvSpPr>
        <p:spPr>
          <a:xfrm>
            <a:off x="9540240" y="46013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336</a:t>
            </a:r>
            <a:endParaRPr lang="en-US" sz="552" dirty="0"/>
          </a:p>
        </p:txBody>
      </p:sp>
      <p:sp>
        <p:nvSpPr>
          <p:cNvPr id="229" name="Text 226"/>
          <p:cNvSpPr/>
          <p:nvPr/>
        </p:nvSpPr>
        <p:spPr>
          <a:xfrm>
            <a:off x="10023026" y="46013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336</a:t>
            </a:r>
            <a:endParaRPr lang="en-US" sz="552" dirty="0"/>
          </a:p>
        </p:txBody>
      </p:sp>
      <p:sp>
        <p:nvSpPr>
          <p:cNvPr id="230" name="Text 227"/>
          <p:cNvSpPr/>
          <p:nvPr/>
        </p:nvSpPr>
        <p:spPr>
          <a:xfrm>
            <a:off x="8091881" y="47346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702</a:t>
            </a:r>
            <a:endParaRPr lang="en-US" sz="552" dirty="0"/>
          </a:p>
        </p:txBody>
      </p:sp>
      <p:sp>
        <p:nvSpPr>
          <p:cNvPr id="231" name="Text 228"/>
          <p:cNvSpPr/>
          <p:nvPr/>
        </p:nvSpPr>
        <p:spPr>
          <a:xfrm>
            <a:off x="8574667" y="47346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182</a:t>
            </a:r>
            <a:endParaRPr lang="en-US" sz="552" dirty="0"/>
          </a:p>
        </p:txBody>
      </p:sp>
      <p:sp>
        <p:nvSpPr>
          <p:cNvPr id="232" name="Text 229"/>
          <p:cNvSpPr/>
          <p:nvPr/>
        </p:nvSpPr>
        <p:spPr>
          <a:xfrm>
            <a:off x="9057453" y="47346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511</a:t>
            </a:r>
            <a:endParaRPr lang="en-US" sz="552" dirty="0"/>
          </a:p>
        </p:txBody>
      </p:sp>
      <p:sp>
        <p:nvSpPr>
          <p:cNvPr id="233" name="Text 230"/>
          <p:cNvSpPr/>
          <p:nvPr/>
        </p:nvSpPr>
        <p:spPr>
          <a:xfrm>
            <a:off x="10505812" y="47346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231</a:t>
            </a:r>
            <a:endParaRPr lang="en-US" sz="552" dirty="0"/>
          </a:p>
        </p:txBody>
      </p:sp>
      <p:sp>
        <p:nvSpPr>
          <p:cNvPr id="234" name="Text 231"/>
          <p:cNvSpPr/>
          <p:nvPr/>
        </p:nvSpPr>
        <p:spPr>
          <a:xfrm>
            <a:off x="8091881" y="48680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110</a:t>
            </a:r>
            <a:endParaRPr lang="en-US" sz="552" dirty="0"/>
          </a:p>
        </p:txBody>
      </p:sp>
      <p:sp>
        <p:nvSpPr>
          <p:cNvPr id="235" name="Text 232"/>
          <p:cNvSpPr/>
          <p:nvPr/>
        </p:nvSpPr>
        <p:spPr>
          <a:xfrm>
            <a:off x="10988599" y="48680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256</a:t>
            </a:r>
            <a:endParaRPr lang="en-US" sz="552" dirty="0"/>
          </a:p>
        </p:txBody>
      </p:sp>
      <p:sp>
        <p:nvSpPr>
          <p:cNvPr id="236" name="Text 233"/>
          <p:cNvSpPr/>
          <p:nvPr/>
        </p:nvSpPr>
        <p:spPr>
          <a:xfrm>
            <a:off x="10988599" y="5001392"/>
            <a:ext cx="73319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230</a:t>
            </a:r>
            <a:endParaRPr lang="en-US" sz="552" dirty="0"/>
          </a:p>
        </p:txBody>
      </p:sp>
      <p:sp>
        <p:nvSpPr>
          <p:cNvPr id="237" name="Text 234"/>
          <p:cNvSpPr/>
          <p:nvPr/>
        </p:nvSpPr>
        <p:spPr>
          <a:xfrm>
            <a:off x="8216595" y="971550"/>
            <a:ext cx="3653803" cy="220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318</a:t>
            </a:r>
            <a:endParaRPr lang="en-US" sz="1380" dirty="0"/>
          </a:p>
        </p:txBody>
      </p:sp>
      <p:sp>
        <p:nvSpPr>
          <p:cNvPr id="238" name="Text 235"/>
          <p:cNvSpPr/>
          <p:nvPr/>
        </p:nvSpPr>
        <p:spPr>
          <a:xfrm>
            <a:off x="2329400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</a:t>
            </a:r>
            <a:endParaRPr lang="en-US" sz="576" dirty="0"/>
          </a:p>
        </p:txBody>
      </p:sp>
      <p:sp>
        <p:nvSpPr>
          <p:cNvPr id="239" name="Text 236"/>
          <p:cNvSpPr/>
          <p:nvPr/>
        </p:nvSpPr>
        <p:spPr>
          <a:xfrm>
            <a:off x="3294972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576" dirty="0"/>
          </a:p>
        </p:txBody>
      </p:sp>
      <p:sp>
        <p:nvSpPr>
          <p:cNvPr id="240" name="Text 237"/>
          <p:cNvSpPr/>
          <p:nvPr/>
        </p:nvSpPr>
        <p:spPr>
          <a:xfrm>
            <a:off x="2329400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576" dirty="0"/>
          </a:p>
        </p:txBody>
      </p:sp>
      <p:sp>
        <p:nvSpPr>
          <p:cNvPr id="241" name="Text 238"/>
          <p:cNvSpPr/>
          <p:nvPr/>
        </p:nvSpPr>
        <p:spPr>
          <a:xfrm>
            <a:off x="3294972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</a:t>
            </a:r>
            <a:endParaRPr lang="en-US" sz="576" dirty="0"/>
          </a:p>
        </p:txBody>
      </p:sp>
      <p:sp>
        <p:nvSpPr>
          <p:cNvPr id="242" name="Text 239"/>
          <p:cNvSpPr/>
          <p:nvPr/>
        </p:nvSpPr>
        <p:spPr>
          <a:xfrm>
            <a:off x="2329400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</a:t>
            </a:r>
            <a:endParaRPr lang="en-US" sz="576" dirty="0"/>
          </a:p>
        </p:txBody>
      </p:sp>
      <p:sp>
        <p:nvSpPr>
          <p:cNvPr id="243" name="Text 240"/>
          <p:cNvSpPr/>
          <p:nvPr/>
        </p:nvSpPr>
        <p:spPr>
          <a:xfrm>
            <a:off x="2812186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</a:t>
            </a:r>
            <a:endParaRPr lang="en-US" sz="576" dirty="0"/>
          </a:p>
        </p:txBody>
      </p:sp>
      <p:sp>
        <p:nvSpPr>
          <p:cNvPr id="244" name="Text 241"/>
          <p:cNvSpPr/>
          <p:nvPr/>
        </p:nvSpPr>
        <p:spPr>
          <a:xfrm>
            <a:off x="3294972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576" dirty="0"/>
          </a:p>
        </p:txBody>
      </p:sp>
      <p:sp>
        <p:nvSpPr>
          <p:cNvPr id="245" name="Text 242"/>
          <p:cNvSpPr/>
          <p:nvPr/>
        </p:nvSpPr>
        <p:spPr>
          <a:xfrm>
            <a:off x="9303014" y="1967680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636" dirty="0"/>
          </a:p>
        </p:txBody>
      </p:sp>
      <p:sp>
        <p:nvSpPr>
          <p:cNvPr id="246" name="Text 243"/>
          <p:cNvSpPr/>
          <p:nvPr/>
        </p:nvSpPr>
        <p:spPr>
          <a:xfrm>
            <a:off x="9303014" y="2248667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636" dirty="0"/>
          </a:p>
        </p:txBody>
      </p:sp>
      <p:sp>
        <p:nvSpPr>
          <p:cNvPr id="247" name="Text 244"/>
          <p:cNvSpPr/>
          <p:nvPr/>
        </p:nvSpPr>
        <p:spPr>
          <a:xfrm>
            <a:off x="9540240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70</a:t>
            </a:r>
            <a:endParaRPr lang="en-US" sz="552" dirty="0"/>
          </a:p>
        </p:txBody>
      </p:sp>
      <p:sp>
        <p:nvSpPr>
          <p:cNvPr id="248" name="Text 245"/>
          <p:cNvSpPr/>
          <p:nvPr/>
        </p:nvSpPr>
        <p:spPr>
          <a:xfrm>
            <a:off x="10023026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70</a:t>
            </a:r>
            <a:endParaRPr lang="en-US" sz="552" dirty="0"/>
          </a:p>
        </p:txBody>
      </p:sp>
      <p:sp>
        <p:nvSpPr>
          <p:cNvPr id="249" name="Text 246"/>
          <p:cNvSpPr/>
          <p:nvPr/>
        </p:nvSpPr>
        <p:spPr>
          <a:xfrm>
            <a:off x="8574667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</a:t>
            </a:r>
            <a:endParaRPr lang="en-US" sz="552" dirty="0"/>
          </a:p>
        </p:txBody>
      </p:sp>
      <p:sp>
        <p:nvSpPr>
          <p:cNvPr id="250" name="Text 247"/>
          <p:cNvSpPr/>
          <p:nvPr/>
        </p:nvSpPr>
        <p:spPr>
          <a:xfrm>
            <a:off x="9057453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</a:t>
            </a:r>
            <a:endParaRPr lang="en-US" sz="552" dirty="0"/>
          </a:p>
        </p:txBody>
      </p:sp>
      <p:sp>
        <p:nvSpPr>
          <p:cNvPr id="251" name="Text 248"/>
          <p:cNvSpPr/>
          <p:nvPr/>
        </p:nvSpPr>
        <p:spPr>
          <a:xfrm>
            <a:off x="10505812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552" dirty="0"/>
          </a:p>
        </p:txBody>
      </p:sp>
      <p:sp>
        <p:nvSpPr>
          <p:cNvPr id="252" name="Text 249"/>
          <p:cNvSpPr/>
          <p:nvPr/>
        </p:nvSpPr>
        <p:spPr>
          <a:xfrm>
            <a:off x="9540240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552" dirty="0"/>
          </a:p>
        </p:txBody>
      </p:sp>
      <p:sp>
        <p:nvSpPr>
          <p:cNvPr id="253" name="Text 250"/>
          <p:cNvSpPr/>
          <p:nvPr/>
        </p:nvSpPr>
        <p:spPr>
          <a:xfrm>
            <a:off x="10023026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552" dirty="0"/>
          </a:p>
        </p:txBody>
      </p:sp>
      <p:sp>
        <p:nvSpPr>
          <p:cNvPr id="254" name="Text 251"/>
          <p:cNvSpPr/>
          <p:nvPr/>
        </p:nvSpPr>
        <p:spPr>
          <a:xfrm>
            <a:off x="9540240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</a:t>
            </a:r>
            <a:endParaRPr lang="en-US" sz="552" dirty="0"/>
          </a:p>
        </p:txBody>
      </p:sp>
      <p:sp>
        <p:nvSpPr>
          <p:cNvPr id="255" name="Text 252"/>
          <p:cNvSpPr/>
          <p:nvPr/>
        </p:nvSpPr>
        <p:spPr>
          <a:xfrm>
            <a:off x="10023026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</a:t>
            </a:r>
            <a:endParaRPr lang="en-US" sz="552" dirty="0"/>
          </a:p>
        </p:txBody>
      </p:sp>
      <p:sp>
        <p:nvSpPr>
          <p:cNvPr id="256" name="Text 253"/>
          <p:cNvSpPr/>
          <p:nvPr/>
        </p:nvSpPr>
        <p:spPr>
          <a:xfrm>
            <a:off x="9540240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</a:t>
            </a:r>
            <a:endParaRPr lang="en-US" sz="552" dirty="0"/>
          </a:p>
        </p:txBody>
      </p:sp>
      <p:sp>
        <p:nvSpPr>
          <p:cNvPr id="257" name="Text 254"/>
          <p:cNvSpPr/>
          <p:nvPr/>
        </p:nvSpPr>
        <p:spPr>
          <a:xfrm>
            <a:off x="10023026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</a:t>
            </a:r>
            <a:endParaRPr lang="en-US" sz="552" dirty="0"/>
          </a:p>
        </p:txBody>
      </p:sp>
      <p:sp>
        <p:nvSpPr>
          <p:cNvPr id="258" name="Text 255"/>
          <p:cNvSpPr/>
          <p:nvPr/>
        </p:nvSpPr>
        <p:spPr>
          <a:xfrm>
            <a:off x="8574667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</a:t>
            </a:r>
            <a:endParaRPr lang="en-US" sz="552" dirty="0"/>
          </a:p>
        </p:txBody>
      </p:sp>
      <p:sp>
        <p:nvSpPr>
          <p:cNvPr id="259" name="Text 256"/>
          <p:cNvSpPr/>
          <p:nvPr/>
        </p:nvSpPr>
        <p:spPr>
          <a:xfrm>
            <a:off x="10505812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552" dirty="0"/>
          </a:p>
        </p:txBody>
      </p:sp>
      <p:sp>
        <p:nvSpPr>
          <p:cNvPr id="260" name="Text 257"/>
          <p:cNvSpPr/>
          <p:nvPr/>
        </p:nvSpPr>
        <p:spPr>
          <a:xfrm>
            <a:off x="8574667" y="48680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</a:t>
            </a:r>
            <a:endParaRPr lang="en-US" sz="552" dirty="0"/>
          </a:p>
        </p:txBody>
      </p:sp>
      <p:sp>
        <p:nvSpPr>
          <p:cNvPr id="261" name="Text 258"/>
          <p:cNvSpPr/>
          <p:nvPr/>
        </p:nvSpPr>
        <p:spPr>
          <a:xfrm>
            <a:off x="9057453" y="48680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80</a:t>
            </a:r>
            <a:endParaRPr lang="en-US" sz="552" dirty="0"/>
          </a:p>
        </p:txBody>
      </p:sp>
      <p:sp>
        <p:nvSpPr>
          <p:cNvPr id="262" name="Text 259"/>
          <p:cNvSpPr/>
          <p:nvPr/>
        </p:nvSpPr>
        <p:spPr>
          <a:xfrm>
            <a:off x="10505812" y="48680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</a:t>
            </a:r>
            <a:endParaRPr lang="en-US" sz="552" dirty="0"/>
          </a:p>
        </p:txBody>
      </p:sp>
      <p:sp>
        <p:nvSpPr>
          <p:cNvPr id="263" name="Text 260"/>
          <p:cNvSpPr/>
          <p:nvPr/>
        </p:nvSpPr>
        <p:spPr>
          <a:xfrm>
            <a:off x="8091881" y="5001392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</a:t>
            </a:r>
            <a:endParaRPr lang="en-US" sz="552" dirty="0"/>
          </a:p>
        </p:txBody>
      </p:sp>
      <p:sp>
        <p:nvSpPr>
          <p:cNvPr id="264" name="Text 261"/>
          <p:cNvSpPr/>
          <p:nvPr/>
        </p:nvSpPr>
        <p:spPr>
          <a:xfrm>
            <a:off x="8574667" y="5001392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552" dirty="0"/>
          </a:p>
        </p:txBody>
      </p:sp>
      <p:sp>
        <p:nvSpPr>
          <p:cNvPr id="265" name="Text 262"/>
          <p:cNvSpPr/>
          <p:nvPr/>
        </p:nvSpPr>
        <p:spPr>
          <a:xfrm>
            <a:off x="9057453" y="5001392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72</a:t>
            </a:r>
            <a:endParaRPr lang="en-US" sz="552" dirty="0"/>
          </a:p>
        </p:txBody>
      </p:sp>
      <p:sp>
        <p:nvSpPr>
          <p:cNvPr id="266" name="Text 263"/>
          <p:cNvSpPr/>
          <p:nvPr/>
        </p:nvSpPr>
        <p:spPr>
          <a:xfrm>
            <a:off x="10505812" y="5001392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</a:t>
            </a:r>
            <a:endParaRPr lang="en-US" sz="552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09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83" y="5056138"/>
            <a:ext cx="6778959" cy="143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Mostró un descarte muy alto () y una bajísima efectividad sobre contacto (), lo que justifica que se haya pausado a partir de febrero.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685783" y="5202585"/>
            <a:ext cx="6778959" cy="143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contestador fue el gran bloqueador en enero, consumiendo el 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1213514" y="219075"/>
            <a:ext cx="457561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CP Clientes Satisfechos</a:t>
            </a:r>
            <a:endParaRPr lang="en-US" sz="1260" dirty="0"/>
          </a:p>
        </p:txBody>
      </p:sp>
      <p:sp>
        <p:nvSpPr>
          <p:cNvPr id="6" name="Text 3"/>
          <p:cNvSpPr/>
          <p:nvPr/>
        </p:nvSpPr>
        <p:spPr>
          <a:xfrm>
            <a:off x="8216595" y="1219944"/>
            <a:ext cx="365380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focalizada y depurada de forma express</a:t>
            </a:r>
            <a:endParaRPr lang="en-US" sz="648" dirty="0"/>
          </a:p>
        </p:txBody>
      </p:sp>
      <p:sp>
        <p:nvSpPr>
          <p:cNvPr id="7" name="Text 4"/>
          <p:cNvSpPr/>
          <p:nvPr/>
        </p:nvSpPr>
        <p:spPr>
          <a:xfrm>
            <a:off x="504812" y="35345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Activa / Producto Activo</a:t>
            </a:r>
            <a:endParaRPr lang="en-US" sz="576" dirty="0"/>
          </a:p>
        </p:txBody>
      </p:sp>
      <p:sp>
        <p:nvSpPr>
          <p:cNvPr id="8" name="Text 5"/>
          <p:cNvSpPr/>
          <p:nvPr/>
        </p:nvSpPr>
        <p:spPr>
          <a:xfrm>
            <a:off x="533387" y="1219944"/>
            <a:ext cx="365364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Interacción ágil con clientes históricos</a:t>
            </a:r>
            <a:endParaRPr lang="en-US" sz="648" dirty="0"/>
          </a:p>
        </p:txBody>
      </p:sp>
      <p:sp>
        <p:nvSpPr>
          <p:cNvPr id="9" name="Text 6"/>
          <p:cNvSpPr/>
          <p:nvPr/>
        </p:nvSpPr>
        <p:spPr>
          <a:xfrm>
            <a:off x="4374991" y="1219944"/>
            <a:ext cx="365364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Aporte táctico masivo al inicio del año</a:t>
            </a:r>
            <a:endParaRPr lang="en-US" sz="648" dirty="0"/>
          </a:p>
        </p:txBody>
      </p:sp>
      <p:sp>
        <p:nvSpPr>
          <p:cNvPr id="10" name="Text 7"/>
          <p:cNvSpPr/>
          <p:nvPr/>
        </p:nvSpPr>
        <p:spPr>
          <a:xfrm>
            <a:off x="8681672" y="209550"/>
            <a:ext cx="3085465" cy="220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 2 · Detalle Clientes Satisfechos</a:t>
            </a:r>
            <a:endParaRPr lang="en-US" sz="840" dirty="0"/>
          </a:p>
        </p:txBody>
      </p:sp>
      <p:sp>
        <p:nvSpPr>
          <p:cNvPr id="11" name="Text 8"/>
          <p:cNvSpPr/>
          <p:nvPr/>
        </p:nvSpPr>
        <p:spPr>
          <a:xfrm>
            <a:off x="1138953" y="4919216"/>
            <a:ext cx="1744237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sólo estuvo activa en enero de 2026</a:t>
            </a:r>
            <a:endParaRPr lang="en-US" sz="744" dirty="0"/>
          </a:p>
        </p:txBody>
      </p:sp>
      <p:sp>
        <p:nvSpPr>
          <p:cNvPr id="12" name="Text 9"/>
          <p:cNvSpPr/>
          <p:nvPr/>
        </p:nvSpPr>
        <p:spPr>
          <a:xfrm>
            <a:off x="6267293" y="38012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 / experiencia</a:t>
            </a:r>
            <a:endParaRPr lang="en-US" sz="552" dirty="0"/>
          </a:p>
        </p:txBody>
      </p:sp>
      <p:sp>
        <p:nvSpPr>
          <p:cNvPr id="13" name="Text 10"/>
          <p:cNvSpPr/>
          <p:nvPr/>
        </p:nvSpPr>
        <p:spPr>
          <a:xfrm>
            <a:off x="504812" y="3405955"/>
            <a:ext cx="1915817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4" name="Text 11"/>
          <p:cNvSpPr/>
          <p:nvPr/>
        </p:nvSpPr>
        <p:spPr>
          <a:xfrm>
            <a:off x="504812" y="36678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Errado / Sin Teléfono</a:t>
            </a:r>
            <a:endParaRPr lang="en-US" sz="576" dirty="0"/>
          </a:p>
        </p:txBody>
      </p:sp>
      <p:sp>
        <p:nvSpPr>
          <p:cNvPr id="15" name="Text 12"/>
          <p:cNvSpPr/>
          <p:nvPr/>
        </p:nvSpPr>
        <p:spPr>
          <a:xfrm>
            <a:off x="495288" y="3029694"/>
            <a:ext cx="5710571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Motivos de Descarte por Mes</a:t>
            </a:r>
            <a:endParaRPr lang="en-US" sz="816" dirty="0"/>
          </a:p>
        </p:txBody>
      </p:sp>
      <p:sp>
        <p:nvSpPr>
          <p:cNvPr id="16" name="Text 13"/>
          <p:cNvSpPr/>
          <p:nvPr/>
        </p:nvSpPr>
        <p:spPr>
          <a:xfrm>
            <a:off x="6267293" y="36678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17" name="Text 14"/>
          <p:cNvSpPr/>
          <p:nvPr/>
        </p:nvSpPr>
        <p:spPr>
          <a:xfrm>
            <a:off x="533387" y="828675"/>
            <a:ext cx="365364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 EN ENERO</a:t>
            </a:r>
            <a:endParaRPr lang="en-US" sz="672" dirty="0"/>
          </a:p>
        </p:txBody>
      </p:sp>
      <p:sp>
        <p:nvSpPr>
          <p:cNvPr id="18" name="Text 15"/>
          <p:cNvSpPr/>
          <p:nvPr/>
        </p:nvSpPr>
        <p:spPr>
          <a:xfrm>
            <a:off x="504812" y="38012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NIT de empresa / No apto</a:t>
            </a:r>
            <a:endParaRPr lang="en-US" sz="576" dirty="0"/>
          </a:p>
        </p:txBody>
      </p:sp>
      <p:sp>
        <p:nvSpPr>
          <p:cNvPr id="19" name="Text 16"/>
          <p:cNvSpPr/>
          <p:nvPr/>
        </p:nvSpPr>
        <p:spPr>
          <a:xfrm>
            <a:off x="6267293" y="42012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20" name="Text 17"/>
          <p:cNvSpPr/>
          <p:nvPr/>
        </p:nvSpPr>
        <p:spPr>
          <a:xfrm>
            <a:off x="504812" y="39345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76" dirty="0"/>
          </a:p>
        </p:txBody>
      </p:sp>
      <p:sp>
        <p:nvSpPr>
          <p:cNvPr id="21" name="Text 18"/>
          <p:cNvSpPr/>
          <p:nvPr/>
        </p:nvSpPr>
        <p:spPr>
          <a:xfrm>
            <a:off x="6267293" y="39345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22" name="Text 19"/>
          <p:cNvSpPr/>
          <p:nvPr/>
        </p:nvSpPr>
        <p:spPr>
          <a:xfrm>
            <a:off x="6267293" y="4334642"/>
            <a:ext cx="1915817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 / apagado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8216595" y="828675"/>
            <a:ext cx="365380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LEADS APTOS GENERADOS</a:t>
            </a:r>
            <a:endParaRPr lang="en-US" sz="672" dirty="0"/>
          </a:p>
        </p:txBody>
      </p:sp>
      <p:sp>
        <p:nvSpPr>
          <p:cNvPr id="24" name="Text 21"/>
          <p:cNvSpPr/>
          <p:nvPr/>
        </p:nvSpPr>
        <p:spPr>
          <a:xfrm>
            <a:off x="4374991" y="828675"/>
            <a:ext cx="365364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INCREMENTALES</a:t>
            </a:r>
            <a:endParaRPr lang="en-US" sz="672" dirty="0"/>
          </a:p>
        </p:txBody>
      </p:sp>
      <p:sp>
        <p:nvSpPr>
          <p:cNvPr id="25" name="Text 22"/>
          <p:cNvSpPr/>
          <p:nvPr/>
        </p:nvSpPr>
        <p:spPr>
          <a:xfrm>
            <a:off x="6267293" y="3405955"/>
            <a:ext cx="1915817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26" name="Text 23"/>
          <p:cNvSpPr/>
          <p:nvPr/>
        </p:nvSpPr>
        <p:spPr>
          <a:xfrm>
            <a:off x="10281832" y="1796230"/>
            <a:ext cx="148530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6267293" y="35345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28" name="Text 25"/>
          <p:cNvSpPr/>
          <p:nvPr/>
        </p:nvSpPr>
        <p:spPr>
          <a:xfrm>
            <a:off x="6267293" y="3234505"/>
            <a:ext cx="19158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29" name="Text 26"/>
          <p:cNvSpPr/>
          <p:nvPr/>
        </p:nvSpPr>
        <p:spPr>
          <a:xfrm>
            <a:off x="6267293" y="40679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30" name="Text 27"/>
          <p:cNvSpPr/>
          <p:nvPr/>
        </p:nvSpPr>
        <p:spPr>
          <a:xfrm>
            <a:off x="2996877" y="1796230"/>
            <a:ext cx="159891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8324195" y="1796230"/>
            <a:ext cx="10277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32" name="Text 29"/>
          <p:cNvSpPr/>
          <p:nvPr/>
        </p:nvSpPr>
        <p:spPr>
          <a:xfrm>
            <a:off x="1582896" y="1796230"/>
            <a:ext cx="14846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4519648" y="1796230"/>
            <a:ext cx="14849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34" name="Text 31"/>
          <p:cNvSpPr/>
          <p:nvPr/>
        </p:nvSpPr>
        <p:spPr>
          <a:xfrm>
            <a:off x="1582896" y="1967680"/>
            <a:ext cx="148468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108.659</a:t>
            </a:r>
            <a:endParaRPr lang="en-US" sz="636" dirty="0"/>
          </a:p>
        </p:txBody>
      </p:sp>
      <p:sp>
        <p:nvSpPr>
          <p:cNvPr id="35" name="Text 32"/>
          <p:cNvSpPr/>
          <p:nvPr/>
        </p:nvSpPr>
        <p:spPr>
          <a:xfrm>
            <a:off x="495288" y="210579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36" name="Text 33"/>
          <p:cNvSpPr/>
          <p:nvPr/>
        </p:nvSpPr>
        <p:spPr>
          <a:xfrm>
            <a:off x="1582896" y="2820167"/>
            <a:ext cx="148468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108.659</a:t>
            </a:r>
            <a:endParaRPr lang="en-US" sz="636" dirty="0"/>
          </a:p>
        </p:txBody>
      </p:sp>
      <p:sp>
        <p:nvSpPr>
          <p:cNvPr id="37" name="Text 34"/>
          <p:cNvSpPr/>
          <p:nvPr/>
        </p:nvSpPr>
        <p:spPr>
          <a:xfrm>
            <a:off x="6257769" y="210579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38" name="Text 35"/>
          <p:cNvSpPr/>
          <p:nvPr/>
        </p:nvSpPr>
        <p:spPr>
          <a:xfrm>
            <a:off x="2996877" y="1967680"/>
            <a:ext cx="159891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73.431</a:t>
            </a:r>
            <a:endParaRPr lang="en-US" sz="636" dirty="0"/>
          </a:p>
        </p:txBody>
      </p:sp>
      <p:sp>
        <p:nvSpPr>
          <p:cNvPr id="39" name="Text 36"/>
          <p:cNvSpPr/>
          <p:nvPr/>
        </p:nvSpPr>
        <p:spPr>
          <a:xfrm>
            <a:off x="4519648" y="1967680"/>
            <a:ext cx="1484992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67,6 %</a:t>
            </a:r>
            <a:endParaRPr lang="en-US" sz="636" dirty="0"/>
          </a:p>
        </p:txBody>
      </p:sp>
      <p:sp>
        <p:nvSpPr>
          <p:cNvPr id="40" name="Text 37"/>
          <p:cNvSpPr/>
          <p:nvPr/>
        </p:nvSpPr>
        <p:spPr>
          <a:xfrm>
            <a:off x="2996877" y="2820167"/>
            <a:ext cx="159891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73.431</a:t>
            </a:r>
            <a:endParaRPr lang="en-US" sz="636" dirty="0"/>
          </a:p>
        </p:txBody>
      </p:sp>
      <p:sp>
        <p:nvSpPr>
          <p:cNvPr id="41" name="Text 38"/>
          <p:cNvSpPr/>
          <p:nvPr/>
        </p:nvSpPr>
        <p:spPr>
          <a:xfrm>
            <a:off x="4519648" y="2820167"/>
            <a:ext cx="1484992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67,6 %</a:t>
            </a:r>
            <a:endParaRPr lang="en-US" sz="636" dirty="0"/>
          </a:p>
        </p:txBody>
      </p:sp>
      <p:sp>
        <p:nvSpPr>
          <p:cNvPr id="42" name="Text 39"/>
          <p:cNvSpPr/>
          <p:nvPr/>
        </p:nvSpPr>
        <p:spPr>
          <a:xfrm>
            <a:off x="504812" y="3234505"/>
            <a:ext cx="19158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Motivo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2329400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43.210</a:t>
            </a:r>
            <a:endParaRPr lang="en-US" sz="576" dirty="0"/>
          </a:p>
        </p:txBody>
      </p:sp>
      <p:sp>
        <p:nvSpPr>
          <p:cNvPr id="44" name="Text 41"/>
          <p:cNvSpPr/>
          <p:nvPr/>
        </p:nvSpPr>
        <p:spPr>
          <a:xfrm>
            <a:off x="5226118" y="3405955"/>
            <a:ext cx="73319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43.210</a:t>
            </a:r>
            <a:endParaRPr lang="en-US" sz="576" dirty="0"/>
          </a:p>
        </p:txBody>
      </p:sp>
      <p:sp>
        <p:nvSpPr>
          <p:cNvPr id="45" name="Text 42"/>
          <p:cNvSpPr/>
          <p:nvPr/>
        </p:nvSpPr>
        <p:spPr>
          <a:xfrm>
            <a:off x="2329400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22.105</a:t>
            </a:r>
            <a:endParaRPr lang="en-US" sz="576" dirty="0"/>
          </a:p>
        </p:txBody>
      </p:sp>
      <p:sp>
        <p:nvSpPr>
          <p:cNvPr id="46" name="Text 43"/>
          <p:cNvSpPr/>
          <p:nvPr/>
        </p:nvSpPr>
        <p:spPr>
          <a:xfrm>
            <a:off x="5226118" y="35345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22.105</a:t>
            </a:r>
            <a:endParaRPr lang="en-US" sz="576" dirty="0"/>
          </a:p>
        </p:txBody>
      </p:sp>
      <p:sp>
        <p:nvSpPr>
          <p:cNvPr id="47" name="Text 44"/>
          <p:cNvSpPr/>
          <p:nvPr/>
        </p:nvSpPr>
        <p:spPr>
          <a:xfrm>
            <a:off x="2329400" y="4067942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73.431</a:t>
            </a:r>
            <a:endParaRPr lang="en-US" sz="576" dirty="0"/>
          </a:p>
        </p:txBody>
      </p:sp>
      <p:sp>
        <p:nvSpPr>
          <p:cNvPr id="48" name="Text 45"/>
          <p:cNvSpPr/>
          <p:nvPr/>
        </p:nvSpPr>
        <p:spPr>
          <a:xfrm>
            <a:off x="5226118" y="4067942"/>
            <a:ext cx="73319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73.431</a:t>
            </a:r>
            <a:endParaRPr lang="en-US" sz="576" dirty="0"/>
          </a:p>
        </p:txBody>
      </p:sp>
      <p:sp>
        <p:nvSpPr>
          <p:cNvPr id="49" name="Text 46"/>
          <p:cNvSpPr/>
          <p:nvPr/>
        </p:nvSpPr>
        <p:spPr>
          <a:xfrm>
            <a:off x="9303014" y="1796230"/>
            <a:ext cx="10277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50" name="Text 47"/>
          <p:cNvSpPr/>
          <p:nvPr/>
        </p:nvSpPr>
        <p:spPr>
          <a:xfrm>
            <a:off x="7345377" y="1967680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35.228</a:t>
            </a:r>
            <a:endParaRPr lang="en-US" sz="636" dirty="0"/>
          </a:p>
        </p:txBody>
      </p:sp>
      <p:sp>
        <p:nvSpPr>
          <p:cNvPr id="51" name="Text 48"/>
          <p:cNvSpPr/>
          <p:nvPr/>
        </p:nvSpPr>
        <p:spPr>
          <a:xfrm>
            <a:off x="8324195" y="1967680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18,6 %</a:t>
            </a:r>
            <a:endParaRPr lang="en-US" sz="636" dirty="0"/>
          </a:p>
        </p:txBody>
      </p:sp>
      <p:sp>
        <p:nvSpPr>
          <p:cNvPr id="52" name="Text 49"/>
          <p:cNvSpPr/>
          <p:nvPr/>
        </p:nvSpPr>
        <p:spPr>
          <a:xfrm>
            <a:off x="7345377" y="2820167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35.228</a:t>
            </a:r>
            <a:endParaRPr lang="en-US" sz="636" dirty="0"/>
          </a:p>
        </p:txBody>
      </p:sp>
      <p:sp>
        <p:nvSpPr>
          <p:cNvPr id="53" name="Text 50"/>
          <p:cNvSpPr/>
          <p:nvPr/>
        </p:nvSpPr>
        <p:spPr>
          <a:xfrm>
            <a:off x="8324195" y="2820167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18,6 %</a:t>
            </a:r>
            <a:endParaRPr lang="en-US" sz="636" dirty="0"/>
          </a:p>
        </p:txBody>
      </p:sp>
      <p:sp>
        <p:nvSpPr>
          <p:cNvPr id="54" name="Text 51"/>
          <p:cNvSpPr/>
          <p:nvPr/>
        </p:nvSpPr>
        <p:spPr>
          <a:xfrm>
            <a:off x="8091881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28.692</a:t>
            </a:r>
            <a:endParaRPr lang="en-US" sz="552" dirty="0"/>
          </a:p>
        </p:txBody>
      </p:sp>
      <p:sp>
        <p:nvSpPr>
          <p:cNvPr id="55" name="Text 52"/>
          <p:cNvSpPr/>
          <p:nvPr/>
        </p:nvSpPr>
        <p:spPr>
          <a:xfrm>
            <a:off x="10988599" y="40679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28.692</a:t>
            </a:r>
            <a:endParaRPr lang="en-US" sz="552" dirty="0"/>
          </a:p>
        </p:txBody>
      </p:sp>
      <p:sp>
        <p:nvSpPr>
          <p:cNvPr id="56" name="Text 53"/>
          <p:cNvSpPr/>
          <p:nvPr/>
        </p:nvSpPr>
        <p:spPr>
          <a:xfrm>
            <a:off x="8091881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22.104</a:t>
            </a:r>
            <a:endParaRPr lang="en-US" sz="552" dirty="0"/>
          </a:p>
        </p:txBody>
      </p:sp>
      <p:sp>
        <p:nvSpPr>
          <p:cNvPr id="57" name="Text 54"/>
          <p:cNvSpPr/>
          <p:nvPr/>
        </p:nvSpPr>
        <p:spPr>
          <a:xfrm>
            <a:off x="10988599" y="42012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22.104</a:t>
            </a:r>
            <a:endParaRPr lang="en-US" sz="552" dirty="0"/>
          </a:p>
        </p:txBody>
      </p:sp>
      <p:sp>
        <p:nvSpPr>
          <p:cNvPr id="58" name="Text 55"/>
          <p:cNvSpPr/>
          <p:nvPr/>
        </p:nvSpPr>
        <p:spPr>
          <a:xfrm>
            <a:off x="533387" y="971550"/>
            <a:ext cx="3653647" cy="220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18,6 %</a:t>
            </a:r>
            <a:endParaRPr lang="en-US" sz="1380" dirty="0"/>
          </a:p>
        </p:txBody>
      </p:sp>
      <p:sp>
        <p:nvSpPr>
          <p:cNvPr id="59" name="Text 56"/>
          <p:cNvSpPr/>
          <p:nvPr/>
        </p:nvSpPr>
        <p:spPr>
          <a:xfrm>
            <a:off x="8216595" y="971550"/>
            <a:ext cx="3653803" cy="220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35.228</a:t>
            </a:r>
            <a:endParaRPr lang="en-US" sz="1380" dirty="0"/>
          </a:p>
        </p:txBody>
      </p:sp>
      <p:sp>
        <p:nvSpPr>
          <p:cNvPr id="60" name="Text 57"/>
          <p:cNvSpPr/>
          <p:nvPr/>
        </p:nvSpPr>
        <p:spPr>
          <a:xfrm>
            <a:off x="495288" y="1967680"/>
            <a:ext cx="114198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61" name="Text 58"/>
          <p:cNvSpPr/>
          <p:nvPr/>
        </p:nvSpPr>
        <p:spPr>
          <a:xfrm>
            <a:off x="495288" y="2248667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62" name="Text 59"/>
          <p:cNvSpPr/>
          <p:nvPr/>
        </p:nvSpPr>
        <p:spPr>
          <a:xfrm>
            <a:off x="495288" y="239154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63" name="Text 60"/>
          <p:cNvSpPr/>
          <p:nvPr/>
        </p:nvSpPr>
        <p:spPr>
          <a:xfrm>
            <a:off x="495288" y="267729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64" name="Text 61"/>
          <p:cNvSpPr/>
          <p:nvPr/>
        </p:nvSpPr>
        <p:spPr>
          <a:xfrm>
            <a:off x="495288" y="2820167"/>
            <a:ext cx="114198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65" name="Text 62"/>
          <p:cNvSpPr/>
          <p:nvPr/>
        </p:nvSpPr>
        <p:spPr>
          <a:xfrm>
            <a:off x="5226118" y="3234505"/>
            <a:ext cx="73319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66" name="Text 63"/>
          <p:cNvSpPr/>
          <p:nvPr/>
        </p:nvSpPr>
        <p:spPr>
          <a:xfrm>
            <a:off x="2329400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4.120</a:t>
            </a:r>
            <a:endParaRPr lang="en-US" sz="576" dirty="0"/>
          </a:p>
        </p:txBody>
      </p:sp>
      <p:sp>
        <p:nvSpPr>
          <p:cNvPr id="67" name="Text 64"/>
          <p:cNvSpPr/>
          <p:nvPr/>
        </p:nvSpPr>
        <p:spPr>
          <a:xfrm>
            <a:off x="5226118" y="36678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4.120</a:t>
            </a:r>
            <a:endParaRPr lang="en-US" sz="576" dirty="0"/>
          </a:p>
        </p:txBody>
      </p:sp>
      <p:sp>
        <p:nvSpPr>
          <p:cNvPr id="68" name="Text 65"/>
          <p:cNvSpPr/>
          <p:nvPr/>
        </p:nvSpPr>
        <p:spPr>
          <a:xfrm>
            <a:off x="2329400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2.980</a:t>
            </a:r>
            <a:endParaRPr lang="en-US" sz="576" dirty="0"/>
          </a:p>
        </p:txBody>
      </p:sp>
      <p:sp>
        <p:nvSpPr>
          <p:cNvPr id="69" name="Text 66"/>
          <p:cNvSpPr/>
          <p:nvPr/>
        </p:nvSpPr>
        <p:spPr>
          <a:xfrm>
            <a:off x="5226118" y="38012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2.980</a:t>
            </a:r>
            <a:endParaRPr lang="en-US" sz="576" dirty="0"/>
          </a:p>
        </p:txBody>
      </p:sp>
      <p:sp>
        <p:nvSpPr>
          <p:cNvPr id="70" name="Text 67"/>
          <p:cNvSpPr/>
          <p:nvPr/>
        </p:nvSpPr>
        <p:spPr>
          <a:xfrm>
            <a:off x="2329400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1.016</a:t>
            </a:r>
            <a:endParaRPr lang="en-US" sz="576" dirty="0"/>
          </a:p>
        </p:txBody>
      </p:sp>
      <p:sp>
        <p:nvSpPr>
          <p:cNvPr id="71" name="Text 68"/>
          <p:cNvSpPr/>
          <p:nvPr/>
        </p:nvSpPr>
        <p:spPr>
          <a:xfrm>
            <a:off x="5226118" y="39345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1.016</a:t>
            </a:r>
            <a:endParaRPr lang="en-US" sz="576" dirty="0"/>
          </a:p>
        </p:txBody>
      </p:sp>
      <p:sp>
        <p:nvSpPr>
          <p:cNvPr id="72" name="Text 69"/>
          <p:cNvSpPr/>
          <p:nvPr/>
        </p:nvSpPr>
        <p:spPr>
          <a:xfrm>
            <a:off x="504812" y="4067942"/>
            <a:ext cx="1915817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576" dirty="0"/>
          </a:p>
        </p:txBody>
      </p:sp>
      <p:sp>
        <p:nvSpPr>
          <p:cNvPr id="73" name="Text 70"/>
          <p:cNvSpPr/>
          <p:nvPr/>
        </p:nvSpPr>
        <p:spPr>
          <a:xfrm>
            <a:off x="7345377" y="1796230"/>
            <a:ext cx="10277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74" name="Text 71"/>
          <p:cNvSpPr/>
          <p:nvPr/>
        </p:nvSpPr>
        <p:spPr>
          <a:xfrm>
            <a:off x="6257769" y="1967680"/>
            <a:ext cx="114198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75" name="Text 72"/>
          <p:cNvSpPr/>
          <p:nvPr/>
        </p:nvSpPr>
        <p:spPr>
          <a:xfrm>
            <a:off x="10281832" y="1967680"/>
            <a:ext cx="1485305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1,2 %</a:t>
            </a:r>
            <a:endParaRPr lang="en-US" sz="636" dirty="0"/>
          </a:p>
        </p:txBody>
      </p:sp>
      <p:sp>
        <p:nvSpPr>
          <p:cNvPr id="76" name="Text 73"/>
          <p:cNvSpPr/>
          <p:nvPr/>
        </p:nvSpPr>
        <p:spPr>
          <a:xfrm>
            <a:off x="6257769" y="2248667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77" name="Text 74"/>
          <p:cNvSpPr/>
          <p:nvPr/>
        </p:nvSpPr>
        <p:spPr>
          <a:xfrm>
            <a:off x="6257769" y="239154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78" name="Text 75"/>
          <p:cNvSpPr/>
          <p:nvPr/>
        </p:nvSpPr>
        <p:spPr>
          <a:xfrm>
            <a:off x="6257769" y="267729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79" name="Text 76"/>
          <p:cNvSpPr/>
          <p:nvPr/>
        </p:nvSpPr>
        <p:spPr>
          <a:xfrm>
            <a:off x="6257769" y="2820167"/>
            <a:ext cx="114198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80" name="Text 77"/>
          <p:cNvSpPr/>
          <p:nvPr/>
        </p:nvSpPr>
        <p:spPr>
          <a:xfrm>
            <a:off x="10281832" y="2820167"/>
            <a:ext cx="1485305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1,2 %</a:t>
            </a:r>
            <a:endParaRPr lang="en-US" sz="636" dirty="0"/>
          </a:p>
        </p:txBody>
      </p:sp>
      <p:sp>
        <p:nvSpPr>
          <p:cNvPr id="81" name="Text 78"/>
          <p:cNvSpPr/>
          <p:nvPr/>
        </p:nvSpPr>
        <p:spPr>
          <a:xfrm>
            <a:off x="10988599" y="3234505"/>
            <a:ext cx="73319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82" name="Text 79"/>
          <p:cNvSpPr/>
          <p:nvPr/>
        </p:nvSpPr>
        <p:spPr>
          <a:xfrm>
            <a:off x="8091881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6.536</a:t>
            </a:r>
            <a:endParaRPr lang="en-US" sz="552" dirty="0"/>
          </a:p>
        </p:txBody>
      </p:sp>
      <p:sp>
        <p:nvSpPr>
          <p:cNvPr id="83" name="Text 80"/>
          <p:cNvSpPr/>
          <p:nvPr/>
        </p:nvSpPr>
        <p:spPr>
          <a:xfrm>
            <a:off x="10988599" y="3405955"/>
            <a:ext cx="73319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6.536</a:t>
            </a:r>
            <a:endParaRPr lang="en-US" sz="552" dirty="0"/>
          </a:p>
        </p:txBody>
      </p:sp>
      <p:sp>
        <p:nvSpPr>
          <p:cNvPr id="84" name="Text 81"/>
          <p:cNvSpPr/>
          <p:nvPr/>
        </p:nvSpPr>
        <p:spPr>
          <a:xfrm>
            <a:off x="8091881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3.210</a:t>
            </a:r>
            <a:endParaRPr lang="en-US" sz="552" dirty="0"/>
          </a:p>
        </p:txBody>
      </p:sp>
      <p:sp>
        <p:nvSpPr>
          <p:cNvPr id="85" name="Text 82"/>
          <p:cNvSpPr/>
          <p:nvPr/>
        </p:nvSpPr>
        <p:spPr>
          <a:xfrm>
            <a:off x="10988599" y="36678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3.210</a:t>
            </a:r>
            <a:endParaRPr lang="en-US" sz="552" dirty="0"/>
          </a:p>
        </p:txBody>
      </p:sp>
      <p:sp>
        <p:nvSpPr>
          <p:cNvPr id="86" name="Text 83"/>
          <p:cNvSpPr/>
          <p:nvPr/>
        </p:nvSpPr>
        <p:spPr>
          <a:xfrm>
            <a:off x="8091881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1.845</a:t>
            </a:r>
            <a:endParaRPr lang="en-US" sz="552" dirty="0"/>
          </a:p>
        </p:txBody>
      </p:sp>
      <p:sp>
        <p:nvSpPr>
          <p:cNvPr id="87" name="Text 84"/>
          <p:cNvSpPr/>
          <p:nvPr/>
        </p:nvSpPr>
        <p:spPr>
          <a:xfrm>
            <a:off x="10988599" y="38012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1.845</a:t>
            </a:r>
            <a:endParaRPr lang="en-US" sz="552" dirty="0"/>
          </a:p>
        </p:txBody>
      </p:sp>
      <p:sp>
        <p:nvSpPr>
          <p:cNvPr id="88" name="Text 85"/>
          <p:cNvSpPr/>
          <p:nvPr/>
        </p:nvSpPr>
        <p:spPr>
          <a:xfrm>
            <a:off x="8091881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1.402</a:t>
            </a:r>
            <a:endParaRPr lang="en-US" sz="552" dirty="0"/>
          </a:p>
        </p:txBody>
      </p:sp>
      <p:sp>
        <p:nvSpPr>
          <p:cNvPr id="89" name="Text 86"/>
          <p:cNvSpPr/>
          <p:nvPr/>
        </p:nvSpPr>
        <p:spPr>
          <a:xfrm>
            <a:off x="10988599" y="39345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1.402</a:t>
            </a:r>
            <a:endParaRPr lang="en-US" sz="552" dirty="0"/>
          </a:p>
        </p:txBody>
      </p:sp>
      <p:sp>
        <p:nvSpPr>
          <p:cNvPr id="90" name="Text 87"/>
          <p:cNvSpPr/>
          <p:nvPr/>
        </p:nvSpPr>
        <p:spPr>
          <a:xfrm>
            <a:off x="8091881" y="4334642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6.588</a:t>
            </a:r>
            <a:endParaRPr lang="en-US" sz="552" dirty="0"/>
          </a:p>
        </p:txBody>
      </p:sp>
      <p:sp>
        <p:nvSpPr>
          <p:cNvPr id="91" name="Text 88"/>
          <p:cNvSpPr/>
          <p:nvPr/>
        </p:nvSpPr>
        <p:spPr>
          <a:xfrm>
            <a:off x="10988599" y="4334642"/>
            <a:ext cx="73319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6.588</a:t>
            </a:r>
            <a:endParaRPr lang="en-US" sz="552" dirty="0"/>
          </a:p>
        </p:txBody>
      </p:sp>
      <p:sp>
        <p:nvSpPr>
          <p:cNvPr id="92" name="Text 89"/>
          <p:cNvSpPr/>
          <p:nvPr/>
        </p:nvSpPr>
        <p:spPr>
          <a:xfrm>
            <a:off x="495288" y="2534417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93" name="Text 90"/>
          <p:cNvSpPr/>
          <p:nvPr/>
        </p:nvSpPr>
        <p:spPr>
          <a:xfrm>
            <a:off x="6257769" y="2534417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94" name="Text 91"/>
          <p:cNvSpPr/>
          <p:nvPr/>
        </p:nvSpPr>
        <p:spPr>
          <a:xfrm>
            <a:off x="495288" y="1796230"/>
            <a:ext cx="114198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95" name="Text 92"/>
          <p:cNvSpPr/>
          <p:nvPr/>
        </p:nvSpPr>
        <p:spPr>
          <a:xfrm>
            <a:off x="2329400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96" name="Text 93"/>
          <p:cNvSpPr/>
          <p:nvPr/>
        </p:nvSpPr>
        <p:spPr>
          <a:xfrm>
            <a:off x="2812186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97" name="Text 94"/>
          <p:cNvSpPr/>
          <p:nvPr/>
        </p:nvSpPr>
        <p:spPr>
          <a:xfrm>
            <a:off x="3294972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98" name="Text 95"/>
          <p:cNvSpPr/>
          <p:nvPr/>
        </p:nvSpPr>
        <p:spPr>
          <a:xfrm>
            <a:off x="3777759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99" name="Text 96"/>
          <p:cNvSpPr/>
          <p:nvPr/>
        </p:nvSpPr>
        <p:spPr>
          <a:xfrm>
            <a:off x="4260545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00" name="Text 97"/>
          <p:cNvSpPr/>
          <p:nvPr/>
        </p:nvSpPr>
        <p:spPr>
          <a:xfrm>
            <a:off x="4743331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101" name="Text 98"/>
          <p:cNvSpPr/>
          <p:nvPr/>
        </p:nvSpPr>
        <p:spPr>
          <a:xfrm>
            <a:off x="6257769" y="1796230"/>
            <a:ext cx="114198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02" name="Text 99"/>
          <p:cNvSpPr/>
          <p:nvPr/>
        </p:nvSpPr>
        <p:spPr>
          <a:xfrm>
            <a:off x="8091881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103" name="Text 100"/>
          <p:cNvSpPr/>
          <p:nvPr/>
        </p:nvSpPr>
        <p:spPr>
          <a:xfrm>
            <a:off x="8574667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104" name="Text 101"/>
          <p:cNvSpPr/>
          <p:nvPr/>
        </p:nvSpPr>
        <p:spPr>
          <a:xfrm>
            <a:off x="9057453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105" name="Text 102"/>
          <p:cNvSpPr/>
          <p:nvPr/>
        </p:nvSpPr>
        <p:spPr>
          <a:xfrm>
            <a:off x="9540240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106" name="Text 103"/>
          <p:cNvSpPr/>
          <p:nvPr/>
        </p:nvSpPr>
        <p:spPr>
          <a:xfrm>
            <a:off x="10023026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07" name="Text 104"/>
          <p:cNvSpPr/>
          <p:nvPr/>
        </p:nvSpPr>
        <p:spPr>
          <a:xfrm>
            <a:off x="10505812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108" name="Text 105"/>
          <p:cNvSpPr/>
          <p:nvPr/>
        </p:nvSpPr>
        <p:spPr>
          <a:xfrm>
            <a:off x="9303014" y="1967680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636" dirty="0"/>
          </a:p>
        </p:txBody>
      </p:sp>
      <p:sp>
        <p:nvSpPr>
          <p:cNvPr id="109" name="Text 106"/>
          <p:cNvSpPr/>
          <p:nvPr/>
        </p:nvSpPr>
        <p:spPr>
          <a:xfrm>
            <a:off x="9303014" y="2820167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636" dirty="0"/>
          </a:p>
        </p:txBody>
      </p:sp>
      <p:sp>
        <p:nvSpPr>
          <p:cNvPr id="110" name="Text 107"/>
          <p:cNvSpPr/>
          <p:nvPr/>
        </p:nvSpPr>
        <p:spPr>
          <a:xfrm>
            <a:off x="8091881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552" dirty="0"/>
          </a:p>
        </p:txBody>
      </p:sp>
      <p:sp>
        <p:nvSpPr>
          <p:cNvPr id="111" name="Text 108"/>
          <p:cNvSpPr/>
          <p:nvPr/>
        </p:nvSpPr>
        <p:spPr>
          <a:xfrm>
            <a:off x="10988599" y="35345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552" dirty="0"/>
          </a:p>
        </p:txBody>
      </p:sp>
      <p:sp>
        <p:nvSpPr>
          <p:cNvPr id="112" name="Text 109"/>
          <p:cNvSpPr/>
          <p:nvPr/>
        </p:nvSpPr>
        <p:spPr>
          <a:xfrm>
            <a:off x="4374991" y="971550"/>
            <a:ext cx="3653647" cy="220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</a:t>
            </a:r>
            <a:endParaRPr lang="en-US" sz="13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0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83" y="5722888"/>
            <a:ext cx="6631601" cy="143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Muestra una contactabilidad excelente () y una conversión sobre contacto muy alta ().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685783" y="5869335"/>
            <a:ext cx="6631601" cy="143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 el , consolidándose como un canal de gran eficiencia a menor escala.</a:t>
            </a:r>
            <a:endParaRPr lang="en-US" sz="744" dirty="0"/>
          </a:p>
        </p:txBody>
      </p:sp>
      <p:sp>
        <p:nvSpPr>
          <p:cNvPr id="5" name="Text 2"/>
          <p:cNvSpPr/>
          <p:nvPr/>
        </p:nvSpPr>
        <p:spPr>
          <a:xfrm>
            <a:off x="4374991" y="1219944"/>
            <a:ext cx="365364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Alta tasa de efectividad comercial en portafolio</a:t>
            </a:r>
            <a:endParaRPr lang="en-US" sz="648" dirty="0"/>
          </a:p>
        </p:txBody>
      </p:sp>
      <p:sp>
        <p:nvSpPr>
          <p:cNvPr id="6" name="Text 3"/>
          <p:cNvSpPr/>
          <p:nvPr/>
        </p:nvSpPr>
        <p:spPr>
          <a:xfrm>
            <a:off x="504812" y="3405955"/>
            <a:ext cx="1915817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Microseguro Activo / Ya Posee el Producto</a:t>
            </a:r>
            <a:endParaRPr lang="en-US" sz="576" dirty="0"/>
          </a:p>
        </p:txBody>
      </p:sp>
      <p:sp>
        <p:nvSpPr>
          <p:cNvPr id="7" name="Text 4"/>
          <p:cNvSpPr/>
          <p:nvPr/>
        </p:nvSpPr>
        <p:spPr>
          <a:xfrm>
            <a:off x="533387" y="1219944"/>
            <a:ext cx="365364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Excelente respuesta de llamada y atención</a:t>
            </a:r>
            <a:endParaRPr lang="en-US" sz="648" dirty="0"/>
          </a:p>
        </p:txBody>
      </p:sp>
      <p:sp>
        <p:nvSpPr>
          <p:cNvPr id="8" name="Text 5"/>
          <p:cNvSpPr/>
          <p:nvPr/>
        </p:nvSpPr>
        <p:spPr>
          <a:xfrm>
            <a:off x="1213514" y="219075"/>
            <a:ext cx="36169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Microseguro</a:t>
            </a:r>
            <a:endParaRPr lang="en-US" sz="1260" dirty="0"/>
          </a:p>
        </p:txBody>
      </p:sp>
      <p:sp>
        <p:nvSpPr>
          <p:cNvPr id="9" name="Text 6"/>
          <p:cNvSpPr/>
          <p:nvPr/>
        </p:nvSpPr>
        <p:spPr>
          <a:xfrm>
            <a:off x="6267293" y="39345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cumple requisito de edad (&gt;69 años)</a:t>
            </a:r>
            <a:endParaRPr lang="en-US" sz="552" dirty="0"/>
          </a:p>
        </p:txBody>
      </p:sp>
      <p:sp>
        <p:nvSpPr>
          <p:cNvPr id="10" name="Text 7"/>
          <p:cNvSpPr/>
          <p:nvPr/>
        </p:nvSpPr>
        <p:spPr>
          <a:xfrm>
            <a:off x="6267293" y="48680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Teléfono apagado / fuera de servicio</a:t>
            </a:r>
            <a:endParaRPr lang="en-US" sz="552" dirty="0"/>
          </a:p>
        </p:txBody>
      </p:sp>
      <p:sp>
        <p:nvSpPr>
          <p:cNvPr id="11" name="Text 8"/>
          <p:cNvSpPr/>
          <p:nvPr/>
        </p:nvSpPr>
        <p:spPr>
          <a:xfrm>
            <a:off x="8216595" y="1219944"/>
            <a:ext cx="365380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Campaña estable y altamente rentable</a:t>
            </a:r>
            <a:endParaRPr lang="en-US" sz="648" dirty="0"/>
          </a:p>
        </p:txBody>
      </p:sp>
      <p:sp>
        <p:nvSpPr>
          <p:cNvPr id="12" name="Text 9"/>
          <p:cNvSpPr/>
          <p:nvPr/>
        </p:nvSpPr>
        <p:spPr>
          <a:xfrm>
            <a:off x="2227455" y="5585966"/>
            <a:ext cx="1560937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nivel de rechazo casi nulo (&lt;1 %)</a:t>
            </a:r>
            <a:endParaRPr lang="en-US" sz="744" dirty="0"/>
          </a:p>
        </p:txBody>
      </p:sp>
      <p:sp>
        <p:nvSpPr>
          <p:cNvPr id="13" name="Text 10"/>
          <p:cNvSpPr/>
          <p:nvPr/>
        </p:nvSpPr>
        <p:spPr>
          <a:xfrm>
            <a:off x="504812" y="35345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4" name="Text 11"/>
          <p:cNvSpPr/>
          <p:nvPr/>
        </p:nvSpPr>
        <p:spPr>
          <a:xfrm>
            <a:off x="495288" y="3029694"/>
            <a:ext cx="5710571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Motivos de Descarte por Mes</a:t>
            </a:r>
            <a:endParaRPr lang="en-US" sz="816" dirty="0"/>
          </a:p>
        </p:txBody>
      </p:sp>
      <p:sp>
        <p:nvSpPr>
          <p:cNvPr id="15" name="Text 12"/>
          <p:cNvSpPr/>
          <p:nvPr/>
        </p:nvSpPr>
        <p:spPr>
          <a:xfrm>
            <a:off x="6267293" y="36678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16" name="Text 13"/>
          <p:cNvSpPr/>
          <p:nvPr/>
        </p:nvSpPr>
        <p:spPr>
          <a:xfrm>
            <a:off x="6267293" y="40679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Agendado / llamada posterior</a:t>
            </a:r>
            <a:endParaRPr lang="en-US" sz="552" dirty="0"/>
          </a:p>
        </p:txBody>
      </p:sp>
      <p:sp>
        <p:nvSpPr>
          <p:cNvPr id="17" name="Text 14"/>
          <p:cNvSpPr/>
          <p:nvPr/>
        </p:nvSpPr>
        <p:spPr>
          <a:xfrm>
            <a:off x="9287536" y="209550"/>
            <a:ext cx="2449307" cy="220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 2 · Detalle Microseguro</a:t>
            </a:r>
            <a:endParaRPr lang="en-US" sz="840" dirty="0"/>
          </a:p>
        </p:txBody>
      </p:sp>
      <p:sp>
        <p:nvSpPr>
          <p:cNvPr id="18" name="Text 15"/>
          <p:cNvSpPr/>
          <p:nvPr/>
        </p:nvSpPr>
        <p:spPr>
          <a:xfrm>
            <a:off x="6267293" y="42012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es responsable del pago</a:t>
            </a:r>
            <a:endParaRPr lang="en-US" sz="552" dirty="0"/>
          </a:p>
        </p:txBody>
      </p:sp>
      <p:sp>
        <p:nvSpPr>
          <p:cNvPr id="19" name="Text 16"/>
          <p:cNvSpPr/>
          <p:nvPr/>
        </p:nvSpPr>
        <p:spPr>
          <a:xfrm>
            <a:off x="533387" y="828675"/>
            <a:ext cx="365364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PROMEDIO</a:t>
            </a:r>
            <a:endParaRPr lang="en-US" sz="672" dirty="0"/>
          </a:p>
        </p:txBody>
      </p:sp>
      <p:sp>
        <p:nvSpPr>
          <p:cNvPr id="20" name="Text 17"/>
          <p:cNvSpPr/>
          <p:nvPr/>
        </p:nvSpPr>
        <p:spPr>
          <a:xfrm>
            <a:off x="6267293" y="46013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21" name="Text 18"/>
          <p:cNvSpPr/>
          <p:nvPr/>
        </p:nvSpPr>
        <p:spPr>
          <a:xfrm>
            <a:off x="504812" y="36678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76" dirty="0"/>
          </a:p>
        </p:txBody>
      </p:sp>
      <p:sp>
        <p:nvSpPr>
          <p:cNvPr id="22" name="Text 19"/>
          <p:cNvSpPr/>
          <p:nvPr/>
        </p:nvSpPr>
        <p:spPr>
          <a:xfrm>
            <a:off x="6267293" y="43346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4374991" y="828675"/>
            <a:ext cx="365364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 PROMEDIO</a:t>
            </a:r>
            <a:endParaRPr lang="en-US" sz="672" dirty="0"/>
          </a:p>
        </p:txBody>
      </p:sp>
      <p:sp>
        <p:nvSpPr>
          <p:cNvPr id="24" name="Text 21"/>
          <p:cNvSpPr/>
          <p:nvPr/>
        </p:nvSpPr>
        <p:spPr>
          <a:xfrm>
            <a:off x="8216595" y="828675"/>
            <a:ext cx="365380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CONSOLIDADAS</a:t>
            </a:r>
            <a:endParaRPr lang="en-US" sz="672" dirty="0"/>
          </a:p>
        </p:txBody>
      </p:sp>
      <p:sp>
        <p:nvSpPr>
          <p:cNvPr id="25" name="Text 22"/>
          <p:cNvSpPr/>
          <p:nvPr/>
        </p:nvSpPr>
        <p:spPr>
          <a:xfrm>
            <a:off x="6267293" y="3405955"/>
            <a:ext cx="1915817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26" name="Text 23"/>
          <p:cNvSpPr/>
          <p:nvPr/>
        </p:nvSpPr>
        <p:spPr>
          <a:xfrm>
            <a:off x="6267293" y="38012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</a:t>
            </a:r>
            <a:endParaRPr lang="en-US" sz="552" dirty="0"/>
          </a:p>
        </p:txBody>
      </p:sp>
      <p:sp>
        <p:nvSpPr>
          <p:cNvPr id="27" name="Text 24"/>
          <p:cNvSpPr/>
          <p:nvPr/>
        </p:nvSpPr>
        <p:spPr>
          <a:xfrm>
            <a:off x="6267293" y="5001392"/>
            <a:ext cx="1915817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no contacto</a:t>
            </a:r>
            <a:endParaRPr lang="en-US" sz="552" dirty="0"/>
          </a:p>
        </p:txBody>
      </p:sp>
      <p:sp>
        <p:nvSpPr>
          <p:cNvPr id="28" name="Text 25"/>
          <p:cNvSpPr/>
          <p:nvPr/>
        </p:nvSpPr>
        <p:spPr>
          <a:xfrm>
            <a:off x="10281832" y="1796230"/>
            <a:ext cx="148530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29" name="Text 26"/>
          <p:cNvSpPr/>
          <p:nvPr/>
        </p:nvSpPr>
        <p:spPr>
          <a:xfrm>
            <a:off x="6267293" y="35345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30" name="Text 27"/>
          <p:cNvSpPr/>
          <p:nvPr/>
        </p:nvSpPr>
        <p:spPr>
          <a:xfrm>
            <a:off x="6267293" y="3234505"/>
            <a:ext cx="19158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6267293" y="44679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32" name="Text 29"/>
          <p:cNvSpPr/>
          <p:nvPr/>
        </p:nvSpPr>
        <p:spPr>
          <a:xfrm>
            <a:off x="6267293" y="47346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</a:t>
            </a:r>
            <a:endParaRPr lang="en-US" sz="552" dirty="0"/>
          </a:p>
        </p:txBody>
      </p:sp>
      <p:sp>
        <p:nvSpPr>
          <p:cNvPr id="33" name="Text 30"/>
          <p:cNvSpPr/>
          <p:nvPr/>
        </p:nvSpPr>
        <p:spPr>
          <a:xfrm>
            <a:off x="2996877" y="1796230"/>
            <a:ext cx="159891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34" name="Text 31"/>
          <p:cNvSpPr/>
          <p:nvPr/>
        </p:nvSpPr>
        <p:spPr>
          <a:xfrm>
            <a:off x="8324195" y="1796230"/>
            <a:ext cx="10277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35" name="Text 32"/>
          <p:cNvSpPr/>
          <p:nvPr/>
        </p:nvSpPr>
        <p:spPr>
          <a:xfrm>
            <a:off x="1582896" y="1796230"/>
            <a:ext cx="14846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4519648" y="1796230"/>
            <a:ext cx="14849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495288" y="210579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38" name="Text 35"/>
          <p:cNvSpPr/>
          <p:nvPr/>
        </p:nvSpPr>
        <p:spPr>
          <a:xfrm>
            <a:off x="6257769" y="210579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39" name="Text 36"/>
          <p:cNvSpPr/>
          <p:nvPr/>
        </p:nvSpPr>
        <p:spPr>
          <a:xfrm>
            <a:off x="504812" y="3234505"/>
            <a:ext cx="19158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Motivo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9303014" y="1796230"/>
            <a:ext cx="10277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8324195" y="1967680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87,9 %</a:t>
            </a:r>
            <a:endParaRPr lang="en-US" sz="636" dirty="0"/>
          </a:p>
        </p:txBody>
      </p:sp>
      <p:sp>
        <p:nvSpPr>
          <p:cNvPr id="42" name="Text 39"/>
          <p:cNvSpPr/>
          <p:nvPr/>
        </p:nvSpPr>
        <p:spPr>
          <a:xfrm>
            <a:off x="10281832" y="1967680"/>
            <a:ext cx="1485305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22,0 %</a:t>
            </a:r>
            <a:endParaRPr lang="en-US" sz="636" dirty="0"/>
          </a:p>
        </p:txBody>
      </p:sp>
      <p:sp>
        <p:nvSpPr>
          <p:cNvPr id="43" name="Text 40"/>
          <p:cNvSpPr/>
          <p:nvPr/>
        </p:nvSpPr>
        <p:spPr>
          <a:xfrm>
            <a:off x="8324195" y="210579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85,2 %</a:t>
            </a:r>
            <a:endParaRPr lang="en-US" sz="636" dirty="0"/>
          </a:p>
        </p:txBody>
      </p:sp>
      <p:sp>
        <p:nvSpPr>
          <p:cNvPr id="44" name="Text 41"/>
          <p:cNvSpPr/>
          <p:nvPr/>
        </p:nvSpPr>
        <p:spPr>
          <a:xfrm>
            <a:off x="10281832" y="2105792"/>
            <a:ext cx="14853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19,0 %</a:t>
            </a:r>
            <a:endParaRPr lang="en-US" sz="636" dirty="0"/>
          </a:p>
        </p:txBody>
      </p:sp>
      <p:sp>
        <p:nvSpPr>
          <p:cNvPr id="45" name="Text 42"/>
          <p:cNvSpPr/>
          <p:nvPr/>
        </p:nvSpPr>
        <p:spPr>
          <a:xfrm>
            <a:off x="8324195" y="2248667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78,9 %</a:t>
            </a:r>
            <a:endParaRPr lang="en-US" sz="636" dirty="0"/>
          </a:p>
        </p:txBody>
      </p:sp>
      <p:sp>
        <p:nvSpPr>
          <p:cNvPr id="46" name="Text 43"/>
          <p:cNvSpPr/>
          <p:nvPr/>
        </p:nvSpPr>
        <p:spPr>
          <a:xfrm>
            <a:off x="10281832" y="2248667"/>
            <a:ext cx="14853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17,5 %</a:t>
            </a:r>
            <a:endParaRPr lang="en-US" sz="636" dirty="0"/>
          </a:p>
        </p:txBody>
      </p:sp>
      <p:sp>
        <p:nvSpPr>
          <p:cNvPr id="47" name="Text 44"/>
          <p:cNvSpPr/>
          <p:nvPr/>
        </p:nvSpPr>
        <p:spPr>
          <a:xfrm>
            <a:off x="8324195" y="239154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50,0 %</a:t>
            </a:r>
            <a:endParaRPr lang="en-US" sz="636" dirty="0"/>
          </a:p>
        </p:txBody>
      </p:sp>
      <p:sp>
        <p:nvSpPr>
          <p:cNvPr id="48" name="Text 45"/>
          <p:cNvSpPr/>
          <p:nvPr/>
        </p:nvSpPr>
        <p:spPr>
          <a:xfrm>
            <a:off x="10281832" y="2391542"/>
            <a:ext cx="14853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15,6 %</a:t>
            </a:r>
            <a:endParaRPr lang="en-US" sz="636" dirty="0"/>
          </a:p>
        </p:txBody>
      </p:sp>
      <p:sp>
        <p:nvSpPr>
          <p:cNvPr id="49" name="Text 46"/>
          <p:cNvSpPr/>
          <p:nvPr/>
        </p:nvSpPr>
        <p:spPr>
          <a:xfrm>
            <a:off x="8324195" y="2534417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86,8 %</a:t>
            </a:r>
            <a:endParaRPr lang="en-US" sz="636" dirty="0"/>
          </a:p>
        </p:txBody>
      </p:sp>
      <p:sp>
        <p:nvSpPr>
          <p:cNvPr id="50" name="Text 47"/>
          <p:cNvSpPr/>
          <p:nvPr/>
        </p:nvSpPr>
        <p:spPr>
          <a:xfrm>
            <a:off x="10281832" y="2534417"/>
            <a:ext cx="14853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17,8 %</a:t>
            </a:r>
            <a:endParaRPr lang="en-US" sz="636" dirty="0"/>
          </a:p>
        </p:txBody>
      </p:sp>
      <p:sp>
        <p:nvSpPr>
          <p:cNvPr id="51" name="Text 48"/>
          <p:cNvSpPr/>
          <p:nvPr/>
        </p:nvSpPr>
        <p:spPr>
          <a:xfrm>
            <a:off x="8324195" y="267729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86,7 %</a:t>
            </a:r>
            <a:endParaRPr lang="en-US" sz="636" dirty="0"/>
          </a:p>
        </p:txBody>
      </p:sp>
      <p:sp>
        <p:nvSpPr>
          <p:cNvPr id="52" name="Text 49"/>
          <p:cNvSpPr/>
          <p:nvPr/>
        </p:nvSpPr>
        <p:spPr>
          <a:xfrm>
            <a:off x="10281832" y="2677292"/>
            <a:ext cx="14853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14,3 %</a:t>
            </a:r>
            <a:endParaRPr lang="en-US" sz="636" dirty="0"/>
          </a:p>
        </p:txBody>
      </p:sp>
      <p:sp>
        <p:nvSpPr>
          <p:cNvPr id="53" name="Text 50"/>
          <p:cNvSpPr/>
          <p:nvPr/>
        </p:nvSpPr>
        <p:spPr>
          <a:xfrm>
            <a:off x="8324195" y="2820167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78,9 %</a:t>
            </a:r>
            <a:endParaRPr lang="en-US" sz="636" dirty="0"/>
          </a:p>
        </p:txBody>
      </p:sp>
      <p:sp>
        <p:nvSpPr>
          <p:cNvPr id="54" name="Text 51"/>
          <p:cNvSpPr/>
          <p:nvPr/>
        </p:nvSpPr>
        <p:spPr>
          <a:xfrm>
            <a:off x="10281832" y="2820167"/>
            <a:ext cx="1485305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17,7 %</a:t>
            </a:r>
            <a:endParaRPr lang="en-US" sz="636" dirty="0"/>
          </a:p>
        </p:txBody>
      </p:sp>
      <p:sp>
        <p:nvSpPr>
          <p:cNvPr id="55" name="Text 52"/>
          <p:cNvSpPr/>
          <p:nvPr/>
        </p:nvSpPr>
        <p:spPr>
          <a:xfrm>
            <a:off x="533387" y="971550"/>
            <a:ext cx="3653647" cy="220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78,9 %</a:t>
            </a:r>
            <a:endParaRPr lang="en-US" sz="1380" dirty="0"/>
          </a:p>
        </p:txBody>
      </p:sp>
      <p:sp>
        <p:nvSpPr>
          <p:cNvPr id="56" name="Text 53"/>
          <p:cNvSpPr/>
          <p:nvPr/>
        </p:nvSpPr>
        <p:spPr>
          <a:xfrm>
            <a:off x="4374991" y="971550"/>
            <a:ext cx="3653647" cy="220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17,7 %</a:t>
            </a:r>
            <a:endParaRPr lang="en-US" sz="1380" dirty="0"/>
          </a:p>
        </p:txBody>
      </p:sp>
      <p:sp>
        <p:nvSpPr>
          <p:cNvPr id="57" name="Text 54"/>
          <p:cNvSpPr/>
          <p:nvPr/>
        </p:nvSpPr>
        <p:spPr>
          <a:xfrm>
            <a:off x="495288" y="1967680"/>
            <a:ext cx="114198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58" name="Text 55"/>
          <p:cNvSpPr/>
          <p:nvPr/>
        </p:nvSpPr>
        <p:spPr>
          <a:xfrm>
            <a:off x="1582896" y="1967680"/>
            <a:ext cx="148468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1.368</a:t>
            </a:r>
            <a:endParaRPr lang="en-US" sz="636" dirty="0"/>
          </a:p>
        </p:txBody>
      </p:sp>
      <p:sp>
        <p:nvSpPr>
          <p:cNvPr id="59" name="Text 56"/>
          <p:cNvSpPr/>
          <p:nvPr/>
        </p:nvSpPr>
        <p:spPr>
          <a:xfrm>
            <a:off x="4519648" y="1967680"/>
            <a:ext cx="1484992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0,4 %</a:t>
            </a:r>
            <a:endParaRPr lang="en-US" sz="636" dirty="0"/>
          </a:p>
        </p:txBody>
      </p:sp>
      <p:sp>
        <p:nvSpPr>
          <p:cNvPr id="60" name="Text 57"/>
          <p:cNvSpPr/>
          <p:nvPr/>
        </p:nvSpPr>
        <p:spPr>
          <a:xfrm>
            <a:off x="1582896" y="2105792"/>
            <a:ext cx="14846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1.575</a:t>
            </a:r>
            <a:endParaRPr lang="en-US" sz="636" dirty="0"/>
          </a:p>
        </p:txBody>
      </p:sp>
      <p:sp>
        <p:nvSpPr>
          <p:cNvPr id="61" name="Text 58"/>
          <p:cNvSpPr/>
          <p:nvPr/>
        </p:nvSpPr>
        <p:spPr>
          <a:xfrm>
            <a:off x="4519648" y="2105792"/>
            <a:ext cx="14849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636" dirty="0"/>
          </a:p>
        </p:txBody>
      </p:sp>
      <p:sp>
        <p:nvSpPr>
          <p:cNvPr id="62" name="Text 59"/>
          <p:cNvSpPr/>
          <p:nvPr/>
        </p:nvSpPr>
        <p:spPr>
          <a:xfrm>
            <a:off x="495288" y="2248667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63" name="Text 60"/>
          <p:cNvSpPr/>
          <p:nvPr/>
        </p:nvSpPr>
        <p:spPr>
          <a:xfrm>
            <a:off x="1582896" y="2248667"/>
            <a:ext cx="14846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1.147</a:t>
            </a:r>
            <a:endParaRPr lang="en-US" sz="636" dirty="0"/>
          </a:p>
        </p:txBody>
      </p:sp>
      <p:sp>
        <p:nvSpPr>
          <p:cNvPr id="64" name="Text 61"/>
          <p:cNvSpPr/>
          <p:nvPr/>
        </p:nvSpPr>
        <p:spPr>
          <a:xfrm>
            <a:off x="4519648" y="2248667"/>
            <a:ext cx="14849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636" dirty="0"/>
          </a:p>
        </p:txBody>
      </p:sp>
      <p:sp>
        <p:nvSpPr>
          <p:cNvPr id="65" name="Text 62"/>
          <p:cNvSpPr/>
          <p:nvPr/>
        </p:nvSpPr>
        <p:spPr>
          <a:xfrm>
            <a:off x="495288" y="239154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66" name="Text 63"/>
          <p:cNvSpPr/>
          <p:nvPr/>
        </p:nvSpPr>
        <p:spPr>
          <a:xfrm>
            <a:off x="1582896" y="2391542"/>
            <a:ext cx="14846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1.737</a:t>
            </a:r>
            <a:endParaRPr lang="en-US" sz="636" dirty="0"/>
          </a:p>
        </p:txBody>
      </p:sp>
      <p:sp>
        <p:nvSpPr>
          <p:cNvPr id="67" name="Text 64"/>
          <p:cNvSpPr/>
          <p:nvPr/>
        </p:nvSpPr>
        <p:spPr>
          <a:xfrm>
            <a:off x="4519648" y="2391542"/>
            <a:ext cx="14849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636" dirty="0"/>
          </a:p>
        </p:txBody>
      </p:sp>
      <p:sp>
        <p:nvSpPr>
          <p:cNvPr id="68" name="Text 65"/>
          <p:cNvSpPr/>
          <p:nvPr/>
        </p:nvSpPr>
        <p:spPr>
          <a:xfrm>
            <a:off x="1582896" y="2534417"/>
            <a:ext cx="14846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1.865</a:t>
            </a:r>
            <a:endParaRPr lang="en-US" sz="636" dirty="0"/>
          </a:p>
        </p:txBody>
      </p:sp>
      <p:sp>
        <p:nvSpPr>
          <p:cNvPr id="69" name="Text 66"/>
          <p:cNvSpPr/>
          <p:nvPr/>
        </p:nvSpPr>
        <p:spPr>
          <a:xfrm>
            <a:off x="4519648" y="2534417"/>
            <a:ext cx="14849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636" dirty="0"/>
          </a:p>
        </p:txBody>
      </p:sp>
      <p:sp>
        <p:nvSpPr>
          <p:cNvPr id="70" name="Text 67"/>
          <p:cNvSpPr/>
          <p:nvPr/>
        </p:nvSpPr>
        <p:spPr>
          <a:xfrm>
            <a:off x="495288" y="267729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71" name="Text 68"/>
          <p:cNvSpPr/>
          <p:nvPr/>
        </p:nvSpPr>
        <p:spPr>
          <a:xfrm>
            <a:off x="1582896" y="2677292"/>
            <a:ext cx="14846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1.705</a:t>
            </a:r>
            <a:endParaRPr lang="en-US" sz="636" dirty="0"/>
          </a:p>
        </p:txBody>
      </p:sp>
      <p:sp>
        <p:nvSpPr>
          <p:cNvPr id="72" name="Text 69"/>
          <p:cNvSpPr/>
          <p:nvPr/>
        </p:nvSpPr>
        <p:spPr>
          <a:xfrm>
            <a:off x="4519648" y="2677292"/>
            <a:ext cx="14849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0,1 %</a:t>
            </a:r>
            <a:endParaRPr lang="en-US" sz="636" dirty="0"/>
          </a:p>
        </p:txBody>
      </p:sp>
      <p:sp>
        <p:nvSpPr>
          <p:cNvPr id="73" name="Text 70"/>
          <p:cNvSpPr/>
          <p:nvPr/>
        </p:nvSpPr>
        <p:spPr>
          <a:xfrm>
            <a:off x="495288" y="2820167"/>
            <a:ext cx="114198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74" name="Text 71"/>
          <p:cNvSpPr/>
          <p:nvPr/>
        </p:nvSpPr>
        <p:spPr>
          <a:xfrm>
            <a:off x="1582896" y="2820167"/>
            <a:ext cx="148468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9.397</a:t>
            </a:r>
            <a:endParaRPr lang="en-US" sz="636" dirty="0"/>
          </a:p>
        </p:txBody>
      </p:sp>
      <p:sp>
        <p:nvSpPr>
          <p:cNvPr id="75" name="Text 72"/>
          <p:cNvSpPr/>
          <p:nvPr/>
        </p:nvSpPr>
        <p:spPr>
          <a:xfrm>
            <a:off x="4519648" y="2820167"/>
            <a:ext cx="1484992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0,2 %</a:t>
            </a:r>
            <a:endParaRPr lang="en-US" sz="636" dirty="0"/>
          </a:p>
        </p:txBody>
      </p:sp>
      <p:sp>
        <p:nvSpPr>
          <p:cNvPr id="76" name="Text 73"/>
          <p:cNvSpPr/>
          <p:nvPr/>
        </p:nvSpPr>
        <p:spPr>
          <a:xfrm>
            <a:off x="5226118" y="3234505"/>
            <a:ext cx="73319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77" name="Text 74"/>
          <p:cNvSpPr/>
          <p:nvPr/>
        </p:nvSpPr>
        <p:spPr>
          <a:xfrm>
            <a:off x="504812" y="3801242"/>
            <a:ext cx="1915817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576" dirty="0"/>
          </a:p>
        </p:txBody>
      </p:sp>
      <p:sp>
        <p:nvSpPr>
          <p:cNvPr id="78" name="Text 75"/>
          <p:cNvSpPr/>
          <p:nvPr/>
        </p:nvSpPr>
        <p:spPr>
          <a:xfrm>
            <a:off x="7345377" y="1796230"/>
            <a:ext cx="10277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79" name="Text 76"/>
          <p:cNvSpPr/>
          <p:nvPr/>
        </p:nvSpPr>
        <p:spPr>
          <a:xfrm>
            <a:off x="6257769" y="1967680"/>
            <a:ext cx="114198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80" name="Text 77"/>
          <p:cNvSpPr/>
          <p:nvPr/>
        </p:nvSpPr>
        <p:spPr>
          <a:xfrm>
            <a:off x="7345377" y="1967680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1.363</a:t>
            </a:r>
            <a:endParaRPr lang="en-US" sz="636" dirty="0"/>
          </a:p>
        </p:txBody>
      </p:sp>
      <p:sp>
        <p:nvSpPr>
          <p:cNvPr id="81" name="Text 78"/>
          <p:cNvSpPr/>
          <p:nvPr/>
        </p:nvSpPr>
        <p:spPr>
          <a:xfrm>
            <a:off x="7345377" y="210579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1.571</a:t>
            </a:r>
            <a:endParaRPr lang="en-US" sz="636" dirty="0"/>
          </a:p>
        </p:txBody>
      </p:sp>
      <p:sp>
        <p:nvSpPr>
          <p:cNvPr id="82" name="Text 79"/>
          <p:cNvSpPr/>
          <p:nvPr/>
        </p:nvSpPr>
        <p:spPr>
          <a:xfrm>
            <a:off x="6257769" y="2248667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83" name="Text 80"/>
          <p:cNvSpPr/>
          <p:nvPr/>
        </p:nvSpPr>
        <p:spPr>
          <a:xfrm>
            <a:off x="7345377" y="2248667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1.143</a:t>
            </a:r>
            <a:endParaRPr lang="en-US" sz="636" dirty="0"/>
          </a:p>
        </p:txBody>
      </p:sp>
      <p:sp>
        <p:nvSpPr>
          <p:cNvPr id="84" name="Text 81"/>
          <p:cNvSpPr/>
          <p:nvPr/>
        </p:nvSpPr>
        <p:spPr>
          <a:xfrm>
            <a:off x="6257769" y="239154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85" name="Text 82"/>
          <p:cNvSpPr/>
          <p:nvPr/>
        </p:nvSpPr>
        <p:spPr>
          <a:xfrm>
            <a:off x="7345377" y="239154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1.735</a:t>
            </a:r>
            <a:endParaRPr lang="en-US" sz="636" dirty="0"/>
          </a:p>
        </p:txBody>
      </p:sp>
      <p:sp>
        <p:nvSpPr>
          <p:cNvPr id="86" name="Text 83"/>
          <p:cNvSpPr/>
          <p:nvPr/>
        </p:nvSpPr>
        <p:spPr>
          <a:xfrm>
            <a:off x="7345377" y="2534417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1.862</a:t>
            </a:r>
            <a:endParaRPr lang="en-US" sz="636" dirty="0"/>
          </a:p>
        </p:txBody>
      </p:sp>
      <p:sp>
        <p:nvSpPr>
          <p:cNvPr id="87" name="Text 84"/>
          <p:cNvSpPr/>
          <p:nvPr/>
        </p:nvSpPr>
        <p:spPr>
          <a:xfrm>
            <a:off x="6257769" y="267729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88" name="Text 85"/>
          <p:cNvSpPr/>
          <p:nvPr/>
        </p:nvSpPr>
        <p:spPr>
          <a:xfrm>
            <a:off x="7345377" y="267729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1.704</a:t>
            </a:r>
            <a:endParaRPr lang="en-US" sz="636" dirty="0"/>
          </a:p>
        </p:txBody>
      </p:sp>
      <p:sp>
        <p:nvSpPr>
          <p:cNvPr id="89" name="Text 86"/>
          <p:cNvSpPr/>
          <p:nvPr/>
        </p:nvSpPr>
        <p:spPr>
          <a:xfrm>
            <a:off x="6257769" y="2820167"/>
            <a:ext cx="114198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90" name="Text 87"/>
          <p:cNvSpPr/>
          <p:nvPr/>
        </p:nvSpPr>
        <p:spPr>
          <a:xfrm>
            <a:off x="7345377" y="2820167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9.378</a:t>
            </a:r>
            <a:endParaRPr lang="en-US" sz="636" dirty="0"/>
          </a:p>
        </p:txBody>
      </p:sp>
      <p:sp>
        <p:nvSpPr>
          <p:cNvPr id="91" name="Text 88"/>
          <p:cNvSpPr/>
          <p:nvPr/>
        </p:nvSpPr>
        <p:spPr>
          <a:xfrm>
            <a:off x="9303014" y="2820167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1.309</a:t>
            </a:r>
            <a:endParaRPr lang="en-US" sz="636" dirty="0"/>
          </a:p>
        </p:txBody>
      </p:sp>
      <p:sp>
        <p:nvSpPr>
          <p:cNvPr id="92" name="Text 89"/>
          <p:cNvSpPr/>
          <p:nvPr/>
        </p:nvSpPr>
        <p:spPr>
          <a:xfrm>
            <a:off x="10988599" y="3234505"/>
            <a:ext cx="73319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93" name="Text 90"/>
          <p:cNvSpPr/>
          <p:nvPr/>
        </p:nvSpPr>
        <p:spPr>
          <a:xfrm>
            <a:off x="8091881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1.076</a:t>
            </a:r>
            <a:endParaRPr lang="en-US" sz="552" dirty="0"/>
          </a:p>
        </p:txBody>
      </p:sp>
      <p:sp>
        <p:nvSpPr>
          <p:cNvPr id="94" name="Text 91"/>
          <p:cNvSpPr/>
          <p:nvPr/>
        </p:nvSpPr>
        <p:spPr>
          <a:xfrm>
            <a:off x="8574667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1.240</a:t>
            </a:r>
            <a:endParaRPr lang="en-US" sz="552" dirty="0"/>
          </a:p>
        </p:txBody>
      </p:sp>
      <p:sp>
        <p:nvSpPr>
          <p:cNvPr id="95" name="Text 92"/>
          <p:cNvSpPr/>
          <p:nvPr/>
        </p:nvSpPr>
        <p:spPr>
          <a:xfrm>
            <a:off x="9540240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1.369</a:t>
            </a:r>
            <a:endParaRPr lang="en-US" sz="552" dirty="0"/>
          </a:p>
        </p:txBody>
      </p:sp>
      <p:sp>
        <p:nvSpPr>
          <p:cNvPr id="96" name="Text 93"/>
          <p:cNvSpPr/>
          <p:nvPr/>
        </p:nvSpPr>
        <p:spPr>
          <a:xfrm>
            <a:off x="10023026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1.468</a:t>
            </a:r>
            <a:endParaRPr lang="en-US" sz="552" dirty="0"/>
          </a:p>
        </p:txBody>
      </p:sp>
      <p:sp>
        <p:nvSpPr>
          <p:cNvPr id="97" name="Text 94"/>
          <p:cNvSpPr/>
          <p:nvPr/>
        </p:nvSpPr>
        <p:spPr>
          <a:xfrm>
            <a:off x="10505812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1.345</a:t>
            </a:r>
            <a:endParaRPr lang="en-US" sz="552" dirty="0"/>
          </a:p>
        </p:txBody>
      </p:sp>
      <p:sp>
        <p:nvSpPr>
          <p:cNvPr id="98" name="Text 95"/>
          <p:cNvSpPr/>
          <p:nvPr/>
        </p:nvSpPr>
        <p:spPr>
          <a:xfrm>
            <a:off x="10988599" y="3405955"/>
            <a:ext cx="73319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7.400</a:t>
            </a:r>
            <a:endParaRPr lang="en-US" sz="552" dirty="0"/>
          </a:p>
        </p:txBody>
      </p:sp>
      <p:sp>
        <p:nvSpPr>
          <p:cNvPr id="99" name="Text 96"/>
          <p:cNvSpPr/>
          <p:nvPr/>
        </p:nvSpPr>
        <p:spPr>
          <a:xfrm>
            <a:off x="10988599" y="35345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1.309</a:t>
            </a:r>
            <a:endParaRPr lang="en-US" sz="552" dirty="0"/>
          </a:p>
        </p:txBody>
      </p:sp>
      <p:sp>
        <p:nvSpPr>
          <p:cNvPr id="100" name="Text 97"/>
          <p:cNvSpPr/>
          <p:nvPr/>
        </p:nvSpPr>
        <p:spPr>
          <a:xfrm>
            <a:off x="10988599" y="36678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2.508</a:t>
            </a:r>
            <a:endParaRPr lang="en-US" sz="552" dirty="0"/>
          </a:p>
        </p:txBody>
      </p:sp>
      <p:sp>
        <p:nvSpPr>
          <p:cNvPr id="101" name="Text 98"/>
          <p:cNvSpPr/>
          <p:nvPr/>
        </p:nvSpPr>
        <p:spPr>
          <a:xfrm>
            <a:off x="10988599" y="43346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1.008</a:t>
            </a:r>
            <a:endParaRPr lang="en-US" sz="552" dirty="0"/>
          </a:p>
        </p:txBody>
      </p:sp>
      <p:sp>
        <p:nvSpPr>
          <p:cNvPr id="102" name="Text 99"/>
          <p:cNvSpPr/>
          <p:nvPr/>
        </p:nvSpPr>
        <p:spPr>
          <a:xfrm>
            <a:off x="10988599" y="44679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1.978</a:t>
            </a:r>
            <a:endParaRPr lang="en-US" sz="552" dirty="0"/>
          </a:p>
        </p:txBody>
      </p:sp>
      <p:sp>
        <p:nvSpPr>
          <p:cNvPr id="103" name="Text 100"/>
          <p:cNvSpPr/>
          <p:nvPr/>
        </p:nvSpPr>
        <p:spPr>
          <a:xfrm>
            <a:off x="10988599" y="46013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1.244</a:t>
            </a:r>
            <a:endParaRPr lang="en-US" sz="552" dirty="0"/>
          </a:p>
        </p:txBody>
      </p:sp>
      <p:sp>
        <p:nvSpPr>
          <p:cNvPr id="104" name="Text 101"/>
          <p:cNvSpPr/>
          <p:nvPr/>
        </p:nvSpPr>
        <p:spPr>
          <a:xfrm>
            <a:off x="8216595" y="971550"/>
            <a:ext cx="3653803" cy="220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1.309</a:t>
            </a:r>
            <a:endParaRPr lang="en-US" sz="1380" dirty="0"/>
          </a:p>
        </p:txBody>
      </p:sp>
      <p:sp>
        <p:nvSpPr>
          <p:cNvPr id="105" name="Text 102"/>
          <p:cNvSpPr/>
          <p:nvPr/>
        </p:nvSpPr>
        <p:spPr>
          <a:xfrm>
            <a:off x="495288" y="2534417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106" name="Text 103"/>
          <p:cNvSpPr/>
          <p:nvPr/>
        </p:nvSpPr>
        <p:spPr>
          <a:xfrm>
            <a:off x="6257769" y="2534417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107" name="Text 104"/>
          <p:cNvSpPr/>
          <p:nvPr/>
        </p:nvSpPr>
        <p:spPr>
          <a:xfrm>
            <a:off x="495288" y="1796230"/>
            <a:ext cx="114198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08" name="Text 105"/>
          <p:cNvSpPr/>
          <p:nvPr/>
        </p:nvSpPr>
        <p:spPr>
          <a:xfrm>
            <a:off x="2329400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109" name="Text 106"/>
          <p:cNvSpPr/>
          <p:nvPr/>
        </p:nvSpPr>
        <p:spPr>
          <a:xfrm>
            <a:off x="2812186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110" name="Text 107"/>
          <p:cNvSpPr/>
          <p:nvPr/>
        </p:nvSpPr>
        <p:spPr>
          <a:xfrm>
            <a:off x="3294972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111" name="Text 108"/>
          <p:cNvSpPr/>
          <p:nvPr/>
        </p:nvSpPr>
        <p:spPr>
          <a:xfrm>
            <a:off x="3777759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112" name="Text 109"/>
          <p:cNvSpPr/>
          <p:nvPr/>
        </p:nvSpPr>
        <p:spPr>
          <a:xfrm>
            <a:off x="4260545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13" name="Text 110"/>
          <p:cNvSpPr/>
          <p:nvPr/>
        </p:nvSpPr>
        <p:spPr>
          <a:xfrm>
            <a:off x="4743331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114" name="Text 111"/>
          <p:cNvSpPr/>
          <p:nvPr/>
        </p:nvSpPr>
        <p:spPr>
          <a:xfrm>
            <a:off x="6257769" y="1796230"/>
            <a:ext cx="114198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15" name="Text 112"/>
          <p:cNvSpPr/>
          <p:nvPr/>
        </p:nvSpPr>
        <p:spPr>
          <a:xfrm>
            <a:off x="9303014" y="1967680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264</a:t>
            </a:r>
            <a:endParaRPr lang="en-US" sz="636" dirty="0"/>
          </a:p>
        </p:txBody>
      </p:sp>
      <p:sp>
        <p:nvSpPr>
          <p:cNvPr id="116" name="Text 113"/>
          <p:cNvSpPr/>
          <p:nvPr/>
        </p:nvSpPr>
        <p:spPr>
          <a:xfrm>
            <a:off x="9303014" y="210579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254</a:t>
            </a:r>
            <a:endParaRPr lang="en-US" sz="636" dirty="0"/>
          </a:p>
        </p:txBody>
      </p:sp>
      <p:sp>
        <p:nvSpPr>
          <p:cNvPr id="117" name="Text 114"/>
          <p:cNvSpPr/>
          <p:nvPr/>
        </p:nvSpPr>
        <p:spPr>
          <a:xfrm>
            <a:off x="9303014" y="2248667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158</a:t>
            </a:r>
            <a:endParaRPr lang="en-US" sz="636" dirty="0"/>
          </a:p>
        </p:txBody>
      </p:sp>
      <p:sp>
        <p:nvSpPr>
          <p:cNvPr id="118" name="Text 115"/>
          <p:cNvSpPr/>
          <p:nvPr/>
        </p:nvSpPr>
        <p:spPr>
          <a:xfrm>
            <a:off x="9303014" y="239154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636" dirty="0"/>
          </a:p>
        </p:txBody>
      </p:sp>
      <p:sp>
        <p:nvSpPr>
          <p:cNvPr id="119" name="Text 116"/>
          <p:cNvSpPr/>
          <p:nvPr/>
        </p:nvSpPr>
        <p:spPr>
          <a:xfrm>
            <a:off x="9303014" y="2534417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287</a:t>
            </a:r>
            <a:endParaRPr lang="en-US" sz="636" dirty="0"/>
          </a:p>
        </p:txBody>
      </p:sp>
      <p:sp>
        <p:nvSpPr>
          <p:cNvPr id="120" name="Text 117"/>
          <p:cNvSpPr/>
          <p:nvPr/>
        </p:nvSpPr>
        <p:spPr>
          <a:xfrm>
            <a:off x="9303014" y="2677292"/>
            <a:ext cx="10277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211</a:t>
            </a:r>
            <a:endParaRPr lang="en-US" sz="636" dirty="0"/>
          </a:p>
        </p:txBody>
      </p:sp>
      <p:sp>
        <p:nvSpPr>
          <p:cNvPr id="121" name="Text 118"/>
          <p:cNvSpPr/>
          <p:nvPr/>
        </p:nvSpPr>
        <p:spPr>
          <a:xfrm>
            <a:off x="8091881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122" name="Text 119"/>
          <p:cNvSpPr/>
          <p:nvPr/>
        </p:nvSpPr>
        <p:spPr>
          <a:xfrm>
            <a:off x="8574667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123" name="Text 120"/>
          <p:cNvSpPr/>
          <p:nvPr/>
        </p:nvSpPr>
        <p:spPr>
          <a:xfrm>
            <a:off x="9057453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124" name="Text 121"/>
          <p:cNvSpPr/>
          <p:nvPr/>
        </p:nvSpPr>
        <p:spPr>
          <a:xfrm>
            <a:off x="9540240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125" name="Text 122"/>
          <p:cNvSpPr/>
          <p:nvPr/>
        </p:nvSpPr>
        <p:spPr>
          <a:xfrm>
            <a:off x="10023026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26" name="Text 123"/>
          <p:cNvSpPr/>
          <p:nvPr/>
        </p:nvSpPr>
        <p:spPr>
          <a:xfrm>
            <a:off x="10505812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127" name="Text 124"/>
          <p:cNvSpPr/>
          <p:nvPr/>
        </p:nvSpPr>
        <p:spPr>
          <a:xfrm>
            <a:off x="9057453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902</a:t>
            </a:r>
            <a:endParaRPr lang="en-US" sz="552" dirty="0"/>
          </a:p>
        </p:txBody>
      </p:sp>
      <p:sp>
        <p:nvSpPr>
          <p:cNvPr id="128" name="Text 125"/>
          <p:cNvSpPr/>
          <p:nvPr/>
        </p:nvSpPr>
        <p:spPr>
          <a:xfrm>
            <a:off x="8091881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190</a:t>
            </a:r>
            <a:endParaRPr lang="en-US" sz="552" dirty="0"/>
          </a:p>
        </p:txBody>
      </p:sp>
      <p:sp>
        <p:nvSpPr>
          <p:cNvPr id="129" name="Text 126"/>
          <p:cNvSpPr/>
          <p:nvPr/>
        </p:nvSpPr>
        <p:spPr>
          <a:xfrm>
            <a:off x="8574667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219</a:t>
            </a:r>
            <a:endParaRPr lang="en-US" sz="552" dirty="0"/>
          </a:p>
        </p:txBody>
      </p:sp>
      <p:sp>
        <p:nvSpPr>
          <p:cNvPr id="130" name="Text 127"/>
          <p:cNvSpPr/>
          <p:nvPr/>
        </p:nvSpPr>
        <p:spPr>
          <a:xfrm>
            <a:off x="9057453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160</a:t>
            </a:r>
            <a:endParaRPr lang="en-US" sz="552" dirty="0"/>
          </a:p>
        </p:txBody>
      </p:sp>
      <p:sp>
        <p:nvSpPr>
          <p:cNvPr id="131" name="Text 128"/>
          <p:cNvSpPr/>
          <p:nvPr/>
        </p:nvSpPr>
        <p:spPr>
          <a:xfrm>
            <a:off x="9540240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242</a:t>
            </a:r>
            <a:endParaRPr lang="en-US" sz="552" dirty="0"/>
          </a:p>
        </p:txBody>
      </p:sp>
      <p:sp>
        <p:nvSpPr>
          <p:cNvPr id="132" name="Text 129"/>
          <p:cNvSpPr/>
          <p:nvPr/>
        </p:nvSpPr>
        <p:spPr>
          <a:xfrm>
            <a:off x="10023026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260</a:t>
            </a:r>
            <a:endParaRPr lang="en-US" sz="552" dirty="0"/>
          </a:p>
        </p:txBody>
      </p:sp>
      <p:sp>
        <p:nvSpPr>
          <p:cNvPr id="133" name="Text 130"/>
          <p:cNvSpPr/>
          <p:nvPr/>
        </p:nvSpPr>
        <p:spPr>
          <a:xfrm>
            <a:off x="10505812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238</a:t>
            </a:r>
            <a:endParaRPr lang="en-US" sz="552" dirty="0"/>
          </a:p>
        </p:txBody>
      </p:sp>
      <p:sp>
        <p:nvSpPr>
          <p:cNvPr id="134" name="Text 131"/>
          <p:cNvSpPr/>
          <p:nvPr/>
        </p:nvSpPr>
        <p:spPr>
          <a:xfrm>
            <a:off x="8091881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365</a:t>
            </a:r>
            <a:endParaRPr lang="en-US" sz="552" dirty="0"/>
          </a:p>
        </p:txBody>
      </p:sp>
      <p:sp>
        <p:nvSpPr>
          <p:cNvPr id="135" name="Text 132"/>
          <p:cNvSpPr/>
          <p:nvPr/>
        </p:nvSpPr>
        <p:spPr>
          <a:xfrm>
            <a:off x="8574667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420</a:t>
            </a:r>
            <a:endParaRPr lang="en-US" sz="552" dirty="0"/>
          </a:p>
        </p:txBody>
      </p:sp>
      <p:sp>
        <p:nvSpPr>
          <p:cNvPr id="136" name="Text 133"/>
          <p:cNvSpPr/>
          <p:nvPr/>
        </p:nvSpPr>
        <p:spPr>
          <a:xfrm>
            <a:off x="9057453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306</a:t>
            </a:r>
            <a:endParaRPr lang="en-US" sz="552" dirty="0"/>
          </a:p>
        </p:txBody>
      </p:sp>
      <p:sp>
        <p:nvSpPr>
          <p:cNvPr id="137" name="Text 134"/>
          <p:cNvSpPr/>
          <p:nvPr/>
        </p:nvSpPr>
        <p:spPr>
          <a:xfrm>
            <a:off x="9540240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464</a:t>
            </a:r>
            <a:endParaRPr lang="en-US" sz="552" dirty="0"/>
          </a:p>
        </p:txBody>
      </p:sp>
      <p:sp>
        <p:nvSpPr>
          <p:cNvPr id="138" name="Text 135"/>
          <p:cNvSpPr/>
          <p:nvPr/>
        </p:nvSpPr>
        <p:spPr>
          <a:xfrm>
            <a:off x="10023026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497</a:t>
            </a:r>
            <a:endParaRPr lang="en-US" sz="552" dirty="0"/>
          </a:p>
        </p:txBody>
      </p:sp>
      <p:sp>
        <p:nvSpPr>
          <p:cNvPr id="139" name="Text 136"/>
          <p:cNvSpPr/>
          <p:nvPr/>
        </p:nvSpPr>
        <p:spPr>
          <a:xfrm>
            <a:off x="10505812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456</a:t>
            </a:r>
            <a:endParaRPr lang="en-US" sz="552" dirty="0"/>
          </a:p>
        </p:txBody>
      </p:sp>
      <p:sp>
        <p:nvSpPr>
          <p:cNvPr id="140" name="Text 137"/>
          <p:cNvSpPr/>
          <p:nvPr/>
        </p:nvSpPr>
        <p:spPr>
          <a:xfrm>
            <a:off x="8091881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136</a:t>
            </a:r>
            <a:endParaRPr lang="en-US" sz="552" dirty="0"/>
          </a:p>
        </p:txBody>
      </p:sp>
      <p:sp>
        <p:nvSpPr>
          <p:cNvPr id="141" name="Text 138"/>
          <p:cNvSpPr/>
          <p:nvPr/>
        </p:nvSpPr>
        <p:spPr>
          <a:xfrm>
            <a:off x="8574667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157</a:t>
            </a:r>
            <a:endParaRPr lang="en-US" sz="552" dirty="0"/>
          </a:p>
        </p:txBody>
      </p:sp>
      <p:sp>
        <p:nvSpPr>
          <p:cNvPr id="142" name="Text 139"/>
          <p:cNvSpPr/>
          <p:nvPr/>
        </p:nvSpPr>
        <p:spPr>
          <a:xfrm>
            <a:off x="9057453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</a:t>
            </a:r>
            <a:endParaRPr lang="en-US" sz="552" dirty="0"/>
          </a:p>
        </p:txBody>
      </p:sp>
      <p:sp>
        <p:nvSpPr>
          <p:cNvPr id="143" name="Text 140"/>
          <p:cNvSpPr/>
          <p:nvPr/>
        </p:nvSpPr>
        <p:spPr>
          <a:xfrm>
            <a:off x="9540240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174</a:t>
            </a:r>
            <a:endParaRPr lang="en-US" sz="552" dirty="0"/>
          </a:p>
        </p:txBody>
      </p:sp>
      <p:sp>
        <p:nvSpPr>
          <p:cNvPr id="144" name="Text 141"/>
          <p:cNvSpPr/>
          <p:nvPr/>
        </p:nvSpPr>
        <p:spPr>
          <a:xfrm>
            <a:off x="10023026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187</a:t>
            </a:r>
            <a:endParaRPr lang="en-US" sz="552" dirty="0"/>
          </a:p>
        </p:txBody>
      </p:sp>
      <p:sp>
        <p:nvSpPr>
          <p:cNvPr id="145" name="Text 142"/>
          <p:cNvSpPr/>
          <p:nvPr/>
        </p:nvSpPr>
        <p:spPr>
          <a:xfrm>
            <a:off x="10505812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171</a:t>
            </a:r>
            <a:endParaRPr lang="en-US" sz="552" dirty="0"/>
          </a:p>
        </p:txBody>
      </p:sp>
      <p:sp>
        <p:nvSpPr>
          <p:cNvPr id="146" name="Text 143"/>
          <p:cNvSpPr/>
          <p:nvPr/>
        </p:nvSpPr>
        <p:spPr>
          <a:xfrm>
            <a:off x="10988599" y="38012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939</a:t>
            </a:r>
            <a:endParaRPr lang="en-US" sz="552" dirty="0"/>
          </a:p>
        </p:txBody>
      </p:sp>
      <p:sp>
        <p:nvSpPr>
          <p:cNvPr id="147" name="Text 144"/>
          <p:cNvSpPr/>
          <p:nvPr/>
        </p:nvSpPr>
        <p:spPr>
          <a:xfrm>
            <a:off x="8091881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108</a:t>
            </a:r>
            <a:endParaRPr lang="en-US" sz="552" dirty="0"/>
          </a:p>
        </p:txBody>
      </p:sp>
      <p:sp>
        <p:nvSpPr>
          <p:cNvPr id="148" name="Text 145"/>
          <p:cNvSpPr/>
          <p:nvPr/>
        </p:nvSpPr>
        <p:spPr>
          <a:xfrm>
            <a:off x="8574667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125</a:t>
            </a:r>
            <a:endParaRPr lang="en-US" sz="552" dirty="0"/>
          </a:p>
        </p:txBody>
      </p:sp>
      <p:sp>
        <p:nvSpPr>
          <p:cNvPr id="149" name="Text 146"/>
          <p:cNvSpPr/>
          <p:nvPr/>
        </p:nvSpPr>
        <p:spPr>
          <a:xfrm>
            <a:off x="9540240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138</a:t>
            </a:r>
            <a:endParaRPr lang="en-US" sz="552" dirty="0"/>
          </a:p>
        </p:txBody>
      </p:sp>
      <p:sp>
        <p:nvSpPr>
          <p:cNvPr id="150" name="Text 147"/>
          <p:cNvSpPr/>
          <p:nvPr/>
        </p:nvSpPr>
        <p:spPr>
          <a:xfrm>
            <a:off x="10023026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148</a:t>
            </a:r>
            <a:endParaRPr lang="en-US" sz="552" dirty="0"/>
          </a:p>
        </p:txBody>
      </p:sp>
      <p:sp>
        <p:nvSpPr>
          <p:cNvPr id="151" name="Text 148"/>
          <p:cNvSpPr/>
          <p:nvPr/>
        </p:nvSpPr>
        <p:spPr>
          <a:xfrm>
            <a:off x="10505812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136</a:t>
            </a:r>
            <a:endParaRPr lang="en-US" sz="552" dirty="0"/>
          </a:p>
        </p:txBody>
      </p:sp>
      <p:sp>
        <p:nvSpPr>
          <p:cNvPr id="152" name="Text 149"/>
          <p:cNvSpPr/>
          <p:nvPr/>
        </p:nvSpPr>
        <p:spPr>
          <a:xfrm>
            <a:off x="10988599" y="39345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746</a:t>
            </a:r>
            <a:endParaRPr lang="en-US" sz="552" dirty="0"/>
          </a:p>
        </p:txBody>
      </p:sp>
      <p:sp>
        <p:nvSpPr>
          <p:cNvPr id="153" name="Text 150"/>
          <p:cNvSpPr/>
          <p:nvPr/>
        </p:nvSpPr>
        <p:spPr>
          <a:xfrm>
            <a:off x="10023026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</a:t>
            </a:r>
            <a:endParaRPr lang="en-US" sz="552" dirty="0"/>
          </a:p>
        </p:txBody>
      </p:sp>
      <p:sp>
        <p:nvSpPr>
          <p:cNvPr id="154" name="Text 151"/>
          <p:cNvSpPr/>
          <p:nvPr/>
        </p:nvSpPr>
        <p:spPr>
          <a:xfrm>
            <a:off x="10988599" y="40679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505</a:t>
            </a:r>
            <a:endParaRPr lang="en-US" sz="552" dirty="0"/>
          </a:p>
        </p:txBody>
      </p:sp>
      <p:sp>
        <p:nvSpPr>
          <p:cNvPr id="155" name="Text 152"/>
          <p:cNvSpPr/>
          <p:nvPr/>
        </p:nvSpPr>
        <p:spPr>
          <a:xfrm>
            <a:off x="10988599" y="42012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386</a:t>
            </a:r>
            <a:endParaRPr lang="en-US" sz="552" dirty="0"/>
          </a:p>
        </p:txBody>
      </p:sp>
      <p:sp>
        <p:nvSpPr>
          <p:cNvPr id="156" name="Text 153"/>
          <p:cNvSpPr/>
          <p:nvPr/>
        </p:nvSpPr>
        <p:spPr>
          <a:xfrm>
            <a:off x="8091881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</a:t>
            </a:r>
            <a:endParaRPr lang="en-US" sz="552" dirty="0"/>
          </a:p>
        </p:txBody>
      </p:sp>
      <p:sp>
        <p:nvSpPr>
          <p:cNvPr id="157" name="Text 154"/>
          <p:cNvSpPr/>
          <p:nvPr/>
        </p:nvSpPr>
        <p:spPr>
          <a:xfrm>
            <a:off x="8574667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169</a:t>
            </a:r>
            <a:endParaRPr lang="en-US" sz="552" dirty="0"/>
          </a:p>
        </p:txBody>
      </p:sp>
      <p:sp>
        <p:nvSpPr>
          <p:cNvPr id="158" name="Text 155"/>
          <p:cNvSpPr/>
          <p:nvPr/>
        </p:nvSpPr>
        <p:spPr>
          <a:xfrm>
            <a:off x="9057453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123</a:t>
            </a:r>
            <a:endParaRPr lang="en-US" sz="552" dirty="0"/>
          </a:p>
        </p:txBody>
      </p:sp>
      <p:sp>
        <p:nvSpPr>
          <p:cNvPr id="159" name="Text 156"/>
          <p:cNvSpPr/>
          <p:nvPr/>
        </p:nvSpPr>
        <p:spPr>
          <a:xfrm>
            <a:off x="9540240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186</a:t>
            </a:r>
            <a:endParaRPr lang="en-US" sz="552" dirty="0"/>
          </a:p>
        </p:txBody>
      </p:sp>
      <p:sp>
        <p:nvSpPr>
          <p:cNvPr id="160" name="Text 157"/>
          <p:cNvSpPr/>
          <p:nvPr/>
        </p:nvSpPr>
        <p:spPr>
          <a:xfrm>
            <a:off x="10023026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200</a:t>
            </a:r>
            <a:endParaRPr lang="en-US" sz="552" dirty="0"/>
          </a:p>
        </p:txBody>
      </p:sp>
      <p:sp>
        <p:nvSpPr>
          <p:cNvPr id="161" name="Text 158"/>
          <p:cNvSpPr/>
          <p:nvPr/>
        </p:nvSpPr>
        <p:spPr>
          <a:xfrm>
            <a:off x="10505812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183</a:t>
            </a:r>
            <a:endParaRPr lang="en-US" sz="552" dirty="0"/>
          </a:p>
        </p:txBody>
      </p:sp>
      <p:sp>
        <p:nvSpPr>
          <p:cNvPr id="162" name="Text 159"/>
          <p:cNvSpPr/>
          <p:nvPr/>
        </p:nvSpPr>
        <p:spPr>
          <a:xfrm>
            <a:off x="8091881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287</a:t>
            </a:r>
            <a:endParaRPr lang="en-US" sz="552" dirty="0"/>
          </a:p>
        </p:txBody>
      </p:sp>
      <p:sp>
        <p:nvSpPr>
          <p:cNvPr id="163" name="Text 160"/>
          <p:cNvSpPr/>
          <p:nvPr/>
        </p:nvSpPr>
        <p:spPr>
          <a:xfrm>
            <a:off x="8574667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331</a:t>
            </a:r>
            <a:endParaRPr lang="en-US" sz="552" dirty="0"/>
          </a:p>
        </p:txBody>
      </p:sp>
      <p:sp>
        <p:nvSpPr>
          <p:cNvPr id="164" name="Text 161"/>
          <p:cNvSpPr/>
          <p:nvPr/>
        </p:nvSpPr>
        <p:spPr>
          <a:xfrm>
            <a:off x="9057453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241</a:t>
            </a:r>
            <a:endParaRPr lang="en-US" sz="552" dirty="0"/>
          </a:p>
        </p:txBody>
      </p:sp>
      <p:sp>
        <p:nvSpPr>
          <p:cNvPr id="165" name="Text 162"/>
          <p:cNvSpPr/>
          <p:nvPr/>
        </p:nvSpPr>
        <p:spPr>
          <a:xfrm>
            <a:off x="9540240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366</a:t>
            </a:r>
            <a:endParaRPr lang="en-US" sz="552" dirty="0"/>
          </a:p>
        </p:txBody>
      </p:sp>
      <p:sp>
        <p:nvSpPr>
          <p:cNvPr id="166" name="Text 163"/>
          <p:cNvSpPr/>
          <p:nvPr/>
        </p:nvSpPr>
        <p:spPr>
          <a:xfrm>
            <a:off x="10023026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394</a:t>
            </a:r>
            <a:endParaRPr lang="en-US" sz="552" dirty="0"/>
          </a:p>
        </p:txBody>
      </p:sp>
      <p:sp>
        <p:nvSpPr>
          <p:cNvPr id="167" name="Text 164"/>
          <p:cNvSpPr/>
          <p:nvPr/>
        </p:nvSpPr>
        <p:spPr>
          <a:xfrm>
            <a:off x="10505812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359</a:t>
            </a:r>
            <a:endParaRPr lang="en-US" sz="552" dirty="0"/>
          </a:p>
        </p:txBody>
      </p:sp>
      <p:sp>
        <p:nvSpPr>
          <p:cNvPr id="168" name="Text 165"/>
          <p:cNvSpPr/>
          <p:nvPr/>
        </p:nvSpPr>
        <p:spPr>
          <a:xfrm>
            <a:off x="8091881" y="46013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181</a:t>
            </a:r>
            <a:endParaRPr lang="en-US" sz="552" dirty="0"/>
          </a:p>
        </p:txBody>
      </p:sp>
      <p:sp>
        <p:nvSpPr>
          <p:cNvPr id="169" name="Text 166"/>
          <p:cNvSpPr/>
          <p:nvPr/>
        </p:nvSpPr>
        <p:spPr>
          <a:xfrm>
            <a:off x="8574667" y="46013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208</a:t>
            </a:r>
            <a:endParaRPr lang="en-US" sz="552" dirty="0"/>
          </a:p>
        </p:txBody>
      </p:sp>
      <p:sp>
        <p:nvSpPr>
          <p:cNvPr id="170" name="Text 167"/>
          <p:cNvSpPr/>
          <p:nvPr/>
        </p:nvSpPr>
        <p:spPr>
          <a:xfrm>
            <a:off x="9057453" y="46013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152</a:t>
            </a:r>
            <a:endParaRPr lang="en-US" sz="552" dirty="0"/>
          </a:p>
        </p:txBody>
      </p:sp>
      <p:sp>
        <p:nvSpPr>
          <p:cNvPr id="171" name="Text 168"/>
          <p:cNvSpPr/>
          <p:nvPr/>
        </p:nvSpPr>
        <p:spPr>
          <a:xfrm>
            <a:off x="9540240" y="46013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230</a:t>
            </a:r>
            <a:endParaRPr lang="en-US" sz="552" dirty="0"/>
          </a:p>
        </p:txBody>
      </p:sp>
      <p:sp>
        <p:nvSpPr>
          <p:cNvPr id="172" name="Text 169"/>
          <p:cNvSpPr/>
          <p:nvPr/>
        </p:nvSpPr>
        <p:spPr>
          <a:xfrm>
            <a:off x="10023026" y="46013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247</a:t>
            </a:r>
            <a:endParaRPr lang="en-US" sz="552" dirty="0"/>
          </a:p>
        </p:txBody>
      </p:sp>
      <p:sp>
        <p:nvSpPr>
          <p:cNvPr id="173" name="Text 170"/>
          <p:cNvSpPr/>
          <p:nvPr/>
        </p:nvSpPr>
        <p:spPr>
          <a:xfrm>
            <a:off x="10505812" y="46013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226</a:t>
            </a:r>
            <a:endParaRPr lang="en-US" sz="552" dirty="0"/>
          </a:p>
        </p:txBody>
      </p:sp>
      <p:sp>
        <p:nvSpPr>
          <p:cNvPr id="174" name="Text 171"/>
          <p:cNvSpPr/>
          <p:nvPr/>
        </p:nvSpPr>
        <p:spPr>
          <a:xfrm>
            <a:off x="9540240" y="47346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</a:t>
            </a:r>
            <a:endParaRPr lang="en-US" sz="552" dirty="0"/>
          </a:p>
        </p:txBody>
      </p:sp>
      <p:sp>
        <p:nvSpPr>
          <p:cNvPr id="175" name="Text 172"/>
          <p:cNvSpPr/>
          <p:nvPr/>
        </p:nvSpPr>
        <p:spPr>
          <a:xfrm>
            <a:off x="10023026" y="47346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109</a:t>
            </a:r>
            <a:endParaRPr lang="en-US" sz="552" dirty="0"/>
          </a:p>
        </p:txBody>
      </p:sp>
      <p:sp>
        <p:nvSpPr>
          <p:cNvPr id="176" name="Text 173"/>
          <p:cNvSpPr/>
          <p:nvPr/>
        </p:nvSpPr>
        <p:spPr>
          <a:xfrm>
            <a:off x="10505812" y="47346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101</a:t>
            </a:r>
            <a:endParaRPr lang="en-US" sz="552" dirty="0"/>
          </a:p>
        </p:txBody>
      </p:sp>
      <p:sp>
        <p:nvSpPr>
          <p:cNvPr id="177" name="Text 174"/>
          <p:cNvSpPr/>
          <p:nvPr/>
        </p:nvSpPr>
        <p:spPr>
          <a:xfrm>
            <a:off x="10988599" y="47346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555</a:t>
            </a:r>
            <a:endParaRPr lang="en-US" sz="552" dirty="0"/>
          </a:p>
        </p:txBody>
      </p:sp>
      <p:sp>
        <p:nvSpPr>
          <p:cNvPr id="178" name="Text 175"/>
          <p:cNvSpPr/>
          <p:nvPr/>
        </p:nvSpPr>
        <p:spPr>
          <a:xfrm>
            <a:off x="10988599" y="48680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161</a:t>
            </a:r>
            <a:endParaRPr lang="en-US" sz="552" dirty="0"/>
          </a:p>
        </p:txBody>
      </p:sp>
      <p:sp>
        <p:nvSpPr>
          <p:cNvPr id="179" name="Text 176"/>
          <p:cNvSpPr/>
          <p:nvPr/>
        </p:nvSpPr>
        <p:spPr>
          <a:xfrm>
            <a:off x="2996877" y="2820167"/>
            <a:ext cx="159891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636" dirty="0"/>
          </a:p>
        </p:txBody>
      </p:sp>
      <p:sp>
        <p:nvSpPr>
          <p:cNvPr id="180" name="Text 177"/>
          <p:cNvSpPr/>
          <p:nvPr/>
        </p:nvSpPr>
        <p:spPr>
          <a:xfrm>
            <a:off x="5226118" y="3405955"/>
            <a:ext cx="73319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576" dirty="0"/>
          </a:p>
        </p:txBody>
      </p:sp>
      <p:sp>
        <p:nvSpPr>
          <p:cNvPr id="181" name="Text 178"/>
          <p:cNvSpPr/>
          <p:nvPr/>
        </p:nvSpPr>
        <p:spPr>
          <a:xfrm>
            <a:off x="5226118" y="3801242"/>
            <a:ext cx="73319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576" dirty="0"/>
          </a:p>
        </p:txBody>
      </p:sp>
      <p:sp>
        <p:nvSpPr>
          <p:cNvPr id="182" name="Text 179"/>
          <p:cNvSpPr/>
          <p:nvPr/>
        </p:nvSpPr>
        <p:spPr>
          <a:xfrm>
            <a:off x="9057453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91</a:t>
            </a:r>
            <a:endParaRPr lang="en-US" sz="552" dirty="0"/>
          </a:p>
        </p:txBody>
      </p:sp>
      <p:sp>
        <p:nvSpPr>
          <p:cNvPr id="183" name="Text 180"/>
          <p:cNvSpPr/>
          <p:nvPr/>
        </p:nvSpPr>
        <p:spPr>
          <a:xfrm>
            <a:off x="8091881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</a:t>
            </a:r>
            <a:endParaRPr lang="en-US" sz="552" dirty="0"/>
          </a:p>
        </p:txBody>
      </p:sp>
      <p:sp>
        <p:nvSpPr>
          <p:cNvPr id="184" name="Text 181"/>
          <p:cNvSpPr/>
          <p:nvPr/>
        </p:nvSpPr>
        <p:spPr>
          <a:xfrm>
            <a:off x="8574667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</a:t>
            </a:r>
            <a:endParaRPr lang="en-US" sz="552" dirty="0"/>
          </a:p>
        </p:txBody>
      </p:sp>
      <p:sp>
        <p:nvSpPr>
          <p:cNvPr id="185" name="Text 182"/>
          <p:cNvSpPr/>
          <p:nvPr/>
        </p:nvSpPr>
        <p:spPr>
          <a:xfrm>
            <a:off x="9057453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</a:t>
            </a:r>
            <a:endParaRPr lang="en-US" sz="552" dirty="0"/>
          </a:p>
        </p:txBody>
      </p:sp>
      <p:sp>
        <p:nvSpPr>
          <p:cNvPr id="186" name="Text 183"/>
          <p:cNvSpPr/>
          <p:nvPr/>
        </p:nvSpPr>
        <p:spPr>
          <a:xfrm>
            <a:off x="9540240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552" dirty="0"/>
          </a:p>
        </p:txBody>
      </p:sp>
      <p:sp>
        <p:nvSpPr>
          <p:cNvPr id="187" name="Text 184"/>
          <p:cNvSpPr/>
          <p:nvPr/>
        </p:nvSpPr>
        <p:spPr>
          <a:xfrm>
            <a:off x="10505812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</a:t>
            </a:r>
            <a:endParaRPr lang="en-US" sz="552" dirty="0"/>
          </a:p>
        </p:txBody>
      </p:sp>
      <p:sp>
        <p:nvSpPr>
          <p:cNvPr id="188" name="Text 185"/>
          <p:cNvSpPr/>
          <p:nvPr/>
        </p:nvSpPr>
        <p:spPr>
          <a:xfrm>
            <a:off x="8091881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</a:t>
            </a:r>
            <a:endParaRPr lang="en-US" sz="552" dirty="0"/>
          </a:p>
        </p:txBody>
      </p:sp>
      <p:sp>
        <p:nvSpPr>
          <p:cNvPr id="189" name="Text 186"/>
          <p:cNvSpPr/>
          <p:nvPr/>
        </p:nvSpPr>
        <p:spPr>
          <a:xfrm>
            <a:off x="8574667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</a:t>
            </a:r>
            <a:endParaRPr lang="en-US" sz="552" dirty="0"/>
          </a:p>
        </p:txBody>
      </p:sp>
      <p:sp>
        <p:nvSpPr>
          <p:cNvPr id="190" name="Text 187"/>
          <p:cNvSpPr/>
          <p:nvPr/>
        </p:nvSpPr>
        <p:spPr>
          <a:xfrm>
            <a:off x="9057453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</a:t>
            </a:r>
            <a:endParaRPr lang="en-US" sz="552" dirty="0"/>
          </a:p>
        </p:txBody>
      </p:sp>
      <p:sp>
        <p:nvSpPr>
          <p:cNvPr id="191" name="Text 188"/>
          <p:cNvSpPr/>
          <p:nvPr/>
        </p:nvSpPr>
        <p:spPr>
          <a:xfrm>
            <a:off x="9540240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</a:t>
            </a:r>
            <a:endParaRPr lang="en-US" sz="552" dirty="0"/>
          </a:p>
        </p:txBody>
      </p:sp>
      <p:sp>
        <p:nvSpPr>
          <p:cNvPr id="192" name="Text 189"/>
          <p:cNvSpPr/>
          <p:nvPr/>
        </p:nvSpPr>
        <p:spPr>
          <a:xfrm>
            <a:off x="10023026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77</a:t>
            </a:r>
            <a:endParaRPr lang="en-US" sz="552" dirty="0"/>
          </a:p>
        </p:txBody>
      </p:sp>
      <p:sp>
        <p:nvSpPr>
          <p:cNvPr id="193" name="Text 190"/>
          <p:cNvSpPr/>
          <p:nvPr/>
        </p:nvSpPr>
        <p:spPr>
          <a:xfrm>
            <a:off x="10505812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70</a:t>
            </a:r>
            <a:endParaRPr lang="en-US" sz="552" dirty="0"/>
          </a:p>
        </p:txBody>
      </p:sp>
      <p:sp>
        <p:nvSpPr>
          <p:cNvPr id="194" name="Text 191"/>
          <p:cNvSpPr/>
          <p:nvPr/>
        </p:nvSpPr>
        <p:spPr>
          <a:xfrm>
            <a:off x="8091881" y="47346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</a:t>
            </a:r>
            <a:endParaRPr lang="en-US" sz="552" dirty="0"/>
          </a:p>
        </p:txBody>
      </p:sp>
      <p:sp>
        <p:nvSpPr>
          <p:cNvPr id="195" name="Text 192"/>
          <p:cNvSpPr/>
          <p:nvPr/>
        </p:nvSpPr>
        <p:spPr>
          <a:xfrm>
            <a:off x="8574667" y="47346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552" dirty="0"/>
          </a:p>
        </p:txBody>
      </p:sp>
      <p:sp>
        <p:nvSpPr>
          <p:cNvPr id="196" name="Text 193"/>
          <p:cNvSpPr/>
          <p:nvPr/>
        </p:nvSpPr>
        <p:spPr>
          <a:xfrm>
            <a:off x="9057453" y="47346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</a:t>
            </a:r>
            <a:endParaRPr lang="en-US" sz="552" dirty="0"/>
          </a:p>
        </p:txBody>
      </p:sp>
      <p:sp>
        <p:nvSpPr>
          <p:cNvPr id="197" name="Text 194"/>
          <p:cNvSpPr/>
          <p:nvPr/>
        </p:nvSpPr>
        <p:spPr>
          <a:xfrm>
            <a:off x="8091881" y="48680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</a:t>
            </a:r>
            <a:endParaRPr lang="en-US" sz="552" dirty="0"/>
          </a:p>
        </p:txBody>
      </p:sp>
      <p:sp>
        <p:nvSpPr>
          <p:cNvPr id="198" name="Text 195"/>
          <p:cNvSpPr/>
          <p:nvPr/>
        </p:nvSpPr>
        <p:spPr>
          <a:xfrm>
            <a:off x="8574667" y="48680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</a:t>
            </a:r>
            <a:endParaRPr lang="en-US" sz="552" dirty="0"/>
          </a:p>
        </p:txBody>
      </p:sp>
      <p:sp>
        <p:nvSpPr>
          <p:cNvPr id="199" name="Text 196"/>
          <p:cNvSpPr/>
          <p:nvPr/>
        </p:nvSpPr>
        <p:spPr>
          <a:xfrm>
            <a:off x="9057453" y="48680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552" dirty="0"/>
          </a:p>
        </p:txBody>
      </p:sp>
      <p:sp>
        <p:nvSpPr>
          <p:cNvPr id="200" name="Text 197"/>
          <p:cNvSpPr/>
          <p:nvPr/>
        </p:nvSpPr>
        <p:spPr>
          <a:xfrm>
            <a:off x="9540240" y="48680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</a:t>
            </a:r>
            <a:endParaRPr lang="en-US" sz="552" dirty="0"/>
          </a:p>
        </p:txBody>
      </p:sp>
      <p:sp>
        <p:nvSpPr>
          <p:cNvPr id="201" name="Text 198"/>
          <p:cNvSpPr/>
          <p:nvPr/>
        </p:nvSpPr>
        <p:spPr>
          <a:xfrm>
            <a:off x="10023026" y="48680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</a:t>
            </a:r>
            <a:endParaRPr lang="en-US" sz="552" dirty="0"/>
          </a:p>
        </p:txBody>
      </p:sp>
      <p:sp>
        <p:nvSpPr>
          <p:cNvPr id="202" name="Text 199"/>
          <p:cNvSpPr/>
          <p:nvPr/>
        </p:nvSpPr>
        <p:spPr>
          <a:xfrm>
            <a:off x="10505812" y="48680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</a:t>
            </a:r>
            <a:endParaRPr lang="en-US" sz="552" dirty="0"/>
          </a:p>
        </p:txBody>
      </p:sp>
      <p:sp>
        <p:nvSpPr>
          <p:cNvPr id="203" name="Text 200"/>
          <p:cNvSpPr/>
          <p:nvPr/>
        </p:nvSpPr>
        <p:spPr>
          <a:xfrm>
            <a:off x="10988599" y="5001392"/>
            <a:ext cx="73319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552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1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783" y="5322838"/>
            <a:ext cx="5763076" cy="143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Mostró una efectividad extremadamente baja (), lo que sustentó su suspensión inmediata.</a:t>
            </a:r>
            <a:endParaRPr lang="en-US" sz="744" dirty="0"/>
          </a:p>
        </p:txBody>
      </p:sp>
      <p:sp>
        <p:nvSpPr>
          <p:cNvPr id="4" name="Text 1"/>
          <p:cNvSpPr/>
          <p:nvPr/>
        </p:nvSpPr>
        <p:spPr>
          <a:xfrm>
            <a:off x="1213514" y="219075"/>
            <a:ext cx="483423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 Operativo · Campaña Voluntarios Cancelaciones</a:t>
            </a:r>
            <a:endParaRPr lang="en-US" sz="1260" dirty="0"/>
          </a:p>
        </p:txBody>
      </p:sp>
      <p:sp>
        <p:nvSpPr>
          <p:cNvPr id="5" name="Text 2"/>
          <p:cNvSpPr/>
          <p:nvPr/>
        </p:nvSpPr>
        <p:spPr>
          <a:xfrm>
            <a:off x="533387" y="1219944"/>
            <a:ext cx="365364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Buen nivel de interacción telefónica express</a:t>
            </a:r>
            <a:endParaRPr lang="en-US" sz="648" dirty="0"/>
          </a:p>
        </p:txBody>
      </p:sp>
      <p:sp>
        <p:nvSpPr>
          <p:cNvPr id="6" name="Text 3"/>
          <p:cNvSpPr/>
          <p:nvPr/>
        </p:nvSpPr>
        <p:spPr>
          <a:xfrm>
            <a:off x="685783" y="5469285"/>
            <a:ext cx="5763076" cy="143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descarte principal se concentró en  y .</a:t>
            </a:r>
            <a:endParaRPr lang="en-US" sz="744" dirty="0"/>
          </a:p>
        </p:txBody>
      </p:sp>
      <p:sp>
        <p:nvSpPr>
          <p:cNvPr id="7" name="Text 4"/>
          <p:cNvSpPr/>
          <p:nvPr/>
        </p:nvSpPr>
        <p:spPr>
          <a:xfrm>
            <a:off x="4374991" y="1219944"/>
            <a:ext cx="365364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focalizada en cancelaciones previas</a:t>
            </a:r>
            <a:endParaRPr lang="en-US" sz="648" dirty="0"/>
          </a:p>
        </p:txBody>
      </p:sp>
      <p:sp>
        <p:nvSpPr>
          <p:cNvPr id="8" name="Text 5"/>
          <p:cNvSpPr/>
          <p:nvPr/>
        </p:nvSpPr>
        <p:spPr>
          <a:xfrm>
            <a:off x="1138953" y="5185916"/>
            <a:ext cx="1744237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sólo estuvo activa en enero de 2026</a:t>
            </a:r>
            <a:endParaRPr lang="en-US" sz="744" dirty="0"/>
          </a:p>
        </p:txBody>
      </p:sp>
      <p:sp>
        <p:nvSpPr>
          <p:cNvPr id="9" name="Text 6"/>
          <p:cNvSpPr/>
          <p:nvPr/>
        </p:nvSpPr>
        <p:spPr>
          <a:xfrm>
            <a:off x="8216595" y="1219944"/>
            <a:ext cx="365380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Aporte de campaña piloto express</a:t>
            </a:r>
            <a:endParaRPr lang="en-US" sz="648" dirty="0"/>
          </a:p>
        </p:txBody>
      </p:sp>
      <p:sp>
        <p:nvSpPr>
          <p:cNvPr id="10" name="Text 7"/>
          <p:cNvSpPr/>
          <p:nvPr/>
        </p:nvSpPr>
        <p:spPr>
          <a:xfrm>
            <a:off x="504812" y="36678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 Enviado Anteriormente</a:t>
            </a:r>
            <a:endParaRPr lang="en-US" sz="576" dirty="0"/>
          </a:p>
        </p:txBody>
      </p:sp>
      <p:sp>
        <p:nvSpPr>
          <p:cNvPr id="11" name="Text 8"/>
          <p:cNvSpPr/>
          <p:nvPr/>
        </p:nvSpPr>
        <p:spPr>
          <a:xfrm>
            <a:off x="9150320" y="209550"/>
            <a:ext cx="2593384" cy="220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 2 · Detalle Cancelaciones</a:t>
            </a:r>
            <a:endParaRPr lang="en-US" sz="840" dirty="0"/>
          </a:p>
        </p:txBody>
      </p:sp>
      <p:sp>
        <p:nvSpPr>
          <p:cNvPr id="12" name="Text 9"/>
          <p:cNvSpPr/>
          <p:nvPr/>
        </p:nvSpPr>
        <p:spPr>
          <a:xfrm>
            <a:off x="495288" y="3029694"/>
            <a:ext cx="5710571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Motivos de Descarte por Mes</a:t>
            </a:r>
            <a:endParaRPr lang="en-US" sz="816" dirty="0"/>
          </a:p>
        </p:txBody>
      </p:sp>
      <p:sp>
        <p:nvSpPr>
          <p:cNvPr id="13" name="Text 10"/>
          <p:cNvSpPr/>
          <p:nvPr/>
        </p:nvSpPr>
        <p:spPr>
          <a:xfrm>
            <a:off x="6267293" y="36678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interesado por el producto</a:t>
            </a:r>
            <a:endParaRPr lang="en-US" sz="552" dirty="0"/>
          </a:p>
        </p:txBody>
      </p:sp>
      <p:sp>
        <p:nvSpPr>
          <p:cNvPr id="14" name="Text 11"/>
          <p:cNvSpPr/>
          <p:nvPr/>
        </p:nvSpPr>
        <p:spPr>
          <a:xfrm>
            <a:off x="6267293" y="38012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Datos errados / experiencia</a:t>
            </a:r>
            <a:endParaRPr lang="en-US" sz="552" dirty="0"/>
          </a:p>
        </p:txBody>
      </p:sp>
      <p:sp>
        <p:nvSpPr>
          <p:cNvPr id="15" name="Text 12"/>
          <p:cNvSpPr/>
          <p:nvPr/>
        </p:nvSpPr>
        <p:spPr>
          <a:xfrm>
            <a:off x="6267293" y="40679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es responsable del pago</a:t>
            </a:r>
            <a:endParaRPr lang="en-US" sz="552" dirty="0"/>
          </a:p>
        </p:txBody>
      </p:sp>
      <p:sp>
        <p:nvSpPr>
          <p:cNvPr id="16" name="Text 13"/>
          <p:cNvSpPr/>
          <p:nvPr/>
        </p:nvSpPr>
        <p:spPr>
          <a:xfrm>
            <a:off x="533387" y="828675"/>
            <a:ext cx="365364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INICIAL</a:t>
            </a:r>
            <a:endParaRPr lang="en-US" sz="672" dirty="0"/>
          </a:p>
        </p:txBody>
      </p:sp>
      <p:sp>
        <p:nvSpPr>
          <p:cNvPr id="17" name="Text 14"/>
          <p:cNvSpPr/>
          <p:nvPr/>
        </p:nvSpPr>
        <p:spPr>
          <a:xfrm>
            <a:off x="4374991" y="828675"/>
            <a:ext cx="365364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LEADS APTOS GESTIONADOS</a:t>
            </a:r>
            <a:endParaRPr lang="en-US" sz="672" dirty="0"/>
          </a:p>
        </p:txBody>
      </p:sp>
      <p:sp>
        <p:nvSpPr>
          <p:cNvPr id="18" name="Text 15"/>
          <p:cNvSpPr/>
          <p:nvPr/>
        </p:nvSpPr>
        <p:spPr>
          <a:xfrm>
            <a:off x="6267293" y="44679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automático</a:t>
            </a:r>
            <a:endParaRPr lang="en-US" sz="552" dirty="0"/>
          </a:p>
        </p:txBody>
      </p:sp>
      <p:sp>
        <p:nvSpPr>
          <p:cNvPr id="19" name="Text 16"/>
          <p:cNvSpPr/>
          <p:nvPr/>
        </p:nvSpPr>
        <p:spPr>
          <a:xfrm>
            <a:off x="6267293" y="42012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Otros motivos menores</a:t>
            </a:r>
            <a:endParaRPr lang="en-US" sz="552" dirty="0"/>
          </a:p>
        </p:txBody>
      </p:sp>
      <p:sp>
        <p:nvSpPr>
          <p:cNvPr id="20" name="Text 17"/>
          <p:cNvSpPr/>
          <p:nvPr/>
        </p:nvSpPr>
        <p:spPr>
          <a:xfrm>
            <a:off x="6267293" y="4601342"/>
            <a:ext cx="1915817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contesta / apagado</a:t>
            </a:r>
            <a:endParaRPr lang="en-US" sz="552" dirty="0"/>
          </a:p>
        </p:txBody>
      </p:sp>
      <p:sp>
        <p:nvSpPr>
          <p:cNvPr id="21" name="Text 18"/>
          <p:cNvSpPr/>
          <p:nvPr/>
        </p:nvSpPr>
        <p:spPr>
          <a:xfrm>
            <a:off x="504812" y="3405955"/>
            <a:ext cx="1915817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Microseguro Activo</a:t>
            </a:r>
            <a:endParaRPr lang="en-US" sz="576" dirty="0"/>
          </a:p>
        </p:txBody>
      </p:sp>
      <p:sp>
        <p:nvSpPr>
          <p:cNvPr id="22" name="Text 19"/>
          <p:cNvSpPr/>
          <p:nvPr/>
        </p:nvSpPr>
        <p:spPr>
          <a:xfrm>
            <a:off x="6267293" y="3405955"/>
            <a:ext cx="1915817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 EFECTIVO</a:t>
            </a:r>
            <a:endParaRPr lang="en-US" sz="552" dirty="0"/>
          </a:p>
        </p:txBody>
      </p:sp>
      <p:sp>
        <p:nvSpPr>
          <p:cNvPr id="23" name="Text 20"/>
          <p:cNvSpPr/>
          <p:nvPr/>
        </p:nvSpPr>
        <p:spPr>
          <a:xfrm>
            <a:off x="6267293" y="39345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Cuelga la llamada</a:t>
            </a:r>
            <a:endParaRPr lang="en-US" sz="552" dirty="0"/>
          </a:p>
        </p:txBody>
      </p:sp>
      <p:sp>
        <p:nvSpPr>
          <p:cNvPr id="24" name="Text 21"/>
          <p:cNvSpPr/>
          <p:nvPr/>
        </p:nvSpPr>
        <p:spPr>
          <a:xfrm>
            <a:off x="8216595" y="828675"/>
            <a:ext cx="365380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GENERADAS</a:t>
            </a:r>
            <a:endParaRPr lang="en-US" sz="672" dirty="0"/>
          </a:p>
        </p:txBody>
      </p:sp>
      <p:sp>
        <p:nvSpPr>
          <p:cNvPr id="25" name="Text 22"/>
          <p:cNvSpPr/>
          <p:nvPr/>
        </p:nvSpPr>
        <p:spPr>
          <a:xfrm>
            <a:off x="504812" y="35345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NIT de empresa</a:t>
            </a:r>
            <a:endParaRPr lang="en-US" sz="576" dirty="0"/>
          </a:p>
        </p:txBody>
      </p:sp>
      <p:sp>
        <p:nvSpPr>
          <p:cNvPr id="26" name="Text 23"/>
          <p:cNvSpPr/>
          <p:nvPr/>
        </p:nvSpPr>
        <p:spPr>
          <a:xfrm>
            <a:off x="504812" y="38012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Cédula Errada</a:t>
            </a:r>
            <a:endParaRPr lang="en-US" sz="576" dirty="0"/>
          </a:p>
        </p:txBody>
      </p:sp>
      <p:sp>
        <p:nvSpPr>
          <p:cNvPr id="27" name="Text 24"/>
          <p:cNvSpPr/>
          <p:nvPr/>
        </p:nvSpPr>
        <p:spPr>
          <a:xfrm>
            <a:off x="10281832" y="1796230"/>
            <a:ext cx="148530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 / Ctto.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6267293" y="35345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 exitosa</a:t>
            </a:r>
            <a:endParaRPr lang="en-US" sz="552" dirty="0"/>
          </a:p>
        </p:txBody>
      </p:sp>
      <p:sp>
        <p:nvSpPr>
          <p:cNvPr id="29" name="Text 26"/>
          <p:cNvSpPr/>
          <p:nvPr/>
        </p:nvSpPr>
        <p:spPr>
          <a:xfrm>
            <a:off x="504812" y="393459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Nombre Vacío</a:t>
            </a:r>
            <a:endParaRPr lang="en-US" sz="576" dirty="0"/>
          </a:p>
        </p:txBody>
      </p:sp>
      <p:sp>
        <p:nvSpPr>
          <p:cNvPr id="30" name="Text 27"/>
          <p:cNvSpPr/>
          <p:nvPr/>
        </p:nvSpPr>
        <p:spPr>
          <a:xfrm>
            <a:off x="6267293" y="3234505"/>
            <a:ext cx="19158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Tipificación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6267293" y="4334642"/>
            <a:ext cx="19158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2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CONTACTO</a:t>
            </a:r>
            <a:endParaRPr lang="en-US" sz="552" dirty="0"/>
          </a:p>
        </p:txBody>
      </p:sp>
      <p:sp>
        <p:nvSpPr>
          <p:cNvPr id="32" name="Text 29"/>
          <p:cNvSpPr/>
          <p:nvPr/>
        </p:nvSpPr>
        <p:spPr>
          <a:xfrm>
            <a:off x="2996877" y="1796230"/>
            <a:ext cx="159891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8324195" y="1796230"/>
            <a:ext cx="10277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Contactab.</a:t>
            </a:r>
            <a:endParaRPr lang="en-US" sz="888" dirty="0"/>
          </a:p>
        </p:txBody>
      </p:sp>
      <p:sp>
        <p:nvSpPr>
          <p:cNvPr id="34" name="Text 31"/>
          <p:cNvSpPr/>
          <p:nvPr/>
        </p:nvSpPr>
        <p:spPr>
          <a:xfrm>
            <a:off x="1582896" y="1796230"/>
            <a:ext cx="14846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Recibidos</a:t>
            </a:r>
            <a:endParaRPr lang="en-US" sz="888" dirty="0"/>
          </a:p>
        </p:txBody>
      </p:sp>
      <p:sp>
        <p:nvSpPr>
          <p:cNvPr id="35" name="Text 32"/>
          <p:cNvSpPr/>
          <p:nvPr/>
        </p:nvSpPr>
        <p:spPr>
          <a:xfrm>
            <a:off x="4519648" y="1796230"/>
            <a:ext cx="14849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495288" y="210579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37" name="Text 34"/>
          <p:cNvSpPr/>
          <p:nvPr/>
        </p:nvSpPr>
        <p:spPr>
          <a:xfrm>
            <a:off x="6257769" y="210579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636" dirty="0"/>
          </a:p>
        </p:txBody>
      </p:sp>
      <p:sp>
        <p:nvSpPr>
          <p:cNvPr id="38" name="Text 35"/>
          <p:cNvSpPr/>
          <p:nvPr/>
        </p:nvSpPr>
        <p:spPr>
          <a:xfrm>
            <a:off x="4519648" y="1967680"/>
            <a:ext cx="1484992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15,7 %</a:t>
            </a:r>
            <a:endParaRPr lang="en-US" sz="636" dirty="0"/>
          </a:p>
        </p:txBody>
      </p:sp>
      <p:sp>
        <p:nvSpPr>
          <p:cNvPr id="39" name="Text 36"/>
          <p:cNvSpPr/>
          <p:nvPr/>
        </p:nvSpPr>
        <p:spPr>
          <a:xfrm>
            <a:off x="4519648" y="2820167"/>
            <a:ext cx="1484992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15,7 %</a:t>
            </a:r>
            <a:endParaRPr lang="en-US" sz="636" dirty="0"/>
          </a:p>
        </p:txBody>
      </p:sp>
      <p:sp>
        <p:nvSpPr>
          <p:cNvPr id="40" name="Text 37"/>
          <p:cNvSpPr/>
          <p:nvPr/>
        </p:nvSpPr>
        <p:spPr>
          <a:xfrm>
            <a:off x="504812" y="3234505"/>
            <a:ext cx="19158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Motivo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9303014" y="1796230"/>
            <a:ext cx="10277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8324195" y="1967680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636" dirty="0"/>
          </a:p>
        </p:txBody>
      </p:sp>
      <p:sp>
        <p:nvSpPr>
          <p:cNvPr id="43" name="Text 40"/>
          <p:cNvSpPr/>
          <p:nvPr/>
        </p:nvSpPr>
        <p:spPr>
          <a:xfrm>
            <a:off x="8324195" y="2820167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636" dirty="0"/>
          </a:p>
        </p:txBody>
      </p:sp>
      <p:sp>
        <p:nvSpPr>
          <p:cNvPr id="44" name="Text 41"/>
          <p:cNvSpPr/>
          <p:nvPr/>
        </p:nvSpPr>
        <p:spPr>
          <a:xfrm>
            <a:off x="533387" y="971550"/>
            <a:ext cx="3653647" cy="220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53,0 %</a:t>
            </a:r>
            <a:endParaRPr lang="en-US" sz="1380" dirty="0"/>
          </a:p>
        </p:txBody>
      </p:sp>
      <p:sp>
        <p:nvSpPr>
          <p:cNvPr id="45" name="Text 42"/>
          <p:cNvSpPr/>
          <p:nvPr/>
        </p:nvSpPr>
        <p:spPr>
          <a:xfrm>
            <a:off x="495288" y="1967680"/>
            <a:ext cx="114198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46" name="Text 43"/>
          <p:cNvSpPr/>
          <p:nvPr/>
        </p:nvSpPr>
        <p:spPr>
          <a:xfrm>
            <a:off x="1582896" y="1967680"/>
            <a:ext cx="148468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1.263</a:t>
            </a:r>
            <a:endParaRPr lang="en-US" sz="636" dirty="0"/>
          </a:p>
        </p:txBody>
      </p:sp>
      <p:sp>
        <p:nvSpPr>
          <p:cNvPr id="47" name="Text 44"/>
          <p:cNvSpPr/>
          <p:nvPr/>
        </p:nvSpPr>
        <p:spPr>
          <a:xfrm>
            <a:off x="495288" y="2248667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48" name="Text 45"/>
          <p:cNvSpPr/>
          <p:nvPr/>
        </p:nvSpPr>
        <p:spPr>
          <a:xfrm>
            <a:off x="495288" y="239154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49" name="Text 46"/>
          <p:cNvSpPr/>
          <p:nvPr/>
        </p:nvSpPr>
        <p:spPr>
          <a:xfrm>
            <a:off x="495288" y="267729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50" name="Text 47"/>
          <p:cNvSpPr/>
          <p:nvPr/>
        </p:nvSpPr>
        <p:spPr>
          <a:xfrm>
            <a:off x="495288" y="2820167"/>
            <a:ext cx="114198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51" name="Text 48"/>
          <p:cNvSpPr/>
          <p:nvPr/>
        </p:nvSpPr>
        <p:spPr>
          <a:xfrm>
            <a:off x="1582896" y="2820167"/>
            <a:ext cx="148468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1.263</a:t>
            </a:r>
            <a:endParaRPr lang="en-US" sz="636" dirty="0"/>
          </a:p>
        </p:txBody>
      </p:sp>
      <p:sp>
        <p:nvSpPr>
          <p:cNvPr id="52" name="Text 49"/>
          <p:cNvSpPr/>
          <p:nvPr/>
        </p:nvSpPr>
        <p:spPr>
          <a:xfrm>
            <a:off x="5226118" y="3234505"/>
            <a:ext cx="73319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53" name="Text 50"/>
          <p:cNvSpPr/>
          <p:nvPr/>
        </p:nvSpPr>
        <p:spPr>
          <a:xfrm>
            <a:off x="504812" y="4067942"/>
            <a:ext cx="1915817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576" dirty="0"/>
          </a:p>
        </p:txBody>
      </p:sp>
      <p:sp>
        <p:nvSpPr>
          <p:cNvPr id="54" name="Text 51"/>
          <p:cNvSpPr/>
          <p:nvPr/>
        </p:nvSpPr>
        <p:spPr>
          <a:xfrm>
            <a:off x="7345377" y="1796230"/>
            <a:ext cx="10277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Aptos</a:t>
            </a:r>
            <a:endParaRPr lang="en-US" sz="888" dirty="0"/>
          </a:p>
        </p:txBody>
      </p:sp>
      <p:sp>
        <p:nvSpPr>
          <p:cNvPr id="55" name="Text 52"/>
          <p:cNvSpPr/>
          <p:nvPr/>
        </p:nvSpPr>
        <p:spPr>
          <a:xfrm>
            <a:off x="6257769" y="1967680"/>
            <a:ext cx="114198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636" dirty="0"/>
          </a:p>
        </p:txBody>
      </p:sp>
      <p:sp>
        <p:nvSpPr>
          <p:cNvPr id="56" name="Text 53"/>
          <p:cNvSpPr/>
          <p:nvPr/>
        </p:nvSpPr>
        <p:spPr>
          <a:xfrm>
            <a:off x="7345377" y="1967680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1.065</a:t>
            </a:r>
            <a:endParaRPr lang="en-US" sz="636" dirty="0"/>
          </a:p>
        </p:txBody>
      </p:sp>
      <p:sp>
        <p:nvSpPr>
          <p:cNvPr id="57" name="Text 54"/>
          <p:cNvSpPr/>
          <p:nvPr/>
        </p:nvSpPr>
        <p:spPr>
          <a:xfrm>
            <a:off x="10281832" y="1967680"/>
            <a:ext cx="1485305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0,7 %</a:t>
            </a:r>
            <a:endParaRPr lang="en-US" sz="636" dirty="0"/>
          </a:p>
        </p:txBody>
      </p:sp>
      <p:sp>
        <p:nvSpPr>
          <p:cNvPr id="58" name="Text 55"/>
          <p:cNvSpPr/>
          <p:nvPr/>
        </p:nvSpPr>
        <p:spPr>
          <a:xfrm>
            <a:off x="6257769" y="2248667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Marzo</a:t>
            </a:r>
            <a:endParaRPr lang="en-US" sz="636" dirty="0"/>
          </a:p>
        </p:txBody>
      </p:sp>
      <p:sp>
        <p:nvSpPr>
          <p:cNvPr id="59" name="Text 56"/>
          <p:cNvSpPr/>
          <p:nvPr/>
        </p:nvSpPr>
        <p:spPr>
          <a:xfrm>
            <a:off x="6257769" y="239154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636" dirty="0"/>
          </a:p>
        </p:txBody>
      </p:sp>
      <p:sp>
        <p:nvSpPr>
          <p:cNvPr id="60" name="Text 57"/>
          <p:cNvSpPr/>
          <p:nvPr/>
        </p:nvSpPr>
        <p:spPr>
          <a:xfrm>
            <a:off x="6257769" y="2677292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636" dirty="0"/>
          </a:p>
        </p:txBody>
      </p:sp>
      <p:sp>
        <p:nvSpPr>
          <p:cNvPr id="61" name="Text 58"/>
          <p:cNvSpPr/>
          <p:nvPr/>
        </p:nvSpPr>
        <p:spPr>
          <a:xfrm>
            <a:off x="6257769" y="2820167"/>
            <a:ext cx="114198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36" dirty="0"/>
          </a:p>
        </p:txBody>
      </p:sp>
      <p:sp>
        <p:nvSpPr>
          <p:cNvPr id="62" name="Text 59"/>
          <p:cNvSpPr/>
          <p:nvPr/>
        </p:nvSpPr>
        <p:spPr>
          <a:xfrm>
            <a:off x="7345377" y="2820167"/>
            <a:ext cx="1027759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1.065</a:t>
            </a:r>
            <a:endParaRPr lang="en-US" sz="636" dirty="0"/>
          </a:p>
        </p:txBody>
      </p:sp>
      <p:sp>
        <p:nvSpPr>
          <p:cNvPr id="63" name="Text 60"/>
          <p:cNvSpPr/>
          <p:nvPr/>
        </p:nvSpPr>
        <p:spPr>
          <a:xfrm>
            <a:off x="10281832" y="2820167"/>
            <a:ext cx="1485305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0,7 %</a:t>
            </a:r>
            <a:endParaRPr lang="en-US" sz="636" dirty="0"/>
          </a:p>
        </p:txBody>
      </p:sp>
      <p:sp>
        <p:nvSpPr>
          <p:cNvPr id="64" name="Text 61"/>
          <p:cNvSpPr/>
          <p:nvPr/>
        </p:nvSpPr>
        <p:spPr>
          <a:xfrm>
            <a:off x="10988599" y="3234505"/>
            <a:ext cx="73319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65" name="Text 62"/>
          <p:cNvSpPr/>
          <p:nvPr/>
        </p:nvSpPr>
        <p:spPr>
          <a:xfrm>
            <a:off x="4374991" y="971550"/>
            <a:ext cx="3653647" cy="220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1.065</a:t>
            </a:r>
            <a:endParaRPr lang="en-US" sz="1380" dirty="0"/>
          </a:p>
        </p:txBody>
      </p:sp>
      <p:sp>
        <p:nvSpPr>
          <p:cNvPr id="66" name="Text 63"/>
          <p:cNvSpPr/>
          <p:nvPr/>
        </p:nvSpPr>
        <p:spPr>
          <a:xfrm>
            <a:off x="495288" y="2534417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67" name="Text 64"/>
          <p:cNvSpPr/>
          <p:nvPr/>
        </p:nvSpPr>
        <p:spPr>
          <a:xfrm>
            <a:off x="6257769" y="2534417"/>
            <a:ext cx="11419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636" dirty="0"/>
          </a:p>
        </p:txBody>
      </p:sp>
      <p:sp>
        <p:nvSpPr>
          <p:cNvPr id="68" name="Text 65"/>
          <p:cNvSpPr/>
          <p:nvPr/>
        </p:nvSpPr>
        <p:spPr>
          <a:xfrm>
            <a:off x="495288" y="1796230"/>
            <a:ext cx="114198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69" name="Text 66"/>
          <p:cNvSpPr/>
          <p:nvPr/>
        </p:nvSpPr>
        <p:spPr>
          <a:xfrm>
            <a:off x="2996877" y="1967680"/>
            <a:ext cx="159891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198</a:t>
            </a:r>
            <a:endParaRPr lang="en-US" sz="636" dirty="0"/>
          </a:p>
        </p:txBody>
      </p:sp>
      <p:sp>
        <p:nvSpPr>
          <p:cNvPr id="70" name="Text 67"/>
          <p:cNvSpPr/>
          <p:nvPr/>
        </p:nvSpPr>
        <p:spPr>
          <a:xfrm>
            <a:off x="2996877" y="2820167"/>
            <a:ext cx="159891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198</a:t>
            </a:r>
            <a:endParaRPr lang="en-US" sz="636" dirty="0"/>
          </a:p>
        </p:txBody>
      </p:sp>
      <p:sp>
        <p:nvSpPr>
          <p:cNvPr id="71" name="Text 68"/>
          <p:cNvSpPr/>
          <p:nvPr/>
        </p:nvSpPr>
        <p:spPr>
          <a:xfrm>
            <a:off x="2329400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72" name="Text 69"/>
          <p:cNvSpPr/>
          <p:nvPr/>
        </p:nvSpPr>
        <p:spPr>
          <a:xfrm>
            <a:off x="2812186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73" name="Text 70"/>
          <p:cNvSpPr/>
          <p:nvPr/>
        </p:nvSpPr>
        <p:spPr>
          <a:xfrm>
            <a:off x="3294972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74" name="Text 71"/>
          <p:cNvSpPr/>
          <p:nvPr/>
        </p:nvSpPr>
        <p:spPr>
          <a:xfrm>
            <a:off x="3777759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75" name="Text 72"/>
          <p:cNvSpPr/>
          <p:nvPr/>
        </p:nvSpPr>
        <p:spPr>
          <a:xfrm>
            <a:off x="4260545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76" name="Text 73"/>
          <p:cNvSpPr/>
          <p:nvPr/>
        </p:nvSpPr>
        <p:spPr>
          <a:xfrm>
            <a:off x="4743331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77" name="Text 74"/>
          <p:cNvSpPr/>
          <p:nvPr/>
        </p:nvSpPr>
        <p:spPr>
          <a:xfrm>
            <a:off x="2329400" y="4067942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198</a:t>
            </a:r>
            <a:endParaRPr lang="en-US" sz="576" dirty="0"/>
          </a:p>
        </p:txBody>
      </p:sp>
      <p:sp>
        <p:nvSpPr>
          <p:cNvPr id="78" name="Text 75"/>
          <p:cNvSpPr/>
          <p:nvPr/>
        </p:nvSpPr>
        <p:spPr>
          <a:xfrm>
            <a:off x="5226118" y="4067942"/>
            <a:ext cx="73319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198</a:t>
            </a:r>
            <a:endParaRPr lang="en-US" sz="576" dirty="0"/>
          </a:p>
        </p:txBody>
      </p:sp>
      <p:sp>
        <p:nvSpPr>
          <p:cNvPr id="79" name="Text 76"/>
          <p:cNvSpPr/>
          <p:nvPr/>
        </p:nvSpPr>
        <p:spPr>
          <a:xfrm>
            <a:off x="6257769" y="1796230"/>
            <a:ext cx="114198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80" name="Text 77"/>
          <p:cNvSpPr/>
          <p:nvPr/>
        </p:nvSpPr>
        <p:spPr>
          <a:xfrm>
            <a:off x="8091881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8574667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82" name="Text 79"/>
          <p:cNvSpPr/>
          <p:nvPr/>
        </p:nvSpPr>
        <p:spPr>
          <a:xfrm>
            <a:off x="9057453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83" name="Text 80"/>
          <p:cNvSpPr/>
          <p:nvPr/>
        </p:nvSpPr>
        <p:spPr>
          <a:xfrm>
            <a:off x="9540240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84" name="Text 81"/>
          <p:cNvSpPr/>
          <p:nvPr/>
        </p:nvSpPr>
        <p:spPr>
          <a:xfrm>
            <a:off x="10023026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85" name="Text 82"/>
          <p:cNvSpPr/>
          <p:nvPr/>
        </p:nvSpPr>
        <p:spPr>
          <a:xfrm>
            <a:off x="10505812" y="3234505"/>
            <a:ext cx="50692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86" name="Text 83"/>
          <p:cNvSpPr/>
          <p:nvPr/>
        </p:nvSpPr>
        <p:spPr>
          <a:xfrm>
            <a:off x="8091881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564</a:t>
            </a:r>
            <a:endParaRPr lang="en-US" sz="552" dirty="0"/>
          </a:p>
        </p:txBody>
      </p:sp>
      <p:sp>
        <p:nvSpPr>
          <p:cNvPr id="87" name="Text 84"/>
          <p:cNvSpPr/>
          <p:nvPr/>
        </p:nvSpPr>
        <p:spPr>
          <a:xfrm>
            <a:off x="10988599" y="3405955"/>
            <a:ext cx="73319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564</a:t>
            </a:r>
            <a:endParaRPr lang="en-US" sz="552" dirty="0"/>
          </a:p>
        </p:txBody>
      </p:sp>
      <p:sp>
        <p:nvSpPr>
          <p:cNvPr id="88" name="Text 85"/>
          <p:cNvSpPr/>
          <p:nvPr/>
        </p:nvSpPr>
        <p:spPr>
          <a:xfrm>
            <a:off x="8091881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143</a:t>
            </a:r>
            <a:endParaRPr lang="en-US" sz="552" dirty="0"/>
          </a:p>
        </p:txBody>
      </p:sp>
      <p:sp>
        <p:nvSpPr>
          <p:cNvPr id="89" name="Text 86"/>
          <p:cNvSpPr/>
          <p:nvPr/>
        </p:nvSpPr>
        <p:spPr>
          <a:xfrm>
            <a:off x="10988599" y="36678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143</a:t>
            </a:r>
            <a:endParaRPr lang="en-US" sz="552" dirty="0"/>
          </a:p>
        </p:txBody>
      </p:sp>
      <p:sp>
        <p:nvSpPr>
          <p:cNvPr id="90" name="Text 87"/>
          <p:cNvSpPr/>
          <p:nvPr/>
        </p:nvSpPr>
        <p:spPr>
          <a:xfrm>
            <a:off x="8091881" y="38012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188</a:t>
            </a:r>
            <a:endParaRPr lang="en-US" sz="552" dirty="0"/>
          </a:p>
        </p:txBody>
      </p:sp>
      <p:sp>
        <p:nvSpPr>
          <p:cNvPr id="91" name="Text 88"/>
          <p:cNvSpPr/>
          <p:nvPr/>
        </p:nvSpPr>
        <p:spPr>
          <a:xfrm>
            <a:off x="10988599" y="38012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188</a:t>
            </a:r>
            <a:endParaRPr lang="en-US" sz="552" dirty="0"/>
          </a:p>
        </p:txBody>
      </p:sp>
      <p:sp>
        <p:nvSpPr>
          <p:cNvPr id="92" name="Text 89"/>
          <p:cNvSpPr/>
          <p:nvPr/>
        </p:nvSpPr>
        <p:spPr>
          <a:xfrm>
            <a:off x="8091881" y="43346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501</a:t>
            </a:r>
            <a:endParaRPr lang="en-US" sz="552" dirty="0"/>
          </a:p>
        </p:txBody>
      </p:sp>
      <p:sp>
        <p:nvSpPr>
          <p:cNvPr id="93" name="Text 90"/>
          <p:cNvSpPr/>
          <p:nvPr/>
        </p:nvSpPr>
        <p:spPr>
          <a:xfrm>
            <a:off x="10988599" y="43346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501</a:t>
            </a:r>
            <a:endParaRPr lang="en-US" sz="552" dirty="0"/>
          </a:p>
        </p:txBody>
      </p:sp>
      <p:sp>
        <p:nvSpPr>
          <p:cNvPr id="94" name="Text 91"/>
          <p:cNvSpPr/>
          <p:nvPr/>
        </p:nvSpPr>
        <p:spPr>
          <a:xfrm>
            <a:off x="8091881" y="44679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455</a:t>
            </a:r>
            <a:endParaRPr lang="en-US" sz="552" dirty="0"/>
          </a:p>
        </p:txBody>
      </p:sp>
      <p:sp>
        <p:nvSpPr>
          <p:cNvPr id="95" name="Text 92"/>
          <p:cNvSpPr/>
          <p:nvPr/>
        </p:nvSpPr>
        <p:spPr>
          <a:xfrm>
            <a:off x="10988599" y="44679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455</a:t>
            </a:r>
            <a:endParaRPr lang="en-US" sz="552" dirty="0"/>
          </a:p>
        </p:txBody>
      </p:sp>
      <p:sp>
        <p:nvSpPr>
          <p:cNvPr id="96" name="Text 93"/>
          <p:cNvSpPr/>
          <p:nvPr/>
        </p:nvSpPr>
        <p:spPr>
          <a:xfrm>
            <a:off x="2329400" y="3405955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576" dirty="0"/>
          </a:p>
        </p:txBody>
      </p:sp>
      <p:sp>
        <p:nvSpPr>
          <p:cNvPr id="97" name="Text 94"/>
          <p:cNvSpPr/>
          <p:nvPr/>
        </p:nvSpPr>
        <p:spPr>
          <a:xfrm>
            <a:off x="5226118" y="3405955"/>
            <a:ext cx="73319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576" dirty="0"/>
          </a:p>
        </p:txBody>
      </p:sp>
      <p:sp>
        <p:nvSpPr>
          <p:cNvPr id="98" name="Text 95"/>
          <p:cNvSpPr/>
          <p:nvPr/>
        </p:nvSpPr>
        <p:spPr>
          <a:xfrm>
            <a:off x="2329400" y="35345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66</a:t>
            </a:r>
            <a:endParaRPr lang="en-US" sz="576" dirty="0"/>
          </a:p>
        </p:txBody>
      </p:sp>
      <p:sp>
        <p:nvSpPr>
          <p:cNvPr id="99" name="Text 96"/>
          <p:cNvSpPr/>
          <p:nvPr/>
        </p:nvSpPr>
        <p:spPr>
          <a:xfrm>
            <a:off x="5226118" y="35345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66</a:t>
            </a:r>
            <a:endParaRPr lang="en-US" sz="576" dirty="0"/>
          </a:p>
        </p:txBody>
      </p:sp>
      <p:sp>
        <p:nvSpPr>
          <p:cNvPr id="100" name="Text 97"/>
          <p:cNvSpPr/>
          <p:nvPr/>
        </p:nvSpPr>
        <p:spPr>
          <a:xfrm>
            <a:off x="2329400" y="36678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</a:t>
            </a:r>
            <a:endParaRPr lang="en-US" sz="576" dirty="0"/>
          </a:p>
        </p:txBody>
      </p:sp>
      <p:sp>
        <p:nvSpPr>
          <p:cNvPr id="101" name="Text 98"/>
          <p:cNvSpPr/>
          <p:nvPr/>
        </p:nvSpPr>
        <p:spPr>
          <a:xfrm>
            <a:off x="5226118" y="36678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</a:t>
            </a:r>
            <a:endParaRPr lang="en-US" sz="576" dirty="0"/>
          </a:p>
        </p:txBody>
      </p:sp>
      <p:sp>
        <p:nvSpPr>
          <p:cNvPr id="102" name="Text 99"/>
          <p:cNvSpPr/>
          <p:nvPr/>
        </p:nvSpPr>
        <p:spPr>
          <a:xfrm>
            <a:off x="8091881" y="39345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</a:t>
            </a:r>
            <a:endParaRPr lang="en-US" sz="552" dirty="0"/>
          </a:p>
        </p:txBody>
      </p:sp>
      <p:sp>
        <p:nvSpPr>
          <p:cNvPr id="103" name="Text 100"/>
          <p:cNvSpPr/>
          <p:nvPr/>
        </p:nvSpPr>
        <p:spPr>
          <a:xfrm>
            <a:off x="10988599" y="39345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90</a:t>
            </a:r>
            <a:endParaRPr lang="en-US" sz="552" dirty="0"/>
          </a:p>
        </p:txBody>
      </p:sp>
      <p:sp>
        <p:nvSpPr>
          <p:cNvPr id="104" name="Text 101"/>
          <p:cNvSpPr/>
          <p:nvPr/>
        </p:nvSpPr>
        <p:spPr>
          <a:xfrm>
            <a:off x="8091881" y="406794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</a:t>
            </a:r>
            <a:endParaRPr lang="en-US" sz="552" dirty="0"/>
          </a:p>
        </p:txBody>
      </p:sp>
      <p:sp>
        <p:nvSpPr>
          <p:cNvPr id="105" name="Text 102"/>
          <p:cNvSpPr/>
          <p:nvPr/>
        </p:nvSpPr>
        <p:spPr>
          <a:xfrm>
            <a:off x="10988599" y="406794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</a:t>
            </a:r>
            <a:endParaRPr lang="en-US" sz="552" dirty="0"/>
          </a:p>
        </p:txBody>
      </p:sp>
      <p:sp>
        <p:nvSpPr>
          <p:cNvPr id="106" name="Text 103"/>
          <p:cNvSpPr/>
          <p:nvPr/>
        </p:nvSpPr>
        <p:spPr>
          <a:xfrm>
            <a:off x="8091881" y="4201292"/>
            <a:ext cx="5069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</a:t>
            </a:r>
            <a:endParaRPr lang="en-US" sz="552" dirty="0"/>
          </a:p>
        </p:txBody>
      </p:sp>
      <p:sp>
        <p:nvSpPr>
          <p:cNvPr id="107" name="Text 104"/>
          <p:cNvSpPr/>
          <p:nvPr/>
        </p:nvSpPr>
        <p:spPr>
          <a:xfrm>
            <a:off x="10988599" y="4201292"/>
            <a:ext cx="73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</a:t>
            </a:r>
            <a:endParaRPr lang="en-US" sz="552" dirty="0"/>
          </a:p>
        </p:txBody>
      </p:sp>
      <p:sp>
        <p:nvSpPr>
          <p:cNvPr id="108" name="Text 105"/>
          <p:cNvSpPr/>
          <p:nvPr/>
        </p:nvSpPr>
        <p:spPr>
          <a:xfrm>
            <a:off x="8091881" y="4601342"/>
            <a:ext cx="506926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</a:t>
            </a:r>
            <a:endParaRPr lang="en-US" sz="552" dirty="0"/>
          </a:p>
        </p:txBody>
      </p:sp>
      <p:sp>
        <p:nvSpPr>
          <p:cNvPr id="109" name="Text 106"/>
          <p:cNvSpPr/>
          <p:nvPr/>
        </p:nvSpPr>
        <p:spPr>
          <a:xfrm>
            <a:off x="10988599" y="4601342"/>
            <a:ext cx="73319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</a:t>
            </a:r>
            <a:endParaRPr lang="en-US" sz="552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2_Vant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29334" y="4898827"/>
            <a:ext cx="3880388" cy="536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0A3D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  y un top 5 que concentra el 37 % de las ventas con disciplina y compromiso, cada campaña de incentivos fue un paso firme hacia la meta de 3.000 ventas mensuales. Este semestre demuestra que la apuesta por el talento y la constancia en la formación están dando resultados sólidos y sostenibles.</a:t>
            </a:r>
            <a:endParaRPr lang="en-US" sz="672" dirty="0"/>
          </a:p>
        </p:txBody>
      </p:sp>
      <p:sp>
        <p:nvSpPr>
          <p:cNvPr id="4" name="Text 1"/>
          <p:cNvSpPr/>
          <p:nvPr/>
        </p:nvSpPr>
        <p:spPr>
          <a:xfrm>
            <a:off x="8650716" y="2256406"/>
            <a:ext cx="2937950" cy="290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Semanas Ganadoras: 1.292/950 ventas (136 %) · Bono $100K/semana × trío</a:t>
            </a:r>
            <a:endParaRPr lang="en-US" sz="720" dirty="0"/>
          </a:p>
        </p:txBody>
      </p:sp>
      <p:sp>
        <p:nvSpPr>
          <p:cNvPr id="5" name="Text 2"/>
          <p:cNvSpPr/>
          <p:nvPr/>
        </p:nvSpPr>
        <p:spPr>
          <a:xfrm>
            <a:off x="8650716" y="2546919"/>
            <a:ext cx="293795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Gran Jugada: 4.798/4.200 ventas (114 %) · $7.000.000 al equipo</a:t>
            </a:r>
            <a:endParaRPr lang="en-US" sz="720" dirty="0"/>
          </a:p>
        </p:txBody>
      </p:sp>
      <p:sp>
        <p:nvSpPr>
          <p:cNvPr id="6" name="Text 3"/>
          <p:cNvSpPr/>
          <p:nvPr/>
        </p:nvSpPr>
        <p:spPr>
          <a:xfrm>
            <a:off x="8650716" y="2899344"/>
            <a:ext cx="293795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Acelerador Mayo: 560/650 ventas (86 %) · Bono $300.000</a:t>
            </a:r>
            <a:endParaRPr lang="en-US" sz="720" dirty="0"/>
          </a:p>
        </p:txBody>
      </p:sp>
      <p:sp>
        <p:nvSpPr>
          <p:cNvPr id="7" name="Text 4"/>
          <p:cNvSpPr/>
          <p:nvPr/>
        </p:nvSpPr>
        <p:spPr>
          <a:xfrm>
            <a:off x="8650716" y="3118419"/>
            <a:ext cx="293795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 eventos de incentivo Vanti en el semestre</a:t>
            </a:r>
            <a:endParaRPr lang="en-US" sz="720" dirty="0"/>
          </a:p>
        </p:txBody>
      </p:sp>
      <p:sp>
        <p:nvSpPr>
          <p:cNvPr id="8" name="Text 5"/>
          <p:cNvSpPr/>
          <p:nvPr/>
        </p:nvSpPr>
        <p:spPr>
          <a:xfrm>
            <a:off x="1213514" y="219075"/>
            <a:ext cx="327642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Desempeño del Equipo · Top Asesores</a:t>
            </a:r>
            <a:endParaRPr lang="en-US" sz="1260" dirty="0"/>
          </a:p>
        </p:txBody>
      </p:sp>
      <p:sp>
        <p:nvSpPr>
          <p:cNvPr id="9" name="Text 6"/>
          <p:cNvSpPr/>
          <p:nvPr/>
        </p:nvSpPr>
        <p:spPr>
          <a:xfrm>
            <a:off x="1015429" y="2800373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Julithza Milagros Padilla MejíA</a:t>
            </a:r>
            <a:endParaRPr lang="en-US" sz="660" dirty="0"/>
          </a:p>
        </p:txBody>
      </p:sp>
      <p:sp>
        <p:nvSpPr>
          <p:cNvPr id="10" name="Text 7"/>
          <p:cNvSpPr/>
          <p:nvPr/>
        </p:nvSpPr>
        <p:spPr>
          <a:xfrm>
            <a:off x="1015429" y="4619648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Karina Yisell Marquez Hernandez</a:t>
            </a:r>
            <a:endParaRPr lang="en-US" sz="660" dirty="0"/>
          </a:p>
        </p:txBody>
      </p:sp>
      <p:sp>
        <p:nvSpPr>
          <p:cNvPr id="11" name="Text 8"/>
          <p:cNvSpPr/>
          <p:nvPr/>
        </p:nvSpPr>
        <p:spPr>
          <a:xfrm>
            <a:off x="1015429" y="1895498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⭐ Dayana D. Guerrero HernáNdez</a:t>
            </a:r>
            <a:endParaRPr lang="en-US" sz="660" dirty="0"/>
          </a:p>
        </p:txBody>
      </p:sp>
      <p:sp>
        <p:nvSpPr>
          <p:cNvPr id="12" name="Text 9"/>
          <p:cNvSpPr/>
          <p:nvPr/>
        </p:nvSpPr>
        <p:spPr>
          <a:xfrm>
            <a:off x="1015429" y="2047898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⭐ Anderson Monterrosa Castilla</a:t>
            </a:r>
            <a:endParaRPr lang="en-US" sz="660" dirty="0"/>
          </a:p>
        </p:txBody>
      </p:sp>
      <p:sp>
        <p:nvSpPr>
          <p:cNvPr id="13" name="Text 10"/>
          <p:cNvSpPr/>
          <p:nvPr/>
        </p:nvSpPr>
        <p:spPr>
          <a:xfrm>
            <a:off x="7867453" y="1419225"/>
            <a:ext cx="2975297" cy="191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top 5 aporta  del semestre.</a:t>
            </a:r>
            <a:endParaRPr lang="en-US" sz="960" dirty="0"/>
          </a:p>
        </p:txBody>
      </p:sp>
      <p:sp>
        <p:nvSpPr>
          <p:cNvPr id="14" name="Text 11"/>
          <p:cNvSpPr/>
          <p:nvPr/>
        </p:nvSpPr>
        <p:spPr>
          <a:xfrm>
            <a:off x="1015429" y="1590698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⭐ Melissa Paola Orozco Jinete</a:t>
            </a:r>
            <a:endParaRPr lang="en-US" sz="660" dirty="0"/>
          </a:p>
        </p:txBody>
      </p:sp>
      <p:sp>
        <p:nvSpPr>
          <p:cNvPr id="15" name="Text 12"/>
          <p:cNvSpPr/>
          <p:nvPr/>
        </p:nvSpPr>
        <p:spPr>
          <a:xfrm>
            <a:off x="1015429" y="5076848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Michelle Paola Robles Becerra</a:t>
            </a:r>
            <a:endParaRPr lang="en-US" sz="660" dirty="0"/>
          </a:p>
        </p:txBody>
      </p:sp>
      <p:sp>
        <p:nvSpPr>
          <p:cNvPr id="16" name="Text 13"/>
          <p:cNvSpPr/>
          <p:nvPr/>
        </p:nvSpPr>
        <p:spPr>
          <a:xfrm>
            <a:off x="1015429" y="3105173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Isabella SofíA Rueda Caserta</a:t>
            </a:r>
            <a:endParaRPr lang="en-US" sz="660" dirty="0"/>
          </a:p>
        </p:txBody>
      </p:sp>
      <p:sp>
        <p:nvSpPr>
          <p:cNvPr id="17" name="Text 14"/>
          <p:cNvSpPr/>
          <p:nvPr/>
        </p:nvSpPr>
        <p:spPr>
          <a:xfrm>
            <a:off x="1015429" y="1443060"/>
            <a:ext cx="2341484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⭐ JesúS David CortéS Ortega</a:t>
            </a:r>
            <a:endParaRPr lang="en-US" sz="660" dirty="0"/>
          </a:p>
        </p:txBody>
      </p:sp>
      <p:sp>
        <p:nvSpPr>
          <p:cNvPr id="18" name="Text 15"/>
          <p:cNvSpPr/>
          <p:nvPr/>
        </p:nvSpPr>
        <p:spPr>
          <a:xfrm>
            <a:off x="1015429" y="2647973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Santiago Elí CháVez Carmona</a:t>
            </a:r>
            <a:endParaRPr lang="en-US" sz="660" dirty="0"/>
          </a:p>
        </p:txBody>
      </p:sp>
      <p:sp>
        <p:nvSpPr>
          <p:cNvPr id="19" name="Text 16"/>
          <p:cNvSpPr/>
          <p:nvPr/>
        </p:nvSpPr>
        <p:spPr>
          <a:xfrm>
            <a:off x="1015429" y="2952773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Nohelia H. Salas Monterrosa</a:t>
            </a:r>
            <a:endParaRPr lang="en-US" sz="660" dirty="0"/>
          </a:p>
        </p:txBody>
      </p:sp>
      <p:sp>
        <p:nvSpPr>
          <p:cNvPr id="20" name="Text 17"/>
          <p:cNvSpPr/>
          <p:nvPr/>
        </p:nvSpPr>
        <p:spPr>
          <a:xfrm>
            <a:off x="1015429" y="2495573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Alan José HernáNdez Loaiza</a:t>
            </a:r>
            <a:endParaRPr lang="en-US" sz="660" dirty="0"/>
          </a:p>
        </p:txBody>
      </p:sp>
      <p:sp>
        <p:nvSpPr>
          <p:cNvPr id="21" name="Text 18"/>
          <p:cNvSpPr/>
          <p:nvPr/>
        </p:nvSpPr>
        <p:spPr>
          <a:xfrm>
            <a:off x="1015429" y="3562373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Rhoymar HernáNdez AlbarráN</a:t>
            </a:r>
            <a:endParaRPr lang="en-US" sz="660" dirty="0"/>
          </a:p>
        </p:txBody>
      </p:sp>
      <p:sp>
        <p:nvSpPr>
          <p:cNvPr id="22" name="Text 19"/>
          <p:cNvSpPr/>
          <p:nvPr/>
        </p:nvSpPr>
        <p:spPr>
          <a:xfrm>
            <a:off x="1015429" y="3257573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Laura L. Herrera Palomino</a:t>
            </a:r>
            <a:endParaRPr lang="en-US" sz="660" dirty="0"/>
          </a:p>
        </p:txBody>
      </p:sp>
      <p:sp>
        <p:nvSpPr>
          <p:cNvPr id="23" name="Text 20"/>
          <p:cNvSpPr/>
          <p:nvPr/>
        </p:nvSpPr>
        <p:spPr>
          <a:xfrm>
            <a:off x="1015429" y="1743098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⭐ Luisa L. Percy Jaraba</a:t>
            </a:r>
            <a:endParaRPr lang="en-US" sz="660" dirty="0"/>
          </a:p>
        </p:txBody>
      </p:sp>
      <p:sp>
        <p:nvSpPr>
          <p:cNvPr id="24" name="Text 21"/>
          <p:cNvSpPr/>
          <p:nvPr/>
        </p:nvSpPr>
        <p:spPr>
          <a:xfrm>
            <a:off x="1015429" y="4924448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Rosalinda Rivera Senior</a:t>
            </a:r>
            <a:endParaRPr lang="en-US" sz="660" dirty="0"/>
          </a:p>
        </p:txBody>
      </p:sp>
      <p:sp>
        <p:nvSpPr>
          <p:cNvPr id="25" name="Text 22"/>
          <p:cNvSpPr/>
          <p:nvPr/>
        </p:nvSpPr>
        <p:spPr>
          <a:xfrm>
            <a:off x="1015429" y="4019573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Josué Zabaleta Bethel</a:t>
            </a:r>
            <a:endParaRPr lang="en-US" sz="660" dirty="0"/>
          </a:p>
        </p:txBody>
      </p:sp>
      <p:sp>
        <p:nvSpPr>
          <p:cNvPr id="26" name="Text 23"/>
          <p:cNvSpPr/>
          <p:nvPr/>
        </p:nvSpPr>
        <p:spPr>
          <a:xfrm>
            <a:off x="1015429" y="4467248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Nayerlis Polo Marrugo</a:t>
            </a:r>
            <a:endParaRPr lang="en-US" sz="660" dirty="0"/>
          </a:p>
        </p:txBody>
      </p:sp>
      <p:sp>
        <p:nvSpPr>
          <p:cNvPr id="27" name="Text 24"/>
          <p:cNvSpPr/>
          <p:nvPr/>
        </p:nvSpPr>
        <p:spPr>
          <a:xfrm>
            <a:off x="1015429" y="3714773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CéSar Barrera PáJaro</a:t>
            </a:r>
            <a:endParaRPr lang="en-US" sz="660" dirty="0"/>
          </a:p>
        </p:txBody>
      </p:sp>
      <p:sp>
        <p:nvSpPr>
          <p:cNvPr id="28" name="Text 25"/>
          <p:cNvSpPr/>
          <p:nvPr/>
        </p:nvSpPr>
        <p:spPr>
          <a:xfrm>
            <a:off x="1015429" y="4171973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Yannecce MejíA GóMez</a:t>
            </a:r>
            <a:endParaRPr lang="en-US" sz="660" dirty="0"/>
          </a:p>
        </p:txBody>
      </p:sp>
      <p:sp>
        <p:nvSpPr>
          <p:cNvPr id="29" name="Text 26"/>
          <p:cNvSpPr/>
          <p:nvPr/>
        </p:nvSpPr>
        <p:spPr>
          <a:xfrm>
            <a:off x="1015429" y="2200298"/>
            <a:ext cx="23414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Joelis J. Barros B.</a:t>
            </a:r>
            <a:endParaRPr lang="en-US" sz="660" dirty="0"/>
          </a:p>
        </p:txBody>
      </p:sp>
      <p:sp>
        <p:nvSpPr>
          <p:cNvPr id="30" name="Text 27"/>
          <p:cNvSpPr/>
          <p:nvPr/>
        </p:nvSpPr>
        <p:spPr>
          <a:xfrm>
            <a:off x="1015429" y="4772048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Ruddy Olmos Simanca</a:t>
            </a:r>
            <a:endParaRPr lang="en-US" sz="660" dirty="0"/>
          </a:p>
        </p:txBody>
      </p:sp>
      <p:sp>
        <p:nvSpPr>
          <p:cNvPr id="31" name="Text 28"/>
          <p:cNvSpPr/>
          <p:nvPr/>
        </p:nvSpPr>
        <p:spPr>
          <a:xfrm>
            <a:off x="10196555" y="209550"/>
            <a:ext cx="1494837" cy="220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 1 · Asesores</a:t>
            </a:r>
            <a:endParaRPr lang="en-US" sz="840" dirty="0"/>
          </a:p>
        </p:txBody>
      </p:sp>
      <p:sp>
        <p:nvSpPr>
          <p:cNvPr id="32" name="Text 29"/>
          <p:cNvSpPr/>
          <p:nvPr/>
        </p:nvSpPr>
        <p:spPr>
          <a:xfrm>
            <a:off x="1015429" y="3409973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Valentina Orozco</a:t>
            </a:r>
            <a:endParaRPr lang="en-US" sz="660" dirty="0"/>
          </a:p>
        </p:txBody>
      </p:sp>
      <p:sp>
        <p:nvSpPr>
          <p:cNvPr id="33" name="Text 30"/>
          <p:cNvSpPr/>
          <p:nvPr/>
        </p:nvSpPr>
        <p:spPr>
          <a:xfrm>
            <a:off x="1015429" y="2343173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Yulieth Pacheco</a:t>
            </a:r>
            <a:endParaRPr lang="en-US" sz="660" dirty="0"/>
          </a:p>
        </p:txBody>
      </p:sp>
      <p:sp>
        <p:nvSpPr>
          <p:cNvPr id="34" name="Text 31"/>
          <p:cNvSpPr/>
          <p:nvPr/>
        </p:nvSpPr>
        <p:spPr>
          <a:xfrm>
            <a:off x="1015429" y="3867173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Jean J. GuzmáN</a:t>
            </a:r>
            <a:endParaRPr lang="en-US" sz="660" dirty="0"/>
          </a:p>
        </p:txBody>
      </p:sp>
      <p:sp>
        <p:nvSpPr>
          <p:cNvPr id="35" name="Text 32"/>
          <p:cNvSpPr/>
          <p:nvPr/>
        </p:nvSpPr>
        <p:spPr>
          <a:xfrm>
            <a:off x="1015429" y="4324373"/>
            <a:ext cx="23414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Silvana Otero</a:t>
            </a:r>
            <a:endParaRPr lang="en-US" sz="660" dirty="0"/>
          </a:p>
        </p:txBody>
      </p:sp>
      <p:sp>
        <p:nvSpPr>
          <p:cNvPr id="36" name="Text 33"/>
          <p:cNvSpPr/>
          <p:nvPr/>
        </p:nvSpPr>
        <p:spPr>
          <a:xfrm>
            <a:off x="1687222" y="5429250"/>
            <a:ext cx="472860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— = sin dato</a:t>
            </a:r>
            <a:endParaRPr lang="en-US" sz="648" dirty="0"/>
          </a:p>
        </p:txBody>
      </p:sp>
      <p:sp>
        <p:nvSpPr>
          <p:cNvPr id="37" name="Text 34"/>
          <p:cNvSpPr/>
          <p:nvPr/>
        </p:nvSpPr>
        <p:spPr>
          <a:xfrm>
            <a:off x="1149073" y="5429250"/>
            <a:ext cx="445044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rojo &lt; meta</a:t>
            </a:r>
            <a:endParaRPr lang="en-US" sz="648" dirty="0"/>
          </a:p>
        </p:txBody>
      </p:sp>
      <p:sp>
        <p:nvSpPr>
          <p:cNvPr id="38" name="Text 35"/>
          <p:cNvSpPr/>
          <p:nvPr/>
        </p:nvSpPr>
        <p:spPr>
          <a:xfrm>
            <a:off x="7953771" y="2027806"/>
            <a:ext cx="73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Eventos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8650716" y="2027806"/>
            <a:ext cx="2937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1015429" y="1252560"/>
            <a:ext cx="234148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6328907" y="5229248"/>
            <a:ext cx="655378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696" dirty="0"/>
          </a:p>
        </p:txBody>
      </p:sp>
      <p:sp>
        <p:nvSpPr>
          <p:cNvPr id="42" name="Text 39"/>
          <p:cNvSpPr/>
          <p:nvPr/>
        </p:nvSpPr>
        <p:spPr>
          <a:xfrm>
            <a:off x="7448364" y="2546919"/>
            <a:ext cx="530678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MarAbr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6328907" y="1252560"/>
            <a:ext cx="65537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44" name="Text 41"/>
          <p:cNvSpPr/>
          <p:nvPr/>
        </p:nvSpPr>
        <p:spPr>
          <a:xfrm>
            <a:off x="6328907" y="1443060"/>
            <a:ext cx="655378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1.276</a:t>
            </a:r>
            <a:endParaRPr lang="en-US" sz="660" dirty="0"/>
          </a:p>
        </p:txBody>
      </p:sp>
      <p:sp>
        <p:nvSpPr>
          <p:cNvPr id="45" name="Text 42"/>
          <p:cNvSpPr/>
          <p:nvPr/>
        </p:nvSpPr>
        <p:spPr>
          <a:xfrm>
            <a:off x="6328907" y="1590698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1.021</a:t>
            </a:r>
            <a:endParaRPr lang="en-US" sz="660" dirty="0"/>
          </a:p>
        </p:txBody>
      </p:sp>
      <p:sp>
        <p:nvSpPr>
          <p:cNvPr id="46" name="Text 43"/>
          <p:cNvSpPr/>
          <p:nvPr/>
        </p:nvSpPr>
        <p:spPr>
          <a:xfrm>
            <a:off x="1015429" y="5229248"/>
            <a:ext cx="2341484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96" dirty="0"/>
          </a:p>
        </p:txBody>
      </p:sp>
      <p:sp>
        <p:nvSpPr>
          <p:cNvPr id="47" name="Text 44"/>
          <p:cNvSpPr/>
          <p:nvPr/>
        </p:nvSpPr>
        <p:spPr>
          <a:xfrm>
            <a:off x="3245414" y="5229248"/>
            <a:ext cx="537397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2.245</a:t>
            </a:r>
            <a:endParaRPr lang="en-US" sz="696" dirty="0"/>
          </a:p>
        </p:txBody>
      </p:sp>
      <p:sp>
        <p:nvSpPr>
          <p:cNvPr id="48" name="Text 45"/>
          <p:cNvSpPr/>
          <p:nvPr/>
        </p:nvSpPr>
        <p:spPr>
          <a:xfrm>
            <a:off x="3757221" y="5229248"/>
            <a:ext cx="533491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2.374</a:t>
            </a:r>
            <a:endParaRPr lang="en-US" sz="696" dirty="0"/>
          </a:p>
        </p:txBody>
      </p:sp>
      <p:sp>
        <p:nvSpPr>
          <p:cNvPr id="49" name="Text 46"/>
          <p:cNvSpPr/>
          <p:nvPr/>
        </p:nvSpPr>
        <p:spPr>
          <a:xfrm>
            <a:off x="4265307" y="5229248"/>
            <a:ext cx="534272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2.431</a:t>
            </a:r>
            <a:endParaRPr lang="en-US" sz="696" dirty="0"/>
          </a:p>
        </p:txBody>
      </p:sp>
      <p:sp>
        <p:nvSpPr>
          <p:cNvPr id="50" name="Text 47"/>
          <p:cNvSpPr/>
          <p:nvPr/>
        </p:nvSpPr>
        <p:spPr>
          <a:xfrm>
            <a:off x="4774138" y="5229248"/>
            <a:ext cx="542554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2.367</a:t>
            </a:r>
            <a:endParaRPr lang="en-US" sz="696" dirty="0"/>
          </a:p>
        </p:txBody>
      </p:sp>
      <p:sp>
        <p:nvSpPr>
          <p:cNvPr id="51" name="Text 48"/>
          <p:cNvSpPr/>
          <p:nvPr/>
        </p:nvSpPr>
        <p:spPr>
          <a:xfrm>
            <a:off x="5290856" y="5229248"/>
            <a:ext cx="559743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2.186</a:t>
            </a:r>
            <a:endParaRPr lang="en-US" sz="696" dirty="0"/>
          </a:p>
        </p:txBody>
      </p:sp>
      <p:sp>
        <p:nvSpPr>
          <p:cNvPr id="52" name="Text 49"/>
          <p:cNvSpPr/>
          <p:nvPr/>
        </p:nvSpPr>
        <p:spPr>
          <a:xfrm>
            <a:off x="5823945" y="5229248"/>
            <a:ext cx="530209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2.314</a:t>
            </a:r>
            <a:endParaRPr lang="en-US" sz="696" dirty="0"/>
          </a:p>
        </p:txBody>
      </p:sp>
      <p:sp>
        <p:nvSpPr>
          <p:cNvPr id="53" name="Text 50"/>
          <p:cNvSpPr/>
          <p:nvPr/>
        </p:nvSpPr>
        <p:spPr>
          <a:xfrm>
            <a:off x="7448364" y="3118419"/>
            <a:ext cx="530678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54" name="Text 51"/>
          <p:cNvSpPr/>
          <p:nvPr/>
        </p:nvSpPr>
        <p:spPr>
          <a:xfrm>
            <a:off x="10517867" y="1066800"/>
            <a:ext cx="453639" cy="210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Vanti</a:t>
            </a:r>
            <a:endParaRPr lang="en-US" sz="720" dirty="0"/>
          </a:p>
        </p:txBody>
      </p:sp>
      <p:sp>
        <p:nvSpPr>
          <p:cNvPr id="55" name="Text 52"/>
          <p:cNvSpPr/>
          <p:nvPr/>
        </p:nvSpPr>
        <p:spPr>
          <a:xfrm>
            <a:off x="10988003" y="1066800"/>
            <a:ext cx="483798" cy="210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</a:t>
            </a:r>
            <a:endParaRPr lang="en-US" sz="720" dirty="0"/>
          </a:p>
        </p:txBody>
      </p:sp>
      <p:sp>
        <p:nvSpPr>
          <p:cNvPr id="56" name="Text 53"/>
          <p:cNvSpPr/>
          <p:nvPr/>
        </p:nvSpPr>
        <p:spPr>
          <a:xfrm>
            <a:off x="3245414" y="1252560"/>
            <a:ext cx="53739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57" name="Text 54"/>
          <p:cNvSpPr/>
          <p:nvPr/>
        </p:nvSpPr>
        <p:spPr>
          <a:xfrm>
            <a:off x="3757221" y="1252560"/>
            <a:ext cx="53349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58" name="Text 55"/>
          <p:cNvSpPr/>
          <p:nvPr/>
        </p:nvSpPr>
        <p:spPr>
          <a:xfrm>
            <a:off x="4265307" y="1252560"/>
            <a:ext cx="5342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59" name="Text 56"/>
          <p:cNvSpPr/>
          <p:nvPr/>
        </p:nvSpPr>
        <p:spPr>
          <a:xfrm>
            <a:off x="4774138" y="1252560"/>
            <a:ext cx="54255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60" name="Text 57"/>
          <p:cNvSpPr/>
          <p:nvPr/>
        </p:nvSpPr>
        <p:spPr>
          <a:xfrm>
            <a:off x="5290856" y="1252560"/>
            <a:ext cx="5597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61" name="Text 58"/>
          <p:cNvSpPr/>
          <p:nvPr/>
        </p:nvSpPr>
        <p:spPr>
          <a:xfrm>
            <a:off x="5823945" y="1252560"/>
            <a:ext cx="53020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62" name="Text 59"/>
          <p:cNvSpPr/>
          <p:nvPr/>
        </p:nvSpPr>
        <p:spPr>
          <a:xfrm>
            <a:off x="3245414" y="1443060"/>
            <a:ext cx="537397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205</a:t>
            </a:r>
            <a:endParaRPr lang="en-US" sz="660" dirty="0"/>
          </a:p>
        </p:txBody>
      </p:sp>
      <p:sp>
        <p:nvSpPr>
          <p:cNvPr id="63" name="Text 60"/>
          <p:cNvSpPr/>
          <p:nvPr/>
        </p:nvSpPr>
        <p:spPr>
          <a:xfrm>
            <a:off x="3757221" y="1443060"/>
            <a:ext cx="533491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234</a:t>
            </a:r>
            <a:endParaRPr lang="en-US" sz="660" dirty="0"/>
          </a:p>
        </p:txBody>
      </p:sp>
      <p:sp>
        <p:nvSpPr>
          <p:cNvPr id="64" name="Text 61"/>
          <p:cNvSpPr/>
          <p:nvPr/>
        </p:nvSpPr>
        <p:spPr>
          <a:xfrm>
            <a:off x="4265307" y="1443060"/>
            <a:ext cx="534272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208</a:t>
            </a:r>
            <a:endParaRPr lang="en-US" sz="660" dirty="0"/>
          </a:p>
        </p:txBody>
      </p:sp>
      <p:sp>
        <p:nvSpPr>
          <p:cNvPr id="65" name="Text 62"/>
          <p:cNvSpPr/>
          <p:nvPr/>
        </p:nvSpPr>
        <p:spPr>
          <a:xfrm>
            <a:off x="4774138" y="1443060"/>
            <a:ext cx="542554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197</a:t>
            </a:r>
            <a:endParaRPr lang="en-US" sz="660" dirty="0"/>
          </a:p>
        </p:txBody>
      </p:sp>
      <p:sp>
        <p:nvSpPr>
          <p:cNvPr id="66" name="Text 63"/>
          <p:cNvSpPr/>
          <p:nvPr/>
        </p:nvSpPr>
        <p:spPr>
          <a:xfrm>
            <a:off x="5290856" y="1443060"/>
            <a:ext cx="559743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210</a:t>
            </a:r>
            <a:endParaRPr lang="en-US" sz="660" dirty="0"/>
          </a:p>
        </p:txBody>
      </p:sp>
      <p:sp>
        <p:nvSpPr>
          <p:cNvPr id="67" name="Text 64"/>
          <p:cNvSpPr/>
          <p:nvPr/>
        </p:nvSpPr>
        <p:spPr>
          <a:xfrm>
            <a:off x="5823945" y="1443060"/>
            <a:ext cx="530209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222</a:t>
            </a:r>
            <a:endParaRPr lang="en-US" sz="660" dirty="0"/>
          </a:p>
        </p:txBody>
      </p:sp>
      <p:sp>
        <p:nvSpPr>
          <p:cNvPr id="68" name="Text 65"/>
          <p:cNvSpPr/>
          <p:nvPr/>
        </p:nvSpPr>
        <p:spPr>
          <a:xfrm>
            <a:off x="3245414" y="1590698"/>
            <a:ext cx="5373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144</a:t>
            </a:r>
            <a:endParaRPr lang="en-US" sz="660" dirty="0"/>
          </a:p>
        </p:txBody>
      </p:sp>
      <p:sp>
        <p:nvSpPr>
          <p:cNvPr id="69" name="Text 66"/>
          <p:cNvSpPr/>
          <p:nvPr/>
        </p:nvSpPr>
        <p:spPr>
          <a:xfrm>
            <a:off x="3757221" y="1590698"/>
            <a:ext cx="5334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195</a:t>
            </a:r>
            <a:endParaRPr lang="en-US" sz="660" dirty="0"/>
          </a:p>
        </p:txBody>
      </p:sp>
      <p:sp>
        <p:nvSpPr>
          <p:cNvPr id="70" name="Text 67"/>
          <p:cNvSpPr/>
          <p:nvPr/>
        </p:nvSpPr>
        <p:spPr>
          <a:xfrm>
            <a:off x="4265307" y="1590698"/>
            <a:ext cx="5342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189</a:t>
            </a:r>
            <a:endParaRPr lang="en-US" sz="660" dirty="0"/>
          </a:p>
        </p:txBody>
      </p:sp>
      <p:sp>
        <p:nvSpPr>
          <p:cNvPr id="71" name="Text 68"/>
          <p:cNvSpPr/>
          <p:nvPr/>
        </p:nvSpPr>
        <p:spPr>
          <a:xfrm>
            <a:off x="4774138" y="1590698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157</a:t>
            </a:r>
            <a:endParaRPr lang="en-US" sz="660" dirty="0"/>
          </a:p>
        </p:txBody>
      </p:sp>
      <p:sp>
        <p:nvSpPr>
          <p:cNvPr id="72" name="Text 69"/>
          <p:cNvSpPr/>
          <p:nvPr/>
        </p:nvSpPr>
        <p:spPr>
          <a:xfrm>
            <a:off x="5290856" y="1590698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161</a:t>
            </a:r>
            <a:endParaRPr lang="en-US" sz="660" dirty="0"/>
          </a:p>
        </p:txBody>
      </p:sp>
      <p:sp>
        <p:nvSpPr>
          <p:cNvPr id="73" name="Text 70"/>
          <p:cNvSpPr/>
          <p:nvPr/>
        </p:nvSpPr>
        <p:spPr>
          <a:xfrm>
            <a:off x="5823945" y="1590698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175</a:t>
            </a:r>
            <a:endParaRPr lang="en-US" sz="660" dirty="0"/>
          </a:p>
        </p:txBody>
      </p:sp>
      <p:sp>
        <p:nvSpPr>
          <p:cNvPr id="74" name="Text 71"/>
          <p:cNvSpPr/>
          <p:nvPr/>
        </p:nvSpPr>
        <p:spPr>
          <a:xfrm>
            <a:off x="3245414" y="1743098"/>
            <a:ext cx="5373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155</a:t>
            </a:r>
            <a:endParaRPr lang="en-US" sz="660" dirty="0"/>
          </a:p>
        </p:txBody>
      </p:sp>
      <p:sp>
        <p:nvSpPr>
          <p:cNvPr id="75" name="Text 72"/>
          <p:cNvSpPr/>
          <p:nvPr/>
        </p:nvSpPr>
        <p:spPr>
          <a:xfrm>
            <a:off x="3757221" y="1743098"/>
            <a:ext cx="5334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175</a:t>
            </a:r>
            <a:endParaRPr lang="en-US" sz="660" dirty="0"/>
          </a:p>
        </p:txBody>
      </p:sp>
      <p:sp>
        <p:nvSpPr>
          <p:cNvPr id="76" name="Text 73"/>
          <p:cNvSpPr/>
          <p:nvPr/>
        </p:nvSpPr>
        <p:spPr>
          <a:xfrm>
            <a:off x="4265307" y="1743098"/>
            <a:ext cx="5342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178</a:t>
            </a:r>
            <a:endParaRPr lang="en-US" sz="660" dirty="0"/>
          </a:p>
        </p:txBody>
      </p:sp>
      <p:sp>
        <p:nvSpPr>
          <p:cNvPr id="77" name="Text 74"/>
          <p:cNvSpPr/>
          <p:nvPr/>
        </p:nvSpPr>
        <p:spPr>
          <a:xfrm>
            <a:off x="4774138" y="1743098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</a:t>
            </a:r>
            <a:endParaRPr lang="en-US" sz="660" dirty="0"/>
          </a:p>
        </p:txBody>
      </p:sp>
      <p:sp>
        <p:nvSpPr>
          <p:cNvPr id="78" name="Text 75"/>
          <p:cNvSpPr/>
          <p:nvPr/>
        </p:nvSpPr>
        <p:spPr>
          <a:xfrm>
            <a:off x="5290856" y="1743098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144</a:t>
            </a:r>
            <a:endParaRPr lang="en-US" sz="660" dirty="0"/>
          </a:p>
        </p:txBody>
      </p:sp>
      <p:sp>
        <p:nvSpPr>
          <p:cNvPr id="79" name="Text 76"/>
          <p:cNvSpPr/>
          <p:nvPr/>
        </p:nvSpPr>
        <p:spPr>
          <a:xfrm>
            <a:off x="5823945" y="1743098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153</a:t>
            </a:r>
            <a:endParaRPr lang="en-US" sz="660" dirty="0"/>
          </a:p>
        </p:txBody>
      </p:sp>
      <p:sp>
        <p:nvSpPr>
          <p:cNvPr id="80" name="Text 77"/>
          <p:cNvSpPr/>
          <p:nvPr/>
        </p:nvSpPr>
        <p:spPr>
          <a:xfrm>
            <a:off x="6328907" y="1743098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952</a:t>
            </a:r>
            <a:endParaRPr lang="en-US" sz="660" dirty="0"/>
          </a:p>
        </p:txBody>
      </p:sp>
      <p:sp>
        <p:nvSpPr>
          <p:cNvPr id="81" name="Text 78"/>
          <p:cNvSpPr/>
          <p:nvPr/>
        </p:nvSpPr>
        <p:spPr>
          <a:xfrm>
            <a:off x="3245414" y="1895498"/>
            <a:ext cx="5373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151</a:t>
            </a:r>
            <a:endParaRPr lang="en-US" sz="660" dirty="0"/>
          </a:p>
        </p:txBody>
      </p:sp>
      <p:sp>
        <p:nvSpPr>
          <p:cNvPr id="82" name="Text 79"/>
          <p:cNvSpPr/>
          <p:nvPr/>
        </p:nvSpPr>
        <p:spPr>
          <a:xfrm>
            <a:off x="3757221" y="1895498"/>
            <a:ext cx="5334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188</a:t>
            </a:r>
            <a:endParaRPr lang="en-US" sz="660" dirty="0"/>
          </a:p>
        </p:txBody>
      </p:sp>
      <p:sp>
        <p:nvSpPr>
          <p:cNvPr id="83" name="Text 80"/>
          <p:cNvSpPr/>
          <p:nvPr/>
        </p:nvSpPr>
        <p:spPr>
          <a:xfrm>
            <a:off x="4265307" y="1895498"/>
            <a:ext cx="5342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169</a:t>
            </a:r>
            <a:endParaRPr lang="en-US" sz="660" dirty="0"/>
          </a:p>
        </p:txBody>
      </p:sp>
      <p:sp>
        <p:nvSpPr>
          <p:cNvPr id="84" name="Text 81"/>
          <p:cNvSpPr/>
          <p:nvPr/>
        </p:nvSpPr>
        <p:spPr>
          <a:xfrm>
            <a:off x="4774138" y="1895498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148</a:t>
            </a:r>
            <a:endParaRPr lang="en-US" sz="660" dirty="0"/>
          </a:p>
        </p:txBody>
      </p:sp>
      <p:sp>
        <p:nvSpPr>
          <p:cNvPr id="85" name="Text 82"/>
          <p:cNvSpPr/>
          <p:nvPr/>
        </p:nvSpPr>
        <p:spPr>
          <a:xfrm>
            <a:off x="5290856" y="1895498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144</a:t>
            </a:r>
            <a:endParaRPr lang="en-US" sz="660" dirty="0"/>
          </a:p>
        </p:txBody>
      </p:sp>
      <p:sp>
        <p:nvSpPr>
          <p:cNvPr id="86" name="Text 83"/>
          <p:cNvSpPr/>
          <p:nvPr/>
        </p:nvSpPr>
        <p:spPr>
          <a:xfrm>
            <a:off x="5823945" y="1895498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660" dirty="0"/>
          </a:p>
        </p:txBody>
      </p:sp>
      <p:sp>
        <p:nvSpPr>
          <p:cNvPr id="87" name="Text 84"/>
          <p:cNvSpPr/>
          <p:nvPr/>
        </p:nvSpPr>
        <p:spPr>
          <a:xfrm>
            <a:off x="6328907" y="1895498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935</a:t>
            </a:r>
            <a:endParaRPr lang="en-US" sz="660" dirty="0"/>
          </a:p>
        </p:txBody>
      </p:sp>
      <p:sp>
        <p:nvSpPr>
          <p:cNvPr id="88" name="Text 85"/>
          <p:cNvSpPr/>
          <p:nvPr/>
        </p:nvSpPr>
        <p:spPr>
          <a:xfrm>
            <a:off x="3245414" y="2047898"/>
            <a:ext cx="5373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167</a:t>
            </a:r>
            <a:endParaRPr lang="en-US" sz="660" dirty="0"/>
          </a:p>
        </p:txBody>
      </p:sp>
      <p:sp>
        <p:nvSpPr>
          <p:cNvPr id="89" name="Text 86"/>
          <p:cNvSpPr/>
          <p:nvPr/>
        </p:nvSpPr>
        <p:spPr>
          <a:xfrm>
            <a:off x="3757221" y="2047898"/>
            <a:ext cx="5334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149</a:t>
            </a:r>
            <a:endParaRPr lang="en-US" sz="660" dirty="0"/>
          </a:p>
        </p:txBody>
      </p:sp>
      <p:sp>
        <p:nvSpPr>
          <p:cNvPr id="90" name="Text 87"/>
          <p:cNvSpPr/>
          <p:nvPr/>
        </p:nvSpPr>
        <p:spPr>
          <a:xfrm>
            <a:off x="4265307" y="2047898"/>
            <a:ext cx="5342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169</a:t>
            </a:r>
            <a:endParaRPr lang="en-US" sz="660" dirty="0"/>
          </a:p>
        </p:txBody>
      </p:sp>
      <p:sp>
        <p:nvSpPr>
          <p:cNvPr id="91" name="Text 88"/>
          <p:cNvSpPr/>
          <p:nvPr/>
        </p:nvSpPr>
        <p:spPr>
          <a:xfrm>
            <a:off x="4774138" y="2047898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660" dirty="0"/>
          </a:p>
        </p:txBody>
      </p:sp>
      <p:sp>
        <p:nvSpPr>
          <p:cNvPr id="92" name="Text 89"/>
          <p:cNvSpPr/>
          <p:nvPr/>
        </p:nvSpPr>
        <p:spPr>
          <a:xfrm>
            <a:off x="5290856" y="2047898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149</a:t>
            </a:r>
            <a:endParaRPr lang="en-US" sz="660" dirty="0"/>
          </a:p>
        </p:txBody>
      </p:sp>
      <p:sp>
        <p:nvSpPr>
          <p:cNvPr id="93" name="Text 90"/>
          <p:cNvSpPr/>
          <p:nvPr/>
        </p:nvSpPr>
        <p:spPr>
          <a:xfrm>
            <a:off x="5823945" y="2047898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145</a:t>
            </a:r>
            <a:endParaRPr lang="en-US" sz="660" dirty="0"/>
          </a:p>
        </p:txBody>
      </p:sp>
      <p:sp>
        <p:nvSpPr>
          <p:cNvPr id="94" name="Text 91"/>
          <p:cNvSpPr/>
          <p:nvPr/>
        </p:nvSpPr>
        <p:spPr>
          <a:xfrm>
            <a:off x="6328907" y="2047898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925</a:t>
            </a:r>
            <a:endParaRPr lang="en-US" sz="660" dirty="0"/>
          </a:p>
        </p:txBody>
      </p:sp>
      <p:sp>
        <p:nvSpPr>
          <p:cNvPr id="95" name="Text 92"/>
          <p:cNvSpPr/>
          <p:nvPr/>
        </p:nvSpPr>
        <p:spPr>
          <a:xfrm>
            <a:off x="3245414" y="2200298"/>
            <a:ext cx="5373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</a:t>
            </a:r>
            <a:endParaRPr lang="en-US" sz="660" dirty="0"/>
          </a:p>
        </p:txBody>
      </p:sp>
      <p:sp>
        <p:nvSpPr>
          <p:cNvPr id="96" name="Text 93"/>
          <p:cNvSpPr/>
          <p:nvPr/>
        </p:nvSpPr>
        <p:spPr>
          <a:xfrm>
            <a:off x="3757221" y="2200298"/>
            <a:ext cx="5334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180</a:t>
            </a:r>
            <a:endParaRPr lang="en-US" sz="660" dirty="0"/>
          </a:p>
        </p:txBody>
      </p:sp>
      <p:sp>
        <p:nvSpPr>
          <p:cNvPr id="97" name="Text 94"/>
          <p:cNvSpPr/>
          <p:nvPr/>
        </p:nvSpPr>
        <p:spPr>
          <a:xfrm>
            <a:off x="4265307" y="2200298"/>
            <a:ext cx="53427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168</a:t>
            </a:r>
            <a:endParaRPr lang="en-US" sz="660" dirty="0"/>
          </a:p>
        </p:txBody>
      </p:sp>
      <p:sp>
        <p:nvSpPr>
          <p:cNvPr id="98" name="Text 95"/>
          <p:cNvSpPr/>
          <p:nvPr/>
        </p:nvSpPr>
        <p:spPr>
          <a:xfrm>
            <a:off x="4774138" y="2200298"/>
            <a:ext cx="5425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136</a:t>
            </a:r>
            <a:endParaRPr lang="en-US" sz="660" dirty="0"/>
          </a:p>
        </p:txBody>
      </p:sp>
      <p:sp>
        <p:nvSpPr>
          <p:cNvPr id="99" name="Text 96"/>
          <p:cNvSpPr/>
          <p:nvPr/>
        </p:nvSpPr>
        <p:spPr>
          <a:xfrm>
            <a:off x="5823945" y="2200298"/>
            <a:ext cx="5302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167</a:t>
            </a:r>
            <a:endParaRPr lang="en-US" sz="660" dirty="0"/>
          </a:p>
        </p:txBody>
      </p:sp>
      <p:sp>
        <p:nvSpPr>
          <p:cNvPr id="100" name="Text 97"/>
          <p:cNvSpPr/>
          <p:nvPr/>
        </p:nvSpPr>
        <p:spPr>
          <a:xfrm>
            <a:off x="6328907" y="2200298"/>
            <a:ext cx="65537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886</a:t>
            </a:r>
            <a:endParaRPr lang="en-US" sz="660" dirty="0"/>
          </a:p>
        </p:txBody>
      </p:sp>
      <p:sp>
        <p:nvSpPr>
          <p:cNvPr id="101" name="Text 98"/>
          <p:cNvSpPr/>
          <p:nvPr/>
        </p:nvSpPr>
        <p:spPr>
          <a:xfrm>
            <a:off x="3245414" y="2343173"/>
            <a:ext cx="5373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163</a:t>
            </a:r>
            <a:endParaRPr lang="en-US" sz="660" dirty="0"/>
          </a:p>
        </p:txBody>
      </p:sp>
      <p:sp>
        <p:nvSpPr>
          <p:cNvPr id="102" name="Text 99"/>
          <p:cNvSpPr/>
          <p:nvPr/>
        </p:nvSpPr>
        <p:spPr>
          <a:xfrm>
            <a:off x="3757221" y="2343173"/>
            <a:ext cx="5334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176</a:t>
            </a:r>
            <a:endParaRPr lang="en-US" sz="660" dirty="0"/>
          </a:p>
        </p:txBody>
      </p:sp>
      <p:sp>
        <p:nvSpPr>
          <p:cNvPr id="103" name="Text 100"/>
          <p:cNvSpPr/>
          <p:nvPr/>
        </p:nvSpPr>
        <p:spPr>
          <a:xfrm>
            <a:off x="4265307" y="2343173"/>
            <a:ext cx="5342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149</a:t>
            </a:r>
            <a:endParaRPr lang="en-US" sz="660" dirty="0"/>
          </a:p>
        </p:txBody>
      </p:sp>
      <p:sp>
        <p:nvSpPr>
          <p:cNvPr id="104" name="Text 101"/>
          <p:cNvSpPr/>
          <p:nvPr/>
        </p:nvSpPr>
        <p:spPr>
          <a:xfrm>
            <a:off x="4774138" y="2343173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145</a:t>
            </a:r>
            <a:endParaRPr lang="en-US" sz="660" dirty="0"/>
          </a:p>
        </p:txBody>
      </p:sp>
      <p:sp>
        <p:nvSpPr>
          <p:cNvPr id="105" name="Text 102"/>
          <p:cNvSpPr/>
          <p:nvPr/>
        </p:nvSpPr>
        <p:spPr>
          <a:xfrm>
            <a:off x="5290856" y="2343173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123</a:t>
            </a:r>
            <a:endParaRPr lang="en-US" sz="696" dirty="0"/>
          </a:p>
        </p:txBody>
      </p:sp>
      <p:sp>
        <p:nvSpPr>
          <p:cNvPr id="106" name="Text 103"/>
          <p:cNvSpPr/>
          <p:nvPr/>
        </p:nvSpPr>
        <p:spPr>
          <a:xfrm>
            <a:off x="5823945" y="2343173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129</a:t>
            </a:r>
            <a:endParaRPr lang="en-US" sz="696" dirty="0"/>
          </a:p>
        </p:txBody>
      </p:sp>
      <p:sp>
        <p:nvSpPr>
          <p:cNvPr id="107" name="Text 104"/>
          <p:cNvSpPr/>
          <p:nvPr/>
        </p:nvSpPr>
        <p:spPr>
          <a:xfrm>
            <a:off x="6328907" y="2343173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885</a:t>
            </a:r>
            <a:endParaRPr lang="en-US" sz="660" dirty="0"/>
          </a:p>
        </p:txBody>
      </p:sp>
      <p:sp>
        <p:nvSpPr>
          <p:cNvPr id="108" name="Text 105"/>
          <p:cNvSpPr/>
          <p:nvPr/>
        </p:nvSpPr>
        <p:spPr>
          <a:xfrm>
            <a:off x="3245414" y="2495573"/>
            <a:ext cx="5373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163</a:t>
            </a:r>
            <a:endParaRPr lang="en-US" sz="660" dirty="0"/>
          </a:p>
        </p:txBody>
      </p:sp>
      <p:sp>
        <p:nvSpPr>
          <p:cNvPr id="109" name="Text 106"/>
          <p:cNvSpPr/>
          <p:nvPr/>
        </p:nvSpPr>
        <p:spPr>
          <a:xfrm>
            <a:off x="3757221" y="2495573"/>
            <a:ext cx="5334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137</a:t>
            </a:r>
            <a:endParaRPr lang="en-US" sz="660" dirty="0"/>
          </a:p>
        </p:txBody>
      </p:sp>
      <p:sp>
        <p:nvSpPr>
          <p:cNvPr id="110" name="Text 107"/>
          <p:cNvSpPr/>
          <p:nvPr/>
        </p:nvSpPr>
        <p:spPr>
          <a:xfrm>
            <a:off x="4265307" y="2495573"/>
            <a:ext cx="5342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152</a:t>
            </a:r>
            <a:endParaRPr lang="en-US" sz="660" dirty="0"/>
          </a:p>
        </p:txBody>
      </p:sp>
      <p:sp>
        <p:nvSpPr>
          <p:cNvPr id="111" name="Text 108"/>
          <p:cNvSpPr/>
          <p:nvPr/>
        </p:nvSpPr>
        <p:spPr>
          <a:xfrm>
            <a:off x="4774138" y="2495573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141</a:t>
            </a:r>
            <a:endParaRPr lang="en-US" sz="660" dirty="0"/>
          </a:p>
        </p:txBody>
      </p:sp>
      <p:sp>
        <p:nvSpPr>
          <p:cNvPr id="112" name="Text 109"/>
          <p:cNvSpPr/>
          <p:nvPr/>
        </p:nvSpPr>
        <p:spPr>
          <a:xfrm>
            <a:off x="5290856" y="2495573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113" name="Text 110"/>
          <p:cNvSpPr/>
          <p:nvPr/>
        </p:nvSpPr>
        <p:spPr>
          <a:xfrm>
            <a:off x="5823945" y="2495573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132</a:t>
            </a:r>
            <a:endParaRPr lang="en-US" sz="696" dirty="0"/>
          </a:p>
        </p:txBody>
      </p:sp>
      <p:sp>
        <p:nvSpPr>
          <p:cNvPr id="114" name="Text 111"/>
          <p:cNvSpPr/>
          <p:nvPr/>
        </p:nvSpPr>
        <p:spPr>
          <a:xfrm>
            <a:off x="6328907" y="2495573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865</a:t>
            </a:r>
            <a:endParaRPr lang="en-US" sz="660" dirty="0"/>
          </a:p>
        </p:txBody>
      </p:sp>
      <p:sp>
        <p:nvSpPr>
          <p:cNvPr id="115" name="Text 112"/>
          <p:cNvSpPr/>
          <p:nvPr/>
        </p:nvSpPr>
        <p:spPr>
          <a:xfrm>
            <a:off x="3245414" y="2647973"/>
            <a:ext cx="5373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136</a:t>
            </a:r>
            <a:endParaRPr lang="en-US" sz="660" dirty="0"/>
          </a:p>
        </p:txBody>
      </p:sp>
      <p:sp>
        <p:nvSpPr>
          <p:cNvPr id="116" name="Text 113"/>
          <p:cNvSpPr/>
          <p:nvPr/>
        </p:nvSpPr>
        <p:spPr>
          <a:xfrm>
            <a:off x="3757221" y="2647973"/>
            <a:ext cx="5334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136</a:t>
            </a:r>
            <a:endParaRPr lang="en-US" sz="660" dirty="0"/>
          </a:p>
        </p:txBody>
      </p:sp>
      <p:sp>
        <p:nvSpPr>
          <p:cNvPr id="117" name="Text 114"/>
          <p:cNvSpPr/>
          <p:nvPr/>
        </p:nvSpPr>
        <p:spPr>
          <a:xfrm>
            <a:off x="4265307" y="2647973"/>
            <a:ext cx="5342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156</a:t>
            </a:r>
            <a:endParaRPr lang="en-US" sz="660" dirty="0"/>
          </a:p>
        </p:txBody>
      </p:sp>
      <p:sp>
        <p:nvSpPr>
          <p:cNvPr id="118" name="Text 115"/>
          <p:cNvSpPr/>
          <p:nvPr/>
        </p:nvSpPr>
        <p:spPr>
          <a:xfrm>
            <a:off x="4774138" y="2647973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138</a:t>
            </a:r>
            <a:endParaRPr lang="en-US" sz="696" dirty="0"/>
          </a:p>
        </p:txBody>
      </p:sp>
      <p:sp>
        <p:nvSpPr>
          <p:cNvPr id="119" name="Text 116"/>
          <p:cNvSpPr/>
          <p:nvPr/>
        </p:nvSpPr>
        <p:spPr>
          <a:xfrm>
            <a:off x="5290856" y="2647973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120" name="Text 117"/>
          <p:cNvSpPr/>
          <p:nvPr/>
        </p:nvSpPr>
        <p:spPr>
          <a:xfrm>
            <a:off x="5823945" y="2647973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123</a:t>
            </a:r>
            <a:endParaRPr lang="en-US" sz="696" dirty="0"/>
          </a:p>
        </p:txBody>
      </p:sp>
      <p:sp>
        <p:nvSpPr>
          <p:cNvPr id="121" name="Text 118"/>
          <p:cNvSpPr/>
          <p:nvPr/>
        </p:nvSpPr>
        <p:spPr>
          <a:xfrm>
            <a:off x="6328907" y="2647973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829</a:t>
            </a:r>
            <a:endParaRPr lang="en-US" sz="660" dirty="0"/>
          </a:p>
        </p:txBody>
      </p:sp>
      <p:sp>
        <p:nvSpPr>
          <p:cNvPr id="122" name="Text 119"/>
          <p:cNvSpPr/>
          <p:nvPr/>
        </p:nvSpPr>
        <p:spPr>
          <a:xfrm>
            <a:off x="3245414" y="2800373"/>
            <a:ext cx="5373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138</a:t>
            </a:r>
            <a:endParaRPr lang="en-US" sz="660" dirty="0"/>
          </a:p>
        </p:txBody>
      </p:sp>
      <p:sp>
        <p:nvSpPr>
          <p:cNvPr id="123" name="Text 120"/>
          <p:cNvSpPr/>
          <p:nvPr/>
        </p:nvSpPr>
        <p:spPr>
          <a:xfrm>
            <a:off x="3757221" y="2800373"/>
            <a:ext cx="5334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124" name="Text 121"/>
          <p:cNvSpPr/>
          <p:nvPr/>
        </p:nvSpPr>
        <p:spPr>
          <a:xfrm>
            <a:off x="4265307" y="2800373"/>
            <a:ext cx="5342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148</a:t>
            </a:r>
            <a:endParaRPr lang="en-US" sz="660" dirty="0"/>
          </a:p>
        </p:txBody>
      </p:sp>
      <p:sp>
        <p:nvSpPr>
          <p:cNvPr id="125" name="Text 122"/>
          <p:cNvSpPr/>
          <p:nvPr/>
        </p:nvSpPr>
        <p:spPr>
          <a:xfrm>
            <a:off x="4774138" y="2800373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143</a:t>
            </a:r>
            <a:endParaRPr lang="en-US" sz="660" dirty="0"/>
          </a:p>
        </p:txBody>
      </p:sp>
      <p:sp>
        <p:nvSpPr>
          <p:cNvPr id="126" name="Text 123"/>
          <p:cNvSpPr/>
          <p:nvPr/>
        </p:nvSpPr>
        <p:spPr>
          <a:xfrm>
            <a:off x="5290856" y="2800373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119</a:t>
            </a:r>
            <a:endParaRPr lang="en-US" sz="696" dirty="0"/>
          </a:p>
        </p:txBody>
      </p:sp>
      <p:sp>
        <p:nvSpPr>
          <p:cNvPr id="127" name="Text 124"/>
          <p:cNvSpPr/>
          <p:nvPr/>
        </p:nvSpPr>
        <p:spPr>
          <a:xfrm>
            <a:off x="6328907" y="2800373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769</a:t>
            </a:r>
            <a:endParaRPr lang="en-US" sz="660" dirty="0"/>
          </a:p>
        </p:txBody>
      </p:sp>
      <p:sp>
        <p:nvSpPr>
          <p:cNvPr id="128" name="Text 125"/>
          <p:cNvSpPr/>
          <p:nvPr/>
        </p:nvSpPr>
        <p:spPr>
          <a:xfrm>
            <a:off x="3245414" y="2952773"/>
            <a:ext cx="5373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131</a:t>
            </a:r>
            <a:endParaRPr lang="en-US" sz="696" dirty="0"/>
          </a:p>
        </p:txBody>
      </p:sp>
      <p:sp>
        <p:nvSpPr>
          <p:cNvPr id="129" name="Text 126"/>
          <p:cNvSpPr/>
          <p:nvPr/>
        </p:nvSpPr>
        <p:spPr>
          <a:xfrm>
            <a:off x="3757221" y="2952773"/>
            <a:ext cx="5334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142</a:t>
            </a:r>
            <a:endParaRPr lang="en-US" sz="660" dirty="0"/>
          </a:p>
        </p:txBody>
      </p:sp>
      <p:sp>
        <p:nvSpPr>
          <p:cNvPr id="130" name="Text 127"/>
          <p:cNvSpPr/>
          <p:nvPr/>
        </p:nvSpPr>
        <p:spPr>
          <a:xfrm>
            <a:off x="4265307" y="2952773"/>
            <a:ext cx="5342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142</a:t>
            </a:r>
            <a:endParaRPr lang="en-US" sz="660" dirty="0"/>
          </a:p>
        </p:txBody>
      </p:sp>
      <p:sp>
        <p:nvSpPr>
          <p:cNvPr id="131" name="Text 128"/>
          <p:cNvSpPr/>
          <p:nvPr/>
        </p:nvSpPr>
        <p:spPr>
          <a:xfrm>
            <a:off x="4774138" y="2952773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141</a:t>
            </a:r>
            <a:endParaRPr lang="en-US" sz="660" dirty="0"/>
          </a:p>
        </p:txBody>
      </p:sp>
      <p:sp>
        <p:nvSpPr>
          <p:cNvPr id="132" name="Text 129"/>
          <p:cNvSpPr/>
          <p:nvPr/>
        </p:nvSpPr>
        <p:spPr>
          <a:xfrm>
            <a:off x="5290856" y="2952773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</a:t>
            </a:r>
            <a:endParaRPr lang="en-US" sz="696" dirty="0"/>
          </a:p>
        </p:txBody>
      </p:sp>
      <p:sp>
        <p:nvSpPr>
          <p:cNvPr id="133" name="Text 130"/>
          <p:cNvSpPr/>
          <p:nvPr/>
        </p:nvSpPr>
        <p:spPr>
          <a:xfrm>
            <a:off x="6328907" y="2952773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732</a:t>
            </a:r>
            <a:endParaRPr lang="en-US" sz="660" dirty="0"/>
          </a:p>
        </p:txBody>
      </p:sp>
      <p:sp>
        <p:nvSpPr>
          <p:cNvPr id="134" name="Text 131"/>
          <p:cNvSpPr/>
          <p:nvPr/>
        </p:nvSpPr>
        <p:spPr>
          <a:xfrm>
            <a:off x="3245414" y="3105173"/>
            <a:ext cx="5373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660" dirty="0"/>
          </a:p>
        </p:txBody>
      </p:sp>
      <p:sp>
        <p:nvSpPr>
          <p:cNvPr id="135" name="Text 132"/>
          <p:cNvSpPr/>
          <p:nvPr/>
        </p:nvSpPr>
        <p:spPr>
          <a:xfrm>
            <a:off x="3757221" y="3105173"/>
            <a:ext cx="5334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129</a:t>
            </a:r>
            <a:endParaRPr lang="en-US" sz="696" dirty="0"/>
          </a:p>
        </p:txBody>
      </p:sp>
      <p:sp>
        <p:nvSpPr>
          <p:cNvPr id="136" name="Text 133"/>
          <p:cNvSpPr/>
          <p:nvPr/>
        </p:nvSpPr>
        <p:spPr>
          <a:xfrm>
            <a:off x="4774138" y="3105173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696" dirty="0"/>
          </a:p>
        </p:txBody>
      </p:sp>
      <p:sp>
        <p:nvSpPr>
          <p:cNvPr id="137" name="Text 134"/>
          <p:cNvSpPr/>
          <p:nvPr/>
        </p:nvSpPr>
        <p:spPr>
          <a:xfrm>
            <a:off x="5823945" y="3105173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122</a:t>
            </a:r>
            <a:endParaRPr lang="en-US" sz="696" dirty="0"/>
          </a:p>
        </p:txBody>
      </p:sp>
      <p:sp>
        <p:nvSpPr>
          <p:cNvPr id="138" name="Text 135"/>
          <p:cNvSpPr/>
          <p:nvPr/>
        </p:nvSpPr>
        <p:spPr>
          <a:xfrm>
            <a:off x="6328907" y="3105173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647</a:t>
            </a:r>
            <a:endParaRPr lang="en-US" sz="660" dirty="0"/>
          </a:p>
        </p:txBody>
      </p:sp>
      <p:sp>
        <p:nvSpPr>
          <p:cNvPr id="139" name="Text 136"/>
          <p:cNvSpPr/>
          <p:nvPr/>
        </p:nvSpPr>
        <p:spPr>
          <a:xfrm>
            <a:off x="3245414" y="3257573"/>
            <a:ext cx="5373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140" name="Text 137"/>
          <p:cNvSpPr/>
          <p:nvPr/>
        </p:nvSpPr>
        <p:spPr>
          <a:xfrm>
            <a:off x="3757221" y="3257573"/>
            <a:ext cx="5334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149</a:t>
            </a:r>
            <a:endParaRPr lang="en-US" sz="660" dirty="0"/>
          </a:p>
        </p:txBody>
      </p:sp>
      <p:sp>
        <p:nvSpPr>
          <p:cNvPr id="141" name="Text 138"/>
          <p:cNvSpPr/>
          <p:nvPr/>
        </p:nvSpPr>
        <p:spPr>
          <a:xfrm>
            <a:off x="4265307" y="3257573"/>
            <a:ext cx="5342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</a:t>
            </a:r>
            <a:endParaRPr lang="en-US" sz="660" dirty="0"/>
          </a:p>
        </p:txBody>
      </p:sp>
      <p:sp>
        <p:nvSpPr>
          <p:cNvPr id="142" name="Text 139"/>
          <p:cNvSpPr/>
          <p:nvPr/>
        </p:nvSpPr>
        <p:spPr>
          <a:xfrm>
            <a:off x="6328907" y="3257573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633</a:t>
            </a:r>
            <a:endParaRPr lang="en-US" sz="660" dirty="0"/>
          </a:p>
        </p:txBody>
      </p:sp>
      <p:sp>
        <p:nvSpPr>
          <p:cNvPr id="143" name="Text 140"/>
          <p:cNvSpPr/>
          <p:nvPr/>
        </p:nvSpPr>
        <p:spPr>
          <a:xfrm>
            <a:off x="3245414" y="3409973"/>
            <a:ext cx="5373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127</a:t>
            </a:r>
            <a:endParaRPr lang="en-US" sz="696" dirty="0"/>
          </a:p>
        </p:txBody>
      </p:sp>
      <p:sp>
        <p:nvSpPr>
          <p:cNvPr id="144" name="Text 141"/>
          <p:cNvSpPr/>
          <p:nvPr/>
        </p:nvSpPr>
        <p:spPr>
          <a:xfrm>
            <a:off x="3757221" y="3409973"/>
            <a:ext cx="5334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142</a:t>
            </a:r>
            <a:endParaRPr lang="en-US" sz="660" dirty="0"/>
          </a:p>
        </p:txBody>
      </p:sp>
      <p:sp>
        <p:nvSpPr>
          <p:cNvPr id="145" name="Text 142"/>
          <p:cNvSpPr/>
          <p:nvPr/>
        </p:nvSpPr>
        <p:spPr>
          <a:xfrm>
            <a:off x="4774138" y="3409973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139</a:t>
            </a:r>
            <a:endParaRPr lang="en-US" sz="696" dirty="0"/>
          </a:p>
        </p:txBody>
      </p:sp>
      <p:sp>
        <p:nvSpPr>
          <p:cNvPr id="146" name="Text 143"/>
          <p:cNvSpPr/>
          <p:nvPr/>
        </p:nvSpPr>
        <p:spPr>
          <a:xfrm>
            <a:off x="6328907" y="3409973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622</a:t>
            </a:r>
            <a:endParaRPr lang="en-US" sz="660" dirty="0"/>
          </a:p>
        </p:txBody>
      </p:sp>
      <p:sp>
        <p:nvSpPr>
          <p:cNvPr id="147" name="Text 144"/>
          <p:cNvSpPr/>
          <p:nvPr/>
        </p:nvSpPr>
        <p:spPr>
          <a:xfrm>
            <a:off x="4265307" y="3562373"/>
            <a:ext cx="5342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157</a:t>
            </a:r>
            <a:endParaRPr lang="en-US" sz="660" dirty="0"/>
          </a:p>
        </p:txBody>
      </p:sp>
      <p:sp>
        <p:nvSpPr>
          <p:cNvPr id="148" name="Text 145"/>
          <p:cNvSpPr/>
          <p:nvPr/>
        </p:nvSpPr>
        <p:spPr>
          <a:xfrm>
            <a:off x="4774138" y="3562373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149" name="Text 146"/>
          <p:cNvSpPr/>
          <p:nvPr/>
        </p:nvSpPr>
        <p:spPr>
          <a:xfrm>
            <a:off x="5290856" y="3562373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129</a:t>
            </a:r>
            <a:endParaRPr lang="en-US" sz="696" dirty="0"/>
          </a:p>
        </p:txBody>
      </p:sp>
      <p:sp>
        <p:nvSpPr>
          <p:cNvPr id="150" name="Text 147"/>
          <p:cNvSpPr/>
          <p:nvPr/>
        </p:nvSpPr>
        <p:spPr>
          <a:xfrm>
            <a:off x="5823945" y="3562373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137</a:t>
            </a:r>
            <a:endParaRPr lang="en-US" sz="696" dirty="0"/>
          </a:p>
        </p:txBody>
      </p:sp>
      <p:sp>
        <p:nvSpPr>
          <p:cNvPr id="151" name="Text 148"/>
          <p:cNvSpPr/>
          <p:nvPr/>
        </p:nvSpPr>
        <p:spPr>
          <a:xfrm>
            <a:off x="6328907" y="3562373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602</a:t>
            </a:r>
            <a:endParaRPr lang="en-US" sz="660" dirty="0"/>
          </a:p>
        </p:txBody>
      </p:sp>
      <p:sp>
        <p:nvSpPr>
          <p:cNvPr id="152" name="Text 149"/>
          <p:cNvSpPr/>
          <p:nvPr/>
        </p:nvSpPr>
        <p:spPr>
          <a:xfrm>
            <a:off x="4265307" y="3714773"/>
            <a:ext cx="5342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134</a:t>
            </a:r>
            <a:endParaRPr lang="en-US" sz="696" dirty="0"/>
          </a:p>
        </p:txBody>
      </p:sp>
      <p:sp>
        <p:nvSpPr>
          <p:cNvPr id="153" name="Text 150"/>
          <p:cNvSpPr/>
          <p:nvPr/>
        </p:nvSpPr>
        <p:spPr>
          <a:xfrm>
            <a:off x="5290856" y="3714773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104</a:t>
            </a:r>
            <a:endParaRPr lang="en-US" sz="696" dirty="0"/>
          </a:p>
        </p:txBody>
      </p:sp>
      <p:sp>
        <p:nvSpPr>
          <p:cNvPr id="154" name="Text 151"/>
          <p:cNvSpPr/>
          <p:nvPr/>
        </p:nvSpPr>
        <p:spPr>
          <a:xfrm>
            <a:off x="5823945" y="3714773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105</a:t>
            </a:r>
            <a:endParaRPr lang="en-US" sz="696" dirty="0"/>
          </a:p>
        </p:txBody>
      </p:sp>
      <p:sp>
        <p:nvSpPr>
          <p:cNvPr id="155" name="Text 152"/>
          <p:cNvSpPr/>
          <p:nvPr/>
        </p:nvSpPr>
        <p:spPr>
          <a:xfrm>
            <a:off x="6328907" y="3714773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451</a:t>
            </a:r>
            <a:endParaRPr lang="en-US" sz="660" dirty="0"/>
          </a:p>
        </p:txBody>
      </p:sp>
      <p:sp>
        <p:nvSpPr>
          <p:cNvPr id="156" name="Text 153"/>
          <p:cNvSpPr/>
          <p:nvPr/>
        </p:nvSpPr>
        <p:spPr>
          <a:xfrm>
            <a:off x="5290856" y="3867173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101</a:t>
            </a:r>
            <a:endParaRPr lang="en-US" sz="696" dirty="0"/>
          </a:p>
        </p:txBody>
      </p:sp>
      <p:sp>
        <p:nvSpPr>
          <p:cNvPr id="157" name="Text 154"/>
          <p:cNvSpPr/>
          <p:nvPr/>
        </p:nvSpPr>
        <p:spPr>
          <a:xfrm>
            <a:off x="5823945" y="3867173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119</a:t>
            </a:r>
            <a:endParaRPr lang="en-US" sz="696" dirty="0"/>
          </a:p>
        </p:txBody>
      </p:sp>
      <p:sp>
        <p:nvSpPr>
          <p:cNvPr id="158" name="Text 155"/>
          <p:cNvSpPr/>
          <p:nvPr/>
        </p:nvSpPr>
        <p:spPr>
          <a:xfrm>
            <a:off x="6328907" y="3867173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220</a:t>
            </a:r>
            <a:endParaRPr lang="en-US" sz="660" dirty="0"/>
          </a:p>
        </p:txBody>
      </p:sp>
      <p:sp>
        <p:nvSpPr>
          <p:cNvPr id="159" name="Text 156"/>
          <p:cNvSpPr/>
          <p:nvPr/>
        </p:nvSpPr>
        <p:spPr>
          <a:xfrm>
            <a:off x="4265307" y="4019573"/>
            <a:ext cx="5342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109</a:t>
            </a:r>
            <a:endParaRPr lang="en-US" sz="696" dirty="0"/>
          </a:p>
        </p:txBody>
      </p:sp>
      <p:sp>
        <p:nvSpPr>
          <p:cNvPr id="160" name="Text 157"/>
          <p:cNvSpPr/>
          <p:nvPr/>
        </p:nvSpPr>
        <p:spPr>
          <a:xfrm>
            <a:off x="6328907" y="4019573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198</a:t>
            </a:r>
            <a:endParaRPr lang="en-US" sz="660" dirty="0"/>
          </a:p>
        </p:txBody>
      </p:sp>
      <p:sp>
        <p:nvSpPr>
          <p:cNvPr id="161" name="Text 158"/>
          <p:cNvSpPr/>
          <p:nvPr/>
        </p:nvSpPr>
        <p:spPr>
          <a:xfrm>
            <a:off x="6328907" y="4171973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162" name="Text 159"/>
          <p:cNvSpPr/>
          <p:nvPr/>
        </p:nvSpPr>
        <p:spPr>
          <a:xfrm>
            <a:off x="3245414" y="4324373"/>
            <a:ext cx="5373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136</a:t>
            </a:r>
            <a:endParaRPr lang="en-US" sz="660" dirty="0"/>
          </a:p>
        </p:txBody>
      </p:sp>
      <p:sp>
        <p:nvSpPr>
          <p:cNvPr id="163" name="Text 160"/>
          <p:cNvSpPr/>
          <p:nvPr/>
        </p:nvSpPr>
        <p:spPr>
          <a:xfrm>
            <a:off x="6328907" y="4324373"/>
            <a:ext cx="65537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136</a:t>
            </a:r>
            <a:endParaRPr lang="en-US" sz="660" dirty="0"/>
          </a:p>
        </p:txBody>
      </p:sp>
      <p:sp>
        <p:nvSpPr>
          <p:cNvPr id="164" name="Text 161"/>
          <p:cNvSpPr/>
          <p:nvPr/>
        </p:nvSpPr>
        <p:spPr>
          <a:xfrm>
            <a:off x="7448364" y="2027806"/>
            <a:ext cx="5306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65" name="Text 162"/>
          <p:cNvSpPr/>
          <p:nvPr/>
        </p:nvSpPr>
        <p:spPr>
          <a:xfrm>
            <a:off x="7448364" y="2256406"/>
            <a:ext cx="530678" cy="290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166" name="Text 163"/>
          <p:cNvSpPr/>
          <p:nvPr/>
        </p:nvSpPr>
        <p:spPr>
          <a:xfrm>
            <a:off x="7448364" y="2899344"/>
            <a:ext cx="53067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67" name="Text 164"/>
          <p:cNvSpPr/>
          <p:nvPr/>
        </p:nvSpPr>
        <p:spPr>
          <a:xfrm>
            <a:off x="5290856" y="2200298"/>
            <a:ext cx="5597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</a:t>
            </a:r>
            <a:endParaRPr lang="en-US" sz="660" dirty="0"/>
          </a:p>
        </p:txBody>
      </p:sp>
      <p:sp>
        <p:nvSpPr>
          <p:cNvPr id="168" name="Text 165"/>
          <p:cNvSpPr/>
          <p:nvPr/>
        </p:nvSpPr>
        <p:spPr>
          <a:xfrm>
            <a:off x="704832" y="2800373"/>
            <a:ext cx="3261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</a:t>
            </a:r>
            <a:endParaRPr lang="en-US" sz="624" dirty="0"/>
          </a:p>
        </p:txBody>
      </p:sp>
      <p:sp>
        <p:nvSpPr>
          <p:cNvPr id="169" name="Text 166"/>
          <p:cNvSpPr/>
          <p:nvPr/>
        </p:nvSpPr>
        <p:spPr>
          <a:xfrm>
            <a:off x="5823945" y="2800373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</a:t>
            </a:r>
            <a:endParaRPr lang="en-US" sz="696" dirty="0"/>
          </a:p>
        </p:txBody>
      </p:sp>
      <p:sp>
        <p:nvSpPr>
          <p:cNvPr id="170" name="Text 167"/>
          <p:cNvSpPr/>
          <p:nvPr/>
        </p:nvSpPr>
        <p:spPr>
          <a:xfrm>
            <a:off x="704832" y="2952773"/>
            <a:ext cx="3261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</a:t>
            </a:r>
            <a:endParaRPr lang="en-US" sz="624" dirty="0"/>
          </a:p>
        </p:txBody>
      </p:sp>
      <p:sp>
        <p:nvSpPr>
          <p:cNvPr id="171" name="Text 168"/>
          <p:cNvSpPr/>
          <p:nvPr/>
        </p:nvSpPr>
        <p:spPr>
          <a:xfrm>
            <a:off x="5823945" y="2952773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660" dirty="0"/>
          </a:p>
        </p:txBody>
      </p:sp>
      <p:sp>
        <p:nvSpPr>
          <p:cNvPr id="172" name="Text 169"/>
          <p:cNvSpPr/>
          <p:nvPr/>
        </p:nvSpPr>
        <p:spPr>
          <a:xfrm>
            <a:off x="704832" y="3105173"/>
            <a:ext cx="3261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624" dirty="0"/>
          </a:p>
        </p:txBody>
      </p:sp>
      <p:sp>
        <p:nvSpPr>
          <p:cNvPr id="173" name="Text 170"/>
          <p:cNvSpPr/>
          <p:nvPr/>
        </p:nvSpPr>
        <p:spPr>
          <a:xfrm>
            <a:off x="4265307" y="3105173"/>
            <a:ext cx="5342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</a:t>
            </a:r>
            <a:endParaRPr lang="en-US" sz="696" dirty="0"/>
          </a:p>
        </p:txBody>
      </p:sp>
      <p:sp>
        <p:nvSpPr>
          <p:cNvPr id="174" name="Text 171"/>
          <p:cNvSpPr/>
          <p:nvPr/>
        </p:nvSpPr>
        <p:spPr>
          <a:xfrm>
            <a:off x="5290856" y="3105173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</a:t>
            </a:r>
            <a:endParaRPr lang="en-US" sz="696" dirty="0"/>
          </a:p>
        </p:txBody>
      </p:sp>
      <p:sp>
        <p:nvSpPr>
          <p:cNvPr id="175" name="Text 172"/>
          <p:cNvSpPr/>
          <p:nvPr/>
        </p:nvSpPr>
        <p:spPr>
          <a:xfrm>
            <a:off x="704832" y="3257573"/>
            <a:ext cx="3261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624" dirty="0"/>
          </a:p>
        </p:txBody>
      </p:sp>
      <p:sp>
        <p:nvSpPr>
          <p:cNvPr id="176" name="Text 173"/>
          <p:cNvSpPr/>
          <p:nvPr/>
        </p:nvSpPr>
        <p:spPr>
          <a:xfrm>
            <a:off x="4774138" y="3257573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</a:t>
            </a:r>
            <a:endParaRPr lang="en-US" sz="696" dirty="0"/>
          </a:p>
        </p:txBody>
      </p:sp>
      <p:sp>
        <p:nvSpPr>
          <p:cNvPr id="177" name="Text 174"/>
          <p:cNvSpPr/>
          <p:nvPr/>
        </p:nvSpPr>
        <p:spPr>
          <a:xfrm>
            <a:off x="5290856" y="3257573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</a:t>
            </a:r>
            <a:endParaRPr lang="en-US" sz="696" dirty="0"/>
          </a:p>
        </p:txBody>
      </p:sp>
      <p:sp>
        <p:nvSpPr>
          <p:cNvPr id="178" name="Text 175"/>
          <p:cNvSpPr/>
          <p:nvPr/>
        </p:nvSpPr>
        <p:spPr>
          <a:xfrm>
            <a:off x="5823945" y="3257573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</a:t>
            </a:r>
            <a:endParaRPr lang="en-US" sz="696" dirty="0"/>
          </a:p>
        </p:txBody>
      </p:sp>
      <p:sp>
        <p:nvSpPr>
          <p:cNvPr id="179" name="Text 176"/>
          <p:cNvSpPr/>
          <p:nvPr/>
        </p:nvSpPr>
        <p:spPr>
          <a:xfrm>
            <a:off x="704832" y="3409973"/>
            <a:ext cx="3261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624" dirty="0"/>
          </a:p>
        </p:txBody>
      </p:sp>
      <p:sp>
        <p:nvSpPr>
          <p:cNvPr id="180" name="Text 177"/>
          <p:cNvSpPr/>
          <p:nvPr/>
        </p:nvSpPr>
        <p:spPr>
          <a:xfrm>
            <a:off x="4265307" y="3409973"/>
            <a:ext cx="5342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696" dirty="0"/>
          </a:p>
        </p:txBody>
      </p:sp>
      <p:sp>
        <p:nvSpPr>
          <p:cNvPr id="181" name="Text 178"/>
          <p:cNvSpPr/>
          <p:nvPr/>
        </p:nvSpPr>
        <p:spPr>
          <a:xfrm>
            <a:off x="5290856" y="3409973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</a:t>
            </a:r>
            <a:endParaRPr lang="en-US" sz="696" dirty="0"/>
          </a:p>
        </p:txBody>
      </p:sp>
      <p:sp>
        <p:nvSpPr>
          <p:cNvPr id="182" name="Text 179"/>
          <p:cNvSpPr/>
          <p:nvPr/>
        </p:nvSpPr>
        <p:spPr>
          <a:xfrm>
            <a:off x="5823945" y="3409973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</a:t>
            </a:r>
            <a:endParaRPr lang="en-US" sz="696" dirty="0"/>
          </a:p>
        </p:txBody>
      </p:sp>
      <p:sp>
        <p:nvSpPr>
          <p:cNvPr id="183" name="Text 180"/>
          <p:cNvSpPr/>
          <p:nvPr/>
        </p:nvSpPr>
        <p:spPr>
          <a:xfrm>
            <a:off x="704832" y="3562373"/>
            <a:ext cx="3261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624" dirty="0"/>
          </a:p>
        </p:txBody>
      </p:sp>
      <p:sp>
        <p:nvSpPr>
          <p:cNvPr id="184" name="Text 181"/>
          <p:cNvSpPr/>
          <p:nvPr/>
        </p:nvSpPr>
        <p:spPr>
          <a:xfrm>
            <a:off x="3757221" y="3562373"/>
            <a:ext cx="5334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</a:t>
            </a:r>
            <a:endParaRPr lang="en-US" sz="696" dirty="0"/>
          </a:p>
        </p:txBody>
      </p:sp>
      <p:sp>
        <p:nvSpPr>
          <p:cNvPr id="185" name="Text 182"/>
          <p:cNvSpPr/>
          <p:nvPr/>
        </p:nvSpPr>
        <p:spPr>
          <a:xfrm>
            <a:off x="704832" y="3714773"/>
            <a:ext cx="3261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</a:t>
            </a:r>
            <a:endParaRPr lang="en-US" sz="624" dirty="0"/>
          </a:p>
        </p:txBody>
      </p:sp>
      <p:sp>
        <p:nvSpPr>
          <p:cNvPr id="186" name="Text 183"/>
          <p:cNvSpPr/>
          <p:nvPr/>
        </p:nvSpPr>
        <p:spPr>
          <a:xfrm>
            <a:off x="3757221" y="3714773"/>
            <a:ext cx="5334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</a:t>
            </a:r>
            <a:endParaRPr lang="en-US" sz="696" dirty="0"/>
          </a:p>
        </p:txBody>
      </p:sp>
      <p:sp>
        <p:nvSpPr>
          <p:cNvPr id="187" name="Text 184"/>
          <p:cNvSpPr/>
          <p:nvPr/>
        </p:nvSpPr>
        <p:spPr>
          <a:xfrm>
            <a:off x="4774138" y="3714773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</a:t>
            </a:r>
            <a:endParaRPr lang="en-US" sz="696" dirty="0"/>
          </a:p>
        </p:txBody>
      </p:sp>
      <p:sp>
        <p:nvSpPr>
          <p:cNvPr id="188" name="Text 185"/>
          <p:cNvSpPr/>
          <p:nvPr/>
        </p:nvSpPr>
        <p:spPr>
          <a:xfrm>
            <a:off x="704832" y="3867173"/>
            <a:ext cx="3261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</a:t>
            </a:r>
            <a:endParaRPr lang="en-US" sz="624" dirty="0"/>
          </a:p>
        </p:txBody>
      </p:sp>
      <p:sp>
        <p:nvSpPr>
          <p:cNvPr id="189" name="Text 186"/>
          <p:cNvSpPr/>
          <p:nvPr/>
        </p:nvSpPr>
        <p:spPr>
          <a:xfrm>
            <a:off x="704832" y="4019573"/>
            <a:ext cx="3261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624" dirty="0"/>
          </a:p>
        </p:txBody>
      </p:sp>
      <p:sp>
        <p:nvSpPr>
          <p:cNvPr id="190" name="Text 187"/>
          <p:cNvSpPr/>
          <p:nvPr/>
        </p:nvSpPr>
        <p:spPr>
          <a:xfrm>
            <a:off x="3757221" y="4019573"/>
            <a:ext cx="5334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</a:t>
            </a:r>
            <a:endParaRPr lang="en-US" sz="696" dirty="0"/>
          </a:p>
        </p:txBody>
      </p:sp>
      <p:sp>
        <p:nvSpPr>
          <p:cNvPr id="191" name="Text 188"/>
          <p:cNvSpPr/>
          <p:nvPr/>
        </p:nvSpPr>
        <p:spPr>
          <a:xfrm>
            <a:off x="4774138" y="4019573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</a:t>
            </a:r>
            <a:endParaRPr lang="en-US" sz="696" dirty="0"/>
          </a:p>
        </p:txBody>
      </p:sp>
      <p:sp>
        <p:nvSpPr>
          <p:cNvPr id="192" name="Text 189"/>
          <p:cNvSpPr/>
          <p:nvPr/>
        </p:nvSpPr>
        <p:spPr>
          <a:xfrm>
            <a:off x="704832" y="4171973"/>
            <a:ext cx="3261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624" dirty="0"/>
          </a:p>
        </p:txBody>
      </p:sp>
      <p:sp>
        <p:nvSpPr>
          <p:cNvPr id="193" name="Text 190"/>
          <p:cNvSpPr/>
          <p:nvPr/>
        </p:nvSpPr>
        <p:spPr>
          <a:xfrm>
            <a:off x="4774138" y="4171973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696" dirty="0"/>
          </a:p>
        </p:txBody>
      </p:sp>
      <p:sp>
        <p:nvSpPr>
          <p:cNvPr id="194" name="Text 191"/>
          <p:cNvSpPr/>
          <p:nvPr/>
        </p:nvSpPr>
        <p:spPr>
          <a:xfrm>
            <a:off x="5290856" y="4171973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696" dirty="0"/>
          </a:p>
        </p:txBody>
      </p:sp>
      <p:sp>
        <p:nvSpPr>
          <p:cNvPr id="195" name="Text 192"/>
          <p:cNvSpPr/>
          <p:nvPr/>
        </p:nvSpPr>
        <p:spPr>
          <a:xfrm>
            <a:off x="5823945" y="4171973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696" dirty="0"/>
          </a:p>
        </p:txBody>
      </p:sp>
      <p:sp>
        <p:nvSpPr>
          <p:cNvPr id="196" name="Text 193"/>
          <p:cNvSpPr/>
          <p:nvPr/>
        </p:nvSpPr>
        <p:spPr>
          <a:xfrm>
            <a:off x="704832" y="4324373"/>
            <a:ext cx="3261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624" dirty="0"/>
          </a:p>
        </p:txBody>
      </p:sp>
      <p:sp>
        <p:nvSpPr>
          <p:cNvPr id="197" name="Text 194"/>
          <p:cNvSpPr/>
          <p:nvPr/>
        </p:nvSpPr>
        <p:spPr>
          <a:xfrm>
            <a:off x="704832" y="4467248"/>
            <a:ext cx="3261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624" dirty="0"/>
          </a:p>
        </p:txBody>
      </p:sp>
      <p:sp>
        <p:nvSpPr>
          <p:cNvPr id="198" name="Text 195"/>
          <p:cNvSpPr/>
          <p:nvPr/>
        </p:nvSpPr>
        <p:spPr>
          <a:xfrm>
            <a:off x="4774138" y="4467248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</a:t>
            </a:r>
            <a:endParaRPr lang="en-US" sz="696" dirty="0"/>
          </a:p>
        </p:txBody>
      </p:sp>
      <p:sp>
        <p:nvSpPr>
          <p:cNvPr id="199" name="Text 196"/>
          <p:cNvSpPr/>
          <p:nvPr/>
        </p:nvSpPr>
        <p:spPr>
          <a:xfrm>
            <a:off x="6328907" y="4467248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</a:t>
            </a:r>
            <a:endParaRPr lang="en-US" sz="660" dirty="0"/>
          </a:p>
        </p:txBody>
      </p:sp>
      <p:sp>
        <p:nvSpPr>
          <p:cNvPr id="200" name="Text 197"/>
          <p:cNvSpPr/>
          <p:nvPr/>
        </p:nvSpPr>
        <p:spPr>
          <a:xfrm>
            <a:off x="704832" y="4619648"/>
            <a:ext cx="3261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</a:t>
            </a:r>
            <a:endParaRPr lang="en-US" sz="624" dirty="0"/>
          </a:p>
        </p:txBody>
      </p:sp>
      <p:sp>
        <p:nvSpPr>
          <p:cNvPr id="201" name="Text 198"/>
          <p:cNvSpPr/>
          <p:nvPr/>
        </p:nvSpPr>
        <p:spPr>
          <a:xfrm>
            <a:off x="5823945" y="4619648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</a:t>
            </a:r>
            <a:endParaRPr lang="en-US" sz="696" dirty="0"/>
          </a:p>
        </p:txBody>
      </p:sp>
      <p:sp>
        <p:nvSpPr>
          <p:cNvPr id="202" name="Text 199"/>
          <p:cNvSpPr/>
          <p:nvPr/>
        </p:nvSpPr>
        <p:spPr>
          <a:xfrm>
            <a:off x="6328907" y="4619648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</a:t>
            </a:r>
            <a:endParaRPr lang="en-US" sz="660" dirty="0"/>
          </a:p>
        </p:txBody>
      </p:sp>
      <p:sp>
        <p:nvSpPr>
          <p:cNvPr id="203" name="Text 200"/>
          <p:cNvSpPr/>
          <p:nvPr/>
        </p:nvSpPr>
        <p:spPr>
          <a:xfrm>
            <a:off x="704832" y="4772048"/>
            <a:ext cx="3261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</a:t>
            </a:r>
            <a:endParaRPr lang="en-US" sz="624" dirty="0"/>
          </a:p>
        </p:txBody>
      </p:sp>
      <p:sp>
        <p:nvSpPr>
          <p:cNvPr id="204" name="Text 201"/>
          <p:cNvSpPr/>
          <p:nvPr/>
        </p:nvSpPr>
        <p:spPr>
          <a:xfrm>
            <a:off x="5290856" y="4772048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696" dirty="0"/>
          </a:p>
        </p:txBody>
      </p:sp>
      <p:sp>
        <p:nvSpPr>
          <p:cNvPr id="205" name="Text 202"/>
          <p:cNvSpPr/>
          <p:nvPr/>
        </p:nvSpPr>
        <p:spPr>
          <a:xfrm>
            <a:off x="5823945" y="4772048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696" dirty="0"/>
          </a:p>
        </p:txBody>
      </p:sp>
      <p:sp>
        <p:nvSpPr>
          <p:cNvPr id="206" name="Text 203"/>
          <p:cNvSpPr/>
          <p:nvPr/>
        </p:nvSpPr>
        <p:spPr>
          <a:xfrm>
            <a:off x="6328907" y="4772048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</a:t>
            </a:r>
            <a:endParaRPr lang="en-US" sz="660" dirty="0"/>
          </a:p>
        </p:txBody>
      </p:sp>
      <p:sp>
        <p:nvSpPr>
          <p:cNvPr id="207" name="Text 204"/>
          <p:cNvSpPr/>
          <p:nvPr/>
        </p:nvSpPr>
        <p:spPr>
          <a:xfrm>
            <a:off x="704832" y="4924448"/>
            <a:ext cx="3261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</a:t>
            </a:r>
            <a:endParaRPr lang="en-US" sz="624" dirty="0"/>
          </a:p>
        </p:txBody>
      </p:sp>
      <p:sp>
        <p:nvSpPr>
          <p:cNvPr id="208" name="Text 205"/>
          <p:cNvSpPr/>
          <p:nvPr/>
        </p:nvSpPr>
        <p:spPr>
          <a:xfrm>
            <a:off x="5823945" y="4924448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696" dirty="0"/>
          </a:p>
        </p:txBody>
      </p:sp>
      <p:sp>
        <p:nvSpPr>
          <p:cNvPr id="209" name="Text 206"/>
          <p:cNvSpPr/>
          <p:nvPr/>
        </p:nvSpPr>
        <p:spPr>
          <a:xfrm>
            <a:off x="6328907" y="4924448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660" dirty="0"/>
          </a:p>
        </p:txBody>
      </p:sp>
      <p:sp>
        <p:nvSpPr>
          <p:cNvPr id="210" name="Text 207"/>
          <p:cNvSpPr/>
          <p:nvPr/>
        </p:nvSpPr>
        <p:spPr>
          <a:xfrm>
            <a:off x="704832" y="5076848"/>
            <a:ext cx="3261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624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2_Xu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29334" y="4898827"/>
            <a:ext cx="3880388" cy="5369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  y un top 5 que concentra el 37 % de las ventas con disciplina y compromiso, cada campaña de incentivos fue un paso firme hacia la meta de 3.000 ventas mensuales. Este semestre demuestra que la apuesta por el talento y la constancia en la formación están dando resultados sólidos y sostenibles.</a:t>
            </a:r>
            <a:endParaRPr lang="en-US" sz="672" dirty="0"/>
          </a:p>
        </p:txBody>
      </p:sp>
      <p:sp>
        <p:nvSpPr>
          <p:cNvPr id="4" name="Text 1"/>
          <p:cNvSpPr/>
          <p:nvPr/>
        </p:nvSpPr>
        <p:spPr>
          <a:xfrm>
            <a:off x="8673337" y="2926510"/>
            <a:ext cx="2914198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Incentivo destacado en torneo + varios incentivos menores</a:t>
            </a:r>
            <a:endParaRPr lang="en-US" sz="720" dirty="0"/>
          </a:p>
        </p:txBody>
      </p:sp>
      <p:sp>
        <p:nvSpPr>
          <p:cNvPr id="5" name="Text 2"/>
          <p:cNvSpPr/>
          <p:nvPr/>
        </p:nvSpPr>
        <p:spPr>
          <a:xfrm>
            <a:off x="8673337" y="3140822"/>
            <a:ext cx="291419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Incentivos de rendimiento destacado + varios menores</a:t>
            </a:r>
            <a:endParaRPr lang="en-US" sz="720" dirty="0"/>
          </a:p>
        </p:txBody>
      </p:sp>
      <p:sp>
        <p:nvSpPr>
          <p:cNvPr id="6" name="Text 3"/>
          <p:cNvSpPr/>
          <p:nvPr/>
        </p:nvSpPr>
        <p:spPr>
          <a:xfrm>
            <a:off x="8673337" y="4017122"/>
            <a:ext cx="291419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Incentivos de rendimiento por cumplimiento de metas</a:t>
            </a:r>
            <a:endParaRPr lang="en-US" sz="720" dirty="0"/>
          </a:p>
        </p:txBody>
      </p:sp>
      <p:sp>
        <p:nvSpPr>
          <p:cNvPr id="7" name="Text 4"/>
          <p:cNvSpPr/>
          <p:nvPr/>
        </p:nvSpPr>
        <p:spPr>
          <a:xfrm>
            <a:off x="8673337" y="4236197"/>
            <a:ext cx="2914198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 eventos de incentivo en el semestre</a:t>
            </a:r>
            <a:endParaRPr lang="en-US" sz="720" dirty="0"/>
          </a:p>
        </p:txBody>
      </p:sp>
      <p:sp>
        <p:nvSpPr>
          <p:cNvPr id="8" name="Text 5"/>
          <p:cNvSpPr/>
          <p:nvPr/>
        </p:nvSpPr>
        <p:spPr>
          <a:xfrm>
            <a:off x="1213514" y="219075"/>
            <a:ext cx="327642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Desempeño del Equipo · Top Asesores</a:t>
            </a:r>
            <a:endParaRPr lang="en-US" sz="1260" dirty="0"/>
          </a:p>
        </p:txBody>
      </p:sp>
      <p:sp>
        <p:nvSpPr>
          <p:cNvPr id="9" name="Text 6"/>
          <p:cNvSpPr/>
          <p:nvPr/>
        </p:nvSpPr>
        <p:spPr>
          <a:xfrm>
            <a:off x="8673337" y="3798047"/>
            <a:ext cx="291419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Incentivo destacado + Meta Volante</a:t>
            </a:r>
            <a:endParaRPr lang="en-US" sz="720" dirty="0"/>
          </a:p>
        </p:txBody>
      </p:sp>
      <p:sp>
        <p:nvSpPr>
          <p:cNvPr id="10" name="Text 7"/>
          <p:cNvSpPr/>
          <p:nvPr/>
        </p:nvSpPr>
        <p:spPr>
          <a:xfrm>
            <a:off x="1015429" y="2800373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Julithza Milagros Padilla MejíA</a:t>
            </a:r>
            <a:endParaRPr lang="en-US" sz="660" dirty="0"/>
          </a:p>
        </p:txBody>
      </p:sp>
      <p:sp>
        <p:nvSpPr>
          <p:cNvPr id="11" name="Text 8"/>
          <p:cNvSpPr/>
          <p:nvPr/>
        </p:nvSpPr>
        <p:spPr>
          <a:xfrm>
            <a:off x="1015429" y="4619648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Karina Yisell Marquez Hernandez</a:t>
            </a:r>
            <a:endParaRPr lang="en-US" sz="660" dirty="0"/>
          </a:p>
        </p:txBody>
      </p:sp>
      <p:sp>
        <p:nvSpPr>
          <p:cNvPr id="12" name="Text 9"/>
          <p:cNvSpPr/>
          <p:nvPr/>
        </p:nvSpPr>
        <p:spPr>
          <a:xfrm>
            <a:off x="8673337" y="3359897"/>
            <a:ext cx="291419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Incentivos de rendimiento medio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15429" y="1895498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⭐ Dayana D. Guerrero HernáNdez</a:t>
            </a:r>
            <a:endParaRPr lang="en-US" sz="660" dirty="0"/>
          </a:p>
        </p:txBody>
      </p:sp>
      <p:sp>
        <p:nvSpPr>
          <p:cNvPr id="14" name="Text 11"/>
          <p:cNvSpPr/>
          <p:nvPr/>
        </p:nvSpPr>
        <p:spPr>
          <a:xfrm>
            <a:off x="1015429" y="2047898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⭐ Anderson Monterrosa Castilla</a:t>
            </a:r>
            <a:endParaRPr lang="en-US" sz="660" dirty="0"/>
          </a:p>
        </p:txBody>
      </p:sp>
      <p:sp>
        <p:nvSpPr>
          <p:cNvPr id="15" name="Text 12"/>
          <p:cNvSpPr/>
          <p:nvPr/>
        </p:nvSpPr>
        <p:spPr>
          <a:xfrm>
            <a:off x="7867453" y="2085975"/>
            <a:ext cx="2975297" cy="191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top 5 aporta  del semestre.</a:t>
            </a:r>
            <a:endParaRPr lang="en-US" sz="960" dirty="0"/>
          </a:p>
        </p:txBody>
      </p:sp>
      <p:sp>
        <p:nvSpPr>
          <p:cNvPr id="16" name="Text 13"/>
          <p:cNvSpPr/>
          <p:nvPr/>
        </p:nvSpPr>
        <p:spPr>
          <a:xfrm>
            <a:off x="1015429" y="1590698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⭐ Melissa Paola Orozco Jinete</a:t>
            </a:r>
            <a:endParaRPr lang="en-US" sz="660" dirty="0"/>
          </a:p>
        </p:txBody>
      </p:sp>
      <p:sp>
        <p:nvSpPr>
          <p:cNvPr id="17" name="Text 14"/>
          <p:cNvSpPr/>
          <p:nvPr/>
        </p:nvSpPr>
        <p:spPr>
          <a:xfrm>
            <a:off x="1015429" y="5076848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Michelle Paola Robles Becerra</a:t>
            </a:r>
            <a:endParaRPr lang="en-US" sz="660" dirty="0"/>
          </a:p>
        </p:txBody>
      </p:sp>
      <p:sp>
        <p:nvSpPr>
          <p:cNvPr id="18" name="Text 15"/>
          <p:cNvSpPr/>
          <p:nvPr/>
        </p:nvSpPr>
        <p:spPr>
          <a:xfrm>
            <a:off x="1015429" y="3105173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Isabella SofíA Rueda Caserta</a:t>
            </a:r>
            <a:endParaRPr lang="en-US" sz="660" dirty="0"/>
          </a:p>
        </p:txBody>
      </p:sp>
      <p:sp>
        <p:nvSpPr>
          <p:cNvPr id="19" name="Text 16"/>
          <p:cNvSpPr/>
          <p:nvPr/>
        </p:nvSpPr>
        <p:spPr>
          <a:xfrm>
            <a:off x="1015429" y="1443060"/>
            <a:ext cx="2341484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⭐ JesúS David CortéS Ortega</a:t>
            </a:r>
            <a:endParaRPr lang="en-US" sz="660" dirty="0"/>
          </a:p>
        </p:txBody>
      </p:sp>
      <p:sp>
        <p:nvSpPr>
          <p:cNvPr id="20" name="Text 17"/>
          <p:cNvSpPr/>
          <p:nvPr/>
        </p:nvSpPr>
        <p:spPr>
          <a:xfrm>
            <a:off x="1015429" y="2647973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Santiago Elí CháVez Carmona</a:t>
            </a:r>
            <a:endParaRPr lang="en-US" sz="660" dirty="0"/>
          </a:p>
        </p:txBody>
      </p:sp>
      <p:sp>
        <p:nvSpPr>
          <p:cNvPr id="21" name="Text 18"/>
          <p:cNvSpPr/>
          <p:nvPr/>
        </p:nvSpPr>
        <p:spPr>
          <a:xfrm>
            <a:off x="1015429" y="2952773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Nohelia H. Salas Monterrosa</a:t>
            </a:r>
            <a:endParaRPr lang="en-US" sz="660" dirty="0"/>
          </a:p>
        </p:txBody>
      </p:sp>
      <p:sp>
        <p:nvSpPr>
          <p:cNvPr id="22" name="Text 19"/>
          <p:cNvSpPr/>
          <p:nvPr/>
        </p:nvSpPr>
        <p:spPr>
          <a:xfrm>
            <a:off x="1015429" y="2495573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Alan José HernáNdez Loaiza</a:t>
            </a:r>
            <a:endParaRPr lang="en-US" sz="660" dirty="0"/>
          </a:p>
        </p:txBody>
      </p:sp>
      <p:sp>
        <p:nvSpPr>
          <p:cNvPr id="23" name="Text 20"/>
          <p:cNvSpPr/>
          <p:nvPr/>
        </p:nvSpPr>
        <p:spPr>
          <a:xfrm>
            <a:off x="1015429" y="3562373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Rhoymar HernáNdez AlbarráN</a:t>
            </a:r>
            <a:endParaRPr lang="en-US" sz="660" dirty="0"/>
          </a:p>
        </p:txBody>
      </p:sp>
      <p:sp>
        <p:nvSpPr>
          <p:cNvPr id="24" name="Text 21"/>
          <p:cNvSpPr/>
          <p:nvPr/>
        </p:nvSpPr>
        <p:spPr>
          <a:xfrm>
            <a:off x="1015429" y="3257573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Laura L. Herrera Palomino</a:t>
            </a:r>
            <a:endParaRPr lang="en-US" sz="660" dirty="0"/>
          </a:p>
        </p:txBody>
      </p:sp>
      <p:sp>
        <p:nvSpPr>
          <p:cNvPr id="25" name="Text 22"/>
          <p:cNvSpPr/>
          <p:nvPr/>
        </p:nvSpPr>
        <p:spPr>
          <a:xfrm>
            <a:off x="1015429" y="1743098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⭐ Luisa L. Percy Jaraba</a:t>
            </a:r>
            <a:endParaRPr lang="en-US" sz="660" dirty="0"/>
          </a:p>
        </p:txBody>
      </p:sp>
      <p:sp>
        <p:nvSpPr>
          <p:cNvPr id="26" name="Text 23"/>
          <p:cNvSpPr/>
          <p:nvPr/>
        </p:nvSpPr>
        <p:spPr>
          <a:xfrm>
            <a:off x="1015429" y="4924448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Rosalinda Rivera Senior</a:t>
            </a:r>
            <a:endParaRPr lang="en-US" sz="660" dirty="0"/>
          </a:p>
        </p:txBody>
      </p:sp>
      <p:sp>
        <p:nvSpPr>
          <p:cNvPr id="27" name="Text 24"/>
          <p:cNvSpPr/>
          <p:nvPr/>
        </p:nvSpPr>
        <p:spPr>
          <a:xfrm>
            <a:off x="8673337" y="3578972"/>
            <a:ext cx="291419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Patrón similar a marzo</a:t>
            </a:r>
            <a:endParaRPr lang="en-US" sz="720" dirty="0"/>
          </a:p>
        </p:txBody>
      </p:sp>
      <p:sp>
        <p:nvSpPr>
          <p:cNvPr id="28" name="Text 25"/>
          <p:cNvSpPr/>
          <p:nvPr/>
        </p:nvSpPr>
        <p:spPr>
          <a:xfrm>
            <a:off x="1015429" y="4019573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Josué Zabaleta Bethel</a:t>
            </a:r>
            <a:endParaRPr lang="en-US" sz="660" dirty="0"/>
          </a:p>
        </p:txBody>
      </p:sp>
      <p:sp>
        <p:nvSpPr>
          <p:cNvPr id="29" name="Text 26"/>
          <p:cNvSpPr/>
          <p:nvPr/>
        </p:nvSpPr>
        <p:spPr>
          <a:xfrm>
            <a:off x="1015429" y="4467248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Nayerlis Polo Marrugo</a:t>
            </a:r>
            <a:endParaRPr lang="en-US" sz="660" dirty="0"/>
          </a:p>
        </p:txBody>
      </p:sp>
      <p:sp>
        <p:nvSpPr>
          <p:cNvPr id="30" name="Text 27"/>
          <p:cNvSpPr/>
          <p:nvPr/>
        </p:nvSpPr>
        <p:spPr>
          <a:xfrm>
            <a:off x="1015429" y="3714773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CéSar Barrera PáJaro</a:t>
            </a:r>
            <a:endParaRPr lang="en-US" sz="660" dirty="0"/>
          </a:p>
        </p:txBody>
      </p:sp>
      <p:sp>
        <p:nvSpPr>
          <p:cNvPr id="31" name="Text 28"/>
          <p:cNvSpPr/>
          <p:nvPr/>
        </p:nvSpPr>
        <p:spPr>
          <a:xfrm>
            <a:off x="1015429" y="4171973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Yannecce MejíA GóMez</a:t>
            </a:r>
            <a:endParaRPr lang="en-US" sz="660" dirty="0"/>
          </a:p>
        </p:txBody>
      </p:sp>
      <p:sp>
        <p:nvSpPr>
          <p:cNvPr id="32" name="Text 29"/>
          <p:cNvSpPr/>
          <p:nvPr/>
        </p:nvSpPr>
        <p:spPr>
          <a:xfrm>
            <a:off x="1015429" y="2200298"/>
            <a:ext cx="23414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Joelis J. Barros B.</a:t>
            </a:r>
            <a:endParaRPr lang="en-US" sz="660" dirty="0"/>
          </a:p>
        </p:txBody>
      </p:sp>
      <p:sp>
        <p:nvSpPr>
          <p:cNvPr id="33" name="Text 30"/>
          <p:cNvSpPr/>
          <p:nvPr/>
        </p:nvSpPr>
        <p:spPr>
          <a:xfrm>
            <a:off x="1015429" y="4772048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Ruddy Olmos Simanca</a:t>
            </a:r>
            <a:endParaRPr lang="en-US" sz="660" dirty="0"/>
          </a:p>
        </p:txBody>
      </p:sp>
      <p:sp>
        <p:nvSpPr>
          <p:cNvPr id="34" name="Text 31"/>
          <p:cNvSpPr/>
          <p:nvPr/>
        </p:nvSpPr>
        <p:spPr>
          <a:xfrm>
            <a:off x="10196555" y="209550"/>
            <a:ext cx="1494837" cy="220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 1 · Asesores</a:t>
            </a:r>
            <a:endParaRPr lang="en-US" sz="840" dirty="0"/>
          </a:p>
        </p:txBody>
      </p:sp>
      <p:sp>
        <p:nvSpPr>
          <p:cNvPr id="35" name="Text 32"/>
          <p:cNvSpPr/>
          <p:nvPr/>
        </p:nvSpPr>
        <p:spPr>
          <a:xfrm>
            <a:off x="1015429" y="3409973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Valentina Orozco</a:t>
            </a:r>
            <a:endParaRPr lang="en-US" sz="660" dirty="0"/>
          </a:p>
        </p:txBody>
      </p:sp>
      <p:sp>
        <p:nvSpPr>
          <p:cNvPr id="36" name="Text 33"/>
          <p:cNvSpPr/>
          <p:nvPr/>
        </p:nvSpPr>
        <p:spPr>
          <a:xfrm>
            <a:off x="1015429" y="2343173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Yulieth Pacheco</a:t>
            </a:r>
            <a:endParaRPr lang="en-US" sz="660" dirty="0"/>
          </a:p>
        </p:txBody>
      </p:sp>
      <p:sp>
        <p:nvSpPr>
          <p:cNvPr id="37" name="Text 34"/>
          <p:cNvSpPr/>
          <p:nvPr/>
        </p:nvSpPr>
        <p:spPr>
          <a:xfrm>
            <a:off x="1015429" y="3867173"/>
            <a:ext cx="2341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Jean J. GuzmáN</a:t>
            </a:r>
            <a:endParaRPr lang="en-US" sz="660" dirty="0"/>
          </a:p>
        </p:txBody>
      </p:sp>
      <p:sp>
        <p:nvSpPr>
          <p:cNvPr id="38" name="Text 35"/>
          <p:cNvSpPr/>
          <p:nvPr/>
        </p:nvSpPr>
        <p:spPr>
          <a:xfrm>
            <a:off x="1015429" y="4324373"/>
            <a:ext cx="23414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Silvana Otero</a:t>
            </a:r>
            <a:endParaRPr lang="en-US" sz="660" dirty="0"/>
          </a:p>
        </p:txBody>
      </p:sp>
      <p:sp>
        <p:nvSpPr>
          <p:cNvPr id="39" name="Text 36"/>
          <p:cNvSpPr/>
          <p:nvPr/>
        </p:nvSpPr>
        <p:spPr>
          <a:xfrm>
            <a:off x="1687222" y="5429250"/>
            <a:ext cx="472860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— = sin dato</a:t>
            </a:r>
            <a:endParaRPr lang="en-US" sz="648" dirty="0"/>
          </a:p>
        </p:txBody>
      </p:sp>
      <p:sp>
        <p:nvSpPr>
          <p:cNvPr id="40" name="Text 37"/>
          <p:cNvSpPr/>
          <p:nvPr/>
        </p:nvSpPr>
        <p:spPr>
          <a:xfrm>
            <a:off x="1149073" y="5429250"/>
            <a:ext cx="445044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rojo &lt; meta</a:t>
            </a:r>
            <a:endParaRPr lang="en-US" sz="648" dirty="0"/>
          </a:p>
        </p:txBody>
      </p:sp>
      <p:sp>
        <p:nvSpPr>
          <p:cNvPr id="41" name="Text 38"/>
          <p:cNvSpPr/>
          <p:nvPr/>
        </p:nvSpPr>
        <p:spPr>
          <a:xfrm>
            <a:off x="7963296" y="2697910"/>
            <a:ext cx="7455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Eventos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8673337" y="2697910"/>
            <a:ext cx="29141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Detalle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1015429" y="1252560"/>
            <a:ext cx="234148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</a:t>
            </a:r>
            <a:endParaRPr lang="en-US" sz="888" dirty="0"/>
          </a:p>
        </p:txBody>
      </p:sp>
      <p:sp>
        <p:nvSpPr>
          <p:cNvPr id="44" name="Text 41"/>
          <p:cNvSpPr/>
          <p:nvPr/>
        </p:nvSpPr>
        <p:spPr>
          <a:xfrm>
            <a:off x="6328907" y="5229248"/>
            <a:ext cx="655378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13.917</a:t>
            </a:r>
            <a:endParaRPr lang="en-US" sz="696" dirty="0"/>
          </a:p>
        </p:txBody>
      </p:sp>
      <p:sp>
        <p:nvSpPr>
          <p:cNvPr id="45" name="Text 42"/>
          <p:cNvSpPr/>
          <p:nvPr/>
        </p:nvSpPr>
        <p:spPr>
          <a:xfrm>
            <a:off x="6328907" y="1252560"/>
            <a:ext cx="65537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6328907" y="1443060"/>
            <a:ext cx="655378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1.276</a:t>
            </a:r>
            <a:endParaRPr lang="en-US" sz="660" dirty="0"/>
          </a:p>
        </p:txBody>
      </p:sp>
      <p:sp>
        <p:nvSpPr>
          <p:cNvPr id="47" name="Text 44"/>
          <p:cNvSpPr/>
          <p:nvPr/>
        </p:nvSpPr>
        <p:spPr>
          <a:xfrm>
            <a:off x="6328907" y="1590698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1.021</a:t>
            </a:r>
            <a:endParaRPr lang="en-US" sz="660" dirty="0"/>
          </a:p>
        </p:txBody>
      </p:sp>
      <p:sp>
        <p:nvSpPr>
          <p:cNvPr id="48" name="Text 45"/>
          <p:cNvSpPr/>
          <p:nvPr/>
        </p:nvSpPr>
        <p:spPr>
          <a:xfrm>
            <a:off x="1015429" y="5229248"/>
            <a:ext cx="2341484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696" dirty="0"/>
          </a:p>
        </p:txBody>
      </p:sp>
      <p:sp>
        <p:nvSpPr>
          <p:cNvPr id="49" name="Text 46"/>
          <p:cNvSpPr/>
          <p:nvPr/>
        </p:nvSpPr>
        <p:spPr>
          <a:xfrm>
            <a:off x="3245414" y="5229248"/>
            <a:ext cx="537397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2.245</a:t>
            </a:r>
            <a:endParaRPr lang="en-US" sz="696" dirty="0"/>
          </a:p>
        </p:txBody>
      </p:sp>
      <p:sp>
        <p:nvSpPr>
          <p:cNvPr id="50" name="Text 47"/>
          <p:cNvSpPr/>
          <p:nvPr/>
        </p:nvSpPr>
        <p:spPr>
          <a:xfrm>
            <a:off x="3757221" y="5229248"/>
            <a:ext cx="533491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2.374</a:t>
            </a:r>
            <a:endParaRPr lang="en-US" sz="696" dirty="0"/>
          </a:p>
        </p:txBody>
      </p:sp>
      <p:sp>
        <p:nvSpPr>
          <p:cNvPr id="51" name="Text 48"/>
          <p:cNvSpPr/>
          <p:nvPr/>
        </p:nvSpPr>
        <p:spPr>
          <a:xfrm>
            <a:off x="4265307" y="5229248"/>
            <a:ext cx="534272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2.431</a:t>
            </a:r>
            <a:endParaRPr lang="en-US" sz="696" dirty="0"/>
          </a:p>
        </p:txBody>
      </p:sp>
      <p:sp>
        <p:nvSpPr>
          <p:cNvPr id="52" name="Text 49"/>
          <p:cNvSpPr/>
          <p:nvPr/>
        </p:nvSpPr>
        <p:spPr>
          <a:xfrm>
            <a:off x="4774138" y="5229248"/>
            <a:ext cx="542554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2.367</a:t>
            </a:r>
            <a:endParaRPr lang="en-US" sz="696" dirty="0"/>
          </a:p>
        </p:txBody>
      </p:sp>
      <p:sp>
        <p:nvSpPr>
          <p:cNvPr id="53" name="Text 50"/>
          <p:cNvSpPr/>
          <p:nvPr/>
        </p:nvSpPr>
        <p:spPr>
          <a:xfrm>
            <a:off x="5290856" y="5229248"/>
            <a:ext cx="559743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2.186</a:t>
            </a:r>
            <a:endParaRPr lang="en-US" sz="696" dirty="0"/>
          </a:p>
        </p:txBody>
      </p:sp>
      <p:sp>
        <p:nvSpPr>
          <p:cNvPr id="54" name="Text 51"/>
          <p:cNvSpPr/>
          <p:nvPr/>
        </p:nvSpPr>
        <p:spPr>
          <a:xfrm>
            <a:off x="5823945" y="5229248"/>
            <a:ext cx="530209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2.314</a:t>
            </a:r>
            <a:endParaRPr lang="en-US" sz="696" dirty="0"/>
          </a:p>
        </p:txBody>
      </p:sp>
      <p:sp>
        <p:nvSpPr>
          <p:cNvPr id="55" name="Text 52"/>
          <p:cNvSpPr/>
          <p:nvPr/>
        </p:nvSpPr>
        <p:spPr>
          <a:xfrm>
            <a:off x="7448364" y="4236197"/>
            <a:ext cx="540679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888" dirty="0"/>
          </a:p>
        </p:txBody>
      </p:sp>
      <p:sp>
        <p:nvSpPr>
          <p:cNvPr id="56" name="Text 53"/>
          <p:cNvSpPr/>
          <p:nvPr/>
        </p:nvSpPr>
        <p:spPr>
          <a:xfrm>
            <a:off x="10517867" y="1066800"/>
            <a:ext cx="453639" cy="210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Vanti</a:t>
            </a:r>
            <a:endParaRPr lang="en-US" sz="720" dirty="0"/>
          </a:p>
        </p:txBody>
      </p:sp>
      <p:sp>
        <p:nvSpPr>
          <p:cNvPr id="57" name="Text 54"/>
          <p:cNvSpPr/>
          <p:nvPr/>
        </p:nvSpPr>
        <p:spPr>
          <a:xfrm>
            <a:off x="10988003" y="1066800"/>
            <a:ext cx="483798" cy="210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</a:t>
            </a:r>
            <a:endParaRPr lang="en-US" sz="720" dirty="0"/>
          </a:p>
        </p:txBody>
      </p:sp>
      <p:sp>
        <p:nvSpPr>
          <p:cNvPr id="58" name="Text 55"/>
          <p:cNvSpPr/>
          <p:nvPr/>
        </p:nvSpPr>
        <p:spPr>
          <a:xfrm>
            <a:off x="3245414" y="1252560"/>
            <a:ext cx="53739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59" name="Text 56"/>
          <p:cNvSpPr/>
          <p:nvPr/>
        </p:nvSpPr>
        <p:spPr>
          <a:xfrm>
            <a:off x="3757221" y="1252560"/>
            <a:ext cx="53349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60" name="Text 57"/>
          <p:cNvSpPr/>
          <p:nvPr/>
        </p:nvSpPr>
        <p:spPr>
          <a:xfrm>
            <a:off x="4265307" y="1252560"/>
            <a:ext cx="5342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61" name="Text 58"/>
          <p:cNvSpPr/>
          <p:nvPr/>
        </p:nvSpPr>
        <p:spPr>
          <a:xfrm>
            <a:off x="4774138" y="1252560"/>
            <a:ext cx="54255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62" name="Text 59"/>
          <p:cNvSpPr/>
          <p:nvPr/>
        </p:nvSpPr>
        <p:spPr>
          <a:xfrm>
            <a:off x="5290856" y="1252560"/>
            <a:ext cx="5597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63" name="Text 60"/>
          <p:cNvSpPr/>
          <p:nvPr/>
        </p:nvSpPr>
        <p:spPr>
          <a:xfrm>
            <a:off x="5823945" y="1252560"/>
            <a:ext cx="53020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64" name="Text 61"/>
          <p:cNvSpPr/>
          <p:nvPr/>
        </p:nvSpPr>
        <p:spPr>
          <a:xfrm>
            <a:off x="3245414" y="1443060"/>
            <a:ext cx="537397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205</a:t>
            </a:r>
            <a:endParaRPr lang="en-US" sz="660" dirty="0"/>
          </a:p>
        </p:txBody>
      </p:sp>
      <p:sp>
        <p:nvSpPr>
          <p:cNvPr id="65" name="Text 62"/>
          <p:cNvSpPr/>
          <p:nvPr/>
        </p:nvSpPr>
        <p:spPr>
          <a:xfrm>
            <a:off x="3757221" y="1443060"/>
            <a:ext cx="533491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234</a:t>
            </a:r>
            <a:endParaRPr lang="en-US" sz="660" dirty="0"/>
          </a:p>
        </p:txBody>
      </p:sp>
      <p:sp>
        <p:nvSpPr>
          <p:cNvPr id="66" name="Text 63"/>
          <p:cNvSpPr/>
          <p:nvPr/>
        </p:nvSpPr>
        <p:spPr>
          <a:xfrm>
            <a:off x="4265307" y="1443060"/>
            <a:ext cx="534272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208</a:t>
            </a:r>
            <a:endParaRPr lang="en-US" sz="660" dirty="0"/>
          </a:p>
        </p:txBody>
      </p:sp>
      <p:sp>
        <p:nvSpPr>
          <p:cNvPr id="67" name="Text 64"/>
          <p:cNvSpPr/>
          <p:nvPr/>
        </p:nvSpPr>
        <p:spPr>
          <a:xfrm>
            <a:off x="4774138" y="1443060"/>
            <a:ext cx="542554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197</a:t>
            </a:r>
            <a:endParaRPr lang="en-US" sz="660" dirty="0"/>
          </a:p>
        </p:txBody>
      </p:sp>
      <p:sp>
        <p:nvSpPr>
          <p:cNvPr id="68" name="Text 65"/>
          <p:cNvSpPr/>
          <p:nvPr/>
        </p:nvSpPr>
        <p:spPr>
          <a:xfrm>
            <a:off x="5290856" y="1443060"/>
            <a:ext cx="559743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210</a:t>
            </a:r>
            <a:endParaRPr lang="en-US" sz="660" dirty="0"/>
          </a:p>
        </p:txBody>
      </p:sp>
      <p:sp>
        <p:nvSpPr>
          <p:cNvPr id="69" name="Text 66"/>
          <p:cNvSpPr/>
          <p:nvPr/>
        </p:nvSpPr>
        <p:spPr>
          <a:xfrm>
            <a:off x="5823945" y="1443060"/>
            <a:ext cx="530209" cy="147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222</a:t>
            </a:r>
            <a:endParaRPr lang="en-US" sz="660" dirty="0"/>
          </a:p>
        </p:txBody>
      </p:sp>
      <p:sp>
        <p:nvSpPr>
          <p:cNvPr id="70" name="Text 67"/>
          <p:cNvSpPr/>
          <p:nvPr/>
        </p:nvSpPr>
        <p:spPr>
          <a:xfrm>
            <a:off x="3245414" y="1590698"/>
            <a:ext cx="5373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144</a:t>
            </a:r>
            <a:endParaRPr lang="en-US" sz="660" dirty="0"/>
          </a:p>
        </p:txBody>
      </p:sp>
      <p:sp>
        <p:nvSpPr>
          <p:cNvPr id="71" name="Text 68"/>
          <p:cNvSpPr/>
          <p:nvPr/>
        </p:nvSpPr>
        <p:spPr>
          <a:xfrm>
            <a:off x="3757221" y="1590698"/>
            <a:ext cx="5334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195</a:t>
            </a:r>
            <a:endParaRPr lang="en-US" sz="660" dirty="0"/>
          </a:p>
        </p:txBody>
      </p:sp>
      <p:sp>
        <p:nvSpPr>
          <p:cNvPr id="72" name="Text 69"/>
          <p:cNvSpPr/>
          <p:nvPr/>
        </p:nvSpPr>
        <p:spPr>
          <a:xfrm>
            <a:off x="4265307" y="1590698"/>
            <a:ext cx="5342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189</a:t>
            </a:r>
            <a:endParaRPr lang="en-US" sz="660" dirty="0"/>
          </a:p>
        </p:txBody>
      </p:sp>
      <p:sp>
        <p:nvSpPr>
          <p:cNvPr id="73" name="Text 70"/>
          <p:cNvSpPr/>
          <p:nvPr/>
        </p:nvSpPr>
        <p:spPr>
          <a:xfrm>
            <a:off x="4774138" y="1590698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157</a:t>
            </a:r>
            <a:endParaRPr lang="en-US" sz="660" dirty="0"/>
          </a:p>
        </p:txBody>
      </p:sp>
      <p:sp>
        <p:nvSpPr>
          <p:cNvPr id="74" name="Text 71"/>
          <p:cNvSpPr/>
          <p:nvPr/>
        </p:nvSpPr>
        <p:spPr>
          <a:xfrm>
            <a:off x="5290856" y="1590698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161</a:t>
            </a:r>
            <a:endParaRPr lang="en-US" sz="660" dirty="0"/>
          </a:p>
        </p:txBody>
      </p:sp>
      <p:sp>
        <p:nvSpPr>
          <p:cNvPr id="75" name="Text 72"/>
          <p:cNvSpPr/>
          <p:nvPr/>
        </p:nvSpPr>
        <p:spPr>
          <a:xfrm>
            <a:off x="5823945" y="1590698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175</a:t>
            </a:r>
            <a:endParaRPr lang="en-US" sz="660" dirty="0"/>
          </a:p>
        </p:txBody>
      </p:sp>
      <p:sp>
        <p:nvSpPr>
          <p:cNvPr id="76" name="Text 73"/>
          <p:cNvSpPr/>
          <p:nvPr/>
        </p:nvSpPr>
        <p:spPr>
          <a:xfrm>
            <a:off x="3245414" y="1743098"/>
            <a:ext cx="5373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155</a:t>
            </a:r>
            <a:endParaRPr lang="en-US" sz="660" dirty="0"/>
          </a:p>
        </p:txBody>
      </p:sp>
      <p:sp>
        <p:nvSpPr>
          <p:cNvPr id="77" name="Text 74"/>
          <p:cNvSpPr/>
          <p:nvPr/>
        </p:nvSpPr>
        <p:spPr>
          <a:xfrm>
            <a:off x="3757221" y="1743098"/>
            <a:ext cx="5334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175</a:t>
            </a:r>
            <a:endParaRPr lang="en-US" sz="660" dirty="0"/>
          </a:p>
        </p:txBody>
      </p:sp>
      <p:sp>
        <p:nvSpPr>
          <p:cNvPr id="78" name="Text 75"/>
          <p:cNvSpPr/>
          <p:nvPr/>
        </p:nvSpPr>
        <p:spPr>
          <a:xfrm>
            <a:off x="4265307" y="1743098"/>
            <a:ext cx="5342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178</a:t>
            </a:r>
            <a:endParaRPr lang="en-US" sz="660" dirty="0"/>
          </a:p>
        </p:txBody>
      </p:sp>
      <p:sp>
        <p:nvSpPr>
          <p:cNvPr id="79" name="Text 76"/>
          <p:cNvSpPr/>
          <p:nvPr/>
        </p:nvSpPr>
        <p:spPr>
          <a:xfrm>
            <a:off x="4774138" y="1743098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</a:t>
            </a:r>
            <a:endParaRPr lang="en-US" sz="660" dirty="0"/>
          </a:p>
        </p:txBody>
      </p:sp>
      <p:sp>
        <p:nvSpPr>
          <p:cNvPr id="80" name="Text 77"/>
          <p:cNvSpPr/>
          <p:nvPr/>
        </p:nvSpPr>
        <p:spPr>
          <a:xfrm>
            <a:off x="5290856" y="1743098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144</a:t>
            </a:r>
            <a:endParaRPr lang="en-US" sz="660" dirty="0"/>
          </a:p>
        </p:txBody>
      </p:sp>
      <p:sp>
        <p:nvSpPr>
          <p:cNvPr id="81" name="Text 78"/>
          <p:cNvSpPr/>
          <p:nvPr/>
        </p:nvSpPr>
        <p:spPr>
          <a:xfrm>
            <a:off x="5823945" y="1743098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153</a:t>
            </a:r>
            <a:endParaRPr lang="en-US" sz="660" dirty="0"/>
          </a:p>
        </p:txBody>
      </p:sp>
      <p:sp>
        <p:nvSpPr>
          <p:cNvPr id="82" name="Text 79"/>
          <p:cNvSpPr/>
          <p:nvPr/>
        </p:nvSpPr>
        <p:spPr>
          <a:xfrm>
            <a:off x="6328907" y="1743098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952</a:t>
            </a:r>
            <a:endParaRPr lang="en-US" sz="660" dirty="0"/>
          </a:p>
        </p:txBody>
      </p:sp>
      <p:sp>
        <p:nvSpPr>
          <p:cNvPr id="83" name="Text 80"/>
          <p:cNvSpPr/>
          <p:nvPr/>
        </p:nvSpPr>
        <p:spPr>
          <a:xfrm>
            <a:off x="3245414" y="1895498"/>
            <a:ext cx="5373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151</a:t>
            </a:r>
            <a:endParaRPr lang="en-US" sz="660" dirty="0"/>
          </a:p>
        </p:txBody>
      </p:sp>
      <p:sp>
        <p:nvSpPr>
          <p:cNvPr id="84" name="Text 81"/>
          <p:cNvSpPr/>
          <p:nvPr/>
        </p:nvSpPr>
        <p:spPr>
          <a:xfrm>
            <a:off x="3757221" y="1895498"/>
            <a:ext cx="5334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188</a:t>
            </a:r>
            <a:endParaRPr lang="en-US" sz="660" dirty="0"/>
          </a:p>
        </p:txBody>
      </p:sp>
      <p:sp>
        <p:nvSpPr>
          <p:cNvPr id="85" name="Text 82"/>
          <p:cNvSpPr/>
          <p:nvPr/>
        </p:nvSpPr>
        <p:spPr>
          <a:xfrm>
            <a:off x="4265307" y="1895498"/>
            <a:ext cx="5342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169</a:t>
            </a:r>
            <a:endParaRPr lang="en-US" sz="660" dirty="0"/>
          </a:p>
        </p:txBody>
      </p:sp>
      <p:sp>
        <p:nvSpPr>
          <p:cNvPr id="86" name="Text 83"/>
          <p:cNvSpPr/>
          <p:nvPr/>
        </p:nvSpPr>
        <p:spPr>
          <a:xfrm>
            <a:off x="4774138" y="1895498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148</a:t>
            </a:r>
            <a:endParaRPr lang="en-US" sz="660" dirty="0"/>
          </a:p>
        </p:txBody>
      </p:sp>
      <p:sp>
        <p:nvSpPr>
          <p:cNvPr id="87" name="Text 84"/>
          <p:cNvSpPr/>
          <p:nvPr/>
        </p:nvSpPr>
        <p:spPr>
          <a:xfrm>
            <a:off x="5290856" y="1895498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144</a:t>
            </a:r>
            <a:endParaRPr lang="en-US" sz="660" dirty="0"/>
          </a:p>
        </p:txBody>
      </p:sp>
      <p:sp>
        <p:nvSpPr>
          <p:cNvPr id="88" name="Text 85"/>
          <p:cNvSpPr/>
          <p:nvPr/>
        </p:nvSpPr>
        <p:spPr>
          <a:xfrm>
            <a:off x="5823945" y="1895498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660" dirty="0"/>
          </a:p>
        </p:txBody>
      </p:sp>
      <p:sp>
        <p:nvSpPr>
          <p:cNvPr id="89" name="Text 86"/>
          <p:cNvSpPr/>
          <p:nvPr/>
        </p:nvSpPr>
        <p:spPr>
          <a:xfrm>
            <a:off x="6328907" y="1895498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935</a:t>
            </a:r>
            <a:endParaRPr lang="en-US" sz="660" dirty="0"/>
          </a:p>
        </p:txBody>
      </p:sp>
      <p:sp>
        <p:nvSpPr>
          <p:cNvPr id="90" name="Text 87"/>
          <p:cNvSpPr/>
          <p:nvPr/>
        </p:nvSpPr>
        <p:spPr>
          <a:xfrm>
            <a:off x="3245414" y="2047898"/>
            <a:ext cx="5373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167</a:t>
            </a:r>
            <a:endParaRPr lang="en-US" sz="660" dirty="0"/>
          </a:p>
        </p:txBody>
      </p:sp>
      <p:sp>
        <p:nvSpPr>
          <p:cNvPr id="91" name="Text 88"/>
          <p:cNvSpPr/>
          <p:nvPr/>
        </p:nvSpPr>
        <p:spPr>
          <a:xfrm>
            <a:off x="3757221" y="2047898"/>
            <a:ext cx="5334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149</a:t>
            </a:r>
            <a:endParaRPr lang="en-US" sz="660" dirty="0"/>
          </a:p>
        </p:txBody>
      </p:sp>
      <p:sp>
        <p:nvSpPr>
          <p:cNvPr id="92" name="Text 89"/>
          <p:cNvSpPr/>
          <p:nvPr/>
        </p:nvSpPr>
        <p:spPr>
          <a:xfrm>
            <a:off x="4265307" y="2047898"/>
            <a:ext cx="5342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169</a:t>
            </a:r>
            <a:endParaRPr lang="en-US" sz="660" dirty="0"/>
          </a:p>
        </p:txBody>
      </p:sp>
      <p:sp>
        <p:nvSpPr>
          <p:cNvPr id="93" name="Text 90"/>
          <p:cNvSpPr/>
          <p:nvPr/>
        </p:nvSpPr>
        <p:spPr>
          <a:xfrm>
            <a:off x="4774138" y="2047898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146</a:t>
            </a:r>
            <a:endParaRPr lang="en-US" sz="660" dirty="0"/>
          </a:p>
        </p:txBody>
      </p:sp>
      <p:sp>
        <p:nvSpPr>
          <p:cNvPr id="94" name="Text 91"/>
          <p:cNvSpPr/>
          <p:nvPr/>
        </p:nvSpPr>
        <p:spPr>
          <a:xfrm>
            <a:off x="5290856" y="2047898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149</a:t>
            </a:r>
            <a:endParaRPr lang="en-US" sz="660" dirty="0"/>
          </a:p>
        </p:txBody>
      </p:sp>
      <p:sp>
        <p:nvSpPr>
          <p:cNvPr id="95" name="Text 92"/>
          <p:cNvSpPr/>
          <p:nvPr/>
        </p:nvSpPr>
        <p:spPr>
          <a:xfrm>
            <a:off x="5823945" y="2047898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145</a:t>
            </a:r>
            <a:endParaRPr lang="en-US" sz="660" dirty="0"/>
          </a:p>
        </p:txBody>
      </p:sp>
      <p:sp>
        <p:nvSpPr>
          <p:cNvPr id="96" name="Text 93"/>
          <p:cNvSpPr/>
          <p:nvPr/>
        </p:nvSpPr>
        <p:spPr>
          <a:xfrm>
            <a:off x="6328907" y="2047898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925</a:t>
            </a:r>
            <a:endParaRPr lang="en-US" sz="660" dirty="0"/>
          </a:p>
        </p:txBody>
      </p:sp>
      <p:sp>
        <p:nvSpPr>
          <p:cNvPr id="97" name="Text 94"/>
          <p:cNvSpPr/>
          <p:nvPr/>
        </p:nvSpPr>
        <p:spPr>
          <a:xfrm>
            <a:off x="3245414" y="2200298"/>
            <a:ext cx="5373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154</a:t>
            </a:r>
            <a:endParaRPr lang="en-US" sz="660" dirty="0"/>
          </a:p>
        </p:txBody>
      </p:sp>
      <p:sp>
        <p:nvSpPr>
          <p:cNvPr id="98" name="Text 95"/>
          <p:cNvSpPr/>
          <p:nvPr/>
        </p:nvSpPr>
        <p:spPr>
          <a:xfrm>
            <a:off x="3757221" y="2200298"/>
            <a:ext cx="5334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180</a:t>
            </a:r>
            <a:endParaRPr lang="en-US" sz="660" dirty="0"/>
          </a:p>
        </p:txBody>
      </p:sp>
      <p:sp>
        <p:nvSpPr>
          <p:cNvPr id="99" name="Text 96"/>
          <p:cNvSpPr/>
          <p:nvPr/>
        </p:nvSpPr>
        <p:spPr>
          <a:xfrm>
            <a:off x="4265307" y="2200298"/>
            <a:ext cx="53427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168</a:t>
            </a:r>
            <a:endParaRPr lang="en-US" sz="660" dirty="0"/>
          </a:p>
        </p:txBody>
      </p:sp>
      <p:sp>
        <p:nvSpPr>
          <p:cNvPr id="100" name="Text 97"/>
          <p:cNvSpPr/>
          <p:nvPr/>
        </p:nvSpPr>
        <p:spPr>
          <a:xfrm>
            <a:off x="4774138" y="2200298"/>
            <a:ext cx="5425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136</a:t>
            </a:r>
            <a:endParaRPr lang="en-US" sz="660" dirty="0"/>
          </a:p>
        </p:txBody>
      </p:sp>
      <p:sp>
        <p:nvSpPr>
          <p:cNvPr id="101" name="Text 98"/>
          <p:cNvSpPr/>
          <p:nvPr/>
        </p:nvSpPr>
        <p:spPr>
          <a:xfrm>
            <a:off x="5823945" y="2200298"/>
            <a:ext cx="5302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167</a:t>
            </a:r>
            <a:endParaRPr lang="en-US" sz="660" dirty="0"/>
          </a:p>
        </p:txBody>
      </p:sp>
      <p:sp>
        <p:nvSpPr>
          <p:cNvPr id="102" name="Text 99"/>
          <p:cNvSpPr/>
          <p:nvPr/>
        </p:nvSpPr>
        <p:spPr>
          <a:xfrm>
            <a:off x="6328907" y="2200298"/>
            <a:ext cx="65537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886</a:t>
            </a:r>
            <a:endParaRPr lang="en-US" sz="660" dirty="0"/>
          </a:p>
        </p:txBody>
      </p:sp>
      <p:sp>
        <p:nvSpPr>
          <p:cNvPr id="103" name="Text 100"/>
          <p:cNvSpPr/>
          <p:nvPr/>
        </p:nvSpPr>
        <p:spPr>
          <a:xfrm>
            <a:off x="3245414" y="2343173"/>
            <a:ext cx="5373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163</a:t>
            </a:r>
            <a:endParaRPr lang="en-US" sz="660" dirty="0"/>
          </a:p>
        </p:txBody>
      </p:sp>
      <p:sp>
        <p:nvSpPr>
          <p:cNvPr id="104" name="Text 101"/>
          <p:cNvSpPr/>
          <p:nvPr/>
        </p:nvSpPr>
        <p:spPr>
          <a:xfrm>
            <a:off x="3757221" y="2343173"/>
            <a:ext cx="5334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176</a:t>
            </a:r>
            <a:endParaRPr lang="en-US" sz="660" dirty="0"/>
          </a:p>
        </p:txBody>
      </p:sp>
      <p:sp>
        <p:nvSpPr>
          <p:cNvPr id="105" name="Text 102"/>
          <p:cNvSpPr/>
          <p:nvPr/>
        </p:nvSpPr>
        <p:spPr>
          <a:xfrm>
            <a:off x="4265307" y="2343173"/>
            <a:ext cx="5342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149</a:t>
            </a:r>
            <a:endParaRPr lang="en-US" sz="660" dirty="0"/>
          </a:p>
        </p:txBody>
      </p:sp>
      <p:sp>
        <p:nvSpPr>
          <p:cNvPr id="106" name="Text 103"/>
          <p:cNvSpPr/>
          <p:nvPr/>
        </p:nvSpPr>
        <p:spPr>
          <a:xfrm>
            <a:off x="4774138" y="2343173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145</a:t>
            </a:r>
            <a:endParaRPr lang="en-US" sz="660" dirty="0"/>
          </a:p>
        </p:txBody>
      </p:sp>
      <p:sp>
        <p:nvSpPr>
          <p:cNvPr id="107" name="Text 104"/>
          <p:cNvSpPr/>
          <p:nvPr/>
        </p:nvSpPr>
        <p:spPr>
          <a:xfrm>
            <a:off x="5290856" y="2343173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123</a:t>
            </a:r>
            <a:endParaRPr lang="en-US" sz="696" dirty="0"/>
          </a:p>
        </p:txBody>
      </p:sp>
      <p:sp>
        <p:nvSpPr>
          <p:cNvPr id="108" name="Text 105"/>
          <p:cNvSpPr/>
          <p:nvPr/>
        </p:nvSpPr>
        <p:spPr>
          <a:xfrm>
            <a:off x="5823945" y="2343173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129</a:t>
            </a:r>
            <a:endParaRPr lang="en-US" sz="696" dirty="0"/>
          </a:p>
        </p:txBody>
      </p:sp>
      <p:sp>
        <p:nvSpPr>
          <p:cNvPr id="109" name="Text 106"/>
          <p:cNvSpPr/>
          <p:nvPr/>
        </p:nvSpPr>
        <p:spPr>
          <a:xfrm>
            <a:off x="6328907" y="2343173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885</a:t>
            </a:r>
            <a:endParaRPr lang="en-US" sz="660" dirty="0"/>
          </a:p>
        </p:txBody>
      </p:sp>
      <p:sp>
        <p:nvSpPr>
          <p:cNvPr id="110" name="Text 107"/>
          <p:cNvSpPr/>
          <p:nvPr/>
        </p:nvSpPr>
        <p:spPr>
          <a:xfrm>
            <a:off x="3245414" y="2495573"/>
            <a:ext cx="5373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163</a:t>
            </a:r>
            <a:endParaRPr lang="en-US" sz="660" dirty="0"/>
          </a:p>
        </p:txBody>
      </p:sp>
      <p:sp>
        <p:nvSpPr>
          <p:cNvPr id="111" name="Text 108"/>
          <p:cNvSpPr/>
          <p:nvPr/>
        </p:nvSpPr>
        <p:spPr>
          <a:xfrm>
            <a:off x="3757221" y="2495573"/>
            <a:ext cx="5334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137</a:t>
            </a:r>
            <a:endParaRPr lang="en-US" sz="660" dirty="0"/>
          </a:p>
        </p:txBody>
      </p:sp>
      <p:sp>
        <p:nvSpPr>
          <p:cNvPr id="112" name="Text 109"/>
          <p:cNvSpPr/>
          <p:nvPr/>
        </p:nvSpPr>
        <p:spPr>
          <a:xfrm>
            <a:off x="4265307" y="2495573"/>
            <a:ext cx="5342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152</a:t>
            </a:r>
            <a:endParaRPr lang="en-US" sz="660" dirty="0"/>
          </a:p>
        </p:txBody>
      </p:sp>
      <p:sp>
        <p:nvSpPr>
          <p:cNvPr id="113" name="Text 110"/>
          <p:cNvSpPr/>
          <p:nvPr/>
        </p:nvSpPr>
        <p:spPr>
          <a:xfrm>
            <a:off x="4774138" y="2495573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141</a:t>
            </a:r>
            <a:endParaRPr lang="en-US" sz="660" dirty="0"/>
          </a:p>
        </p:txBody>
      </p:sp>
      <p:sp>
        <p:nvSpPr>
          <p:cNvPr id="114" name="Text 111"/>
          <p:cNvSpPr/>
          <p:nvPr/>
        </p:nvSpPr>
        <p:spPr>
          <a:xfrm>
            <a:off x="5290856" y="2495573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115" name="Text 112"/>
          <p:cNvSpPr/>
          <p:nvPr/>
        </p:nvSpPr>
        <p:spPr>
          <a:xfrm>
            <a:off x="5823945" y="2495573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132</a:t>
            </a:r>
            <a:endParaRPr lang="en-US" sz="696" dirty="0"/>
          </a:p>
        </p:txBody>
      </p:sp>
      <p:sp>
        <p:nvSpPr>
          <p:cNvPr id="116" name="Text 113"/>
          <p:cNvSpPr/>
          <p:nvPr/>
        </p:nvSpPr>
        <p:spPr>
          <a:xfrm>
            <a:off x="6328907" y="2495573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865</a:t>
            </a:r>
            <a:endParaRPr lang="en-US" sz="660" dirty="0"/>
          </a:p>
        </p:txBody>
      </p:sp>
      <p:sp>
        <p:nvSpPr>
          <p:cNvPr id="117" name="Text 114"/>
          <p:cNvSpPr/>
          <p:nvPr/>
        </p:nvSpPr>
        <p:spPr>
          <a:xfrm>
            <a:off x="3245414" y="2647973"/>
            <a:ext cx="5373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136</a:t>
            </a:r>
            <a:endParaRPr lang="en-US" sz="660" dirty="0"/>
          </a:p>
        </p:txBody>
      </p:sp>
      <p:sp>
        <p:nvSpPr>
          <p:cNvPr id="118" name="Text 115"/>
          <p:cNvSpPr/>
          <p:nvPr/>
        </p:nvSpPr>
        <p:spPr>
          <a:xfrm>
            <a:off x="3757221" y="2647973"/>
            <a:ext cx="5334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136</a:t>
            </a:r>
            <a:endParaRPr lang="en-US" sz="660" dirty="0"/>
          </a:p>
        </p:txBody>
      </p:sp>
      <p:sp>
        <p:nvSpPr>
          <p:cNvPr id="119" name="Text 116"/>
          <p:cNvSpPr/>
          <p:nvPr/>
        </p:nvSpPr>
        <p:spPr>
          <a:xfrm>
            <a:off x="4265307" y="2647973"/>
            <a:ext cx="5342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156</a:t>
            </a:r>
            <a:endParaRPr lang="en-US" sz="660" dirty="0"/>
          </a:p>
        </p:txBody>
      </p:sp>
      <p:sp>
        <p:nvSpPr>
          <p:cNvPr id="120" name="Text 117"/>
          <p:cNvSpPr/>
          <p:nvPr/>
        </p:nvSpPr>
        <p:spPr>
          <a:xfrm>
            <a:off x="4774138" y="2647973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138</a:t>
            </a:r>
            <a:endParaRPr lang="en-US" sz="696" dirty="0"/>
          </a:p>
        </p:txBody>
      </p:sp>
      <p:sp>
        <p:nvSpPr>
          <p:cNvPr id="121" name="Text 118"/>
          <p:cNvSpPr/>
          <p:nvPr/>
        </p:nvSpPr>
        <p:spPr>
          <a:xfrm>
            <a:off x="5290856" y="2647973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122" name="Text 119"/>
          <p:cNvSpPr/>
          <p:nvPr/>
        </p:nvSpPr>
        <p:spPr>
          <a:xfrm>
            <a:off x="5823945" y="2647973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123</a:t>
            </a:r>
            <a:endParaRPr lang="en-US" sz="696" dirty="0"/>
          </a:p>
        </p:txBody>
      </p:sp>
      <p:sp>
        <p:nvSpPr>
          <p:cNvPr id="123" name="Text 120"/>
          <p:cNvSpPr/>
          <p:nvPr/>
        </p:nvSpPr>
        <p:spPr>
          <a:xfrm>
            <a:off x="6328907" y="2647973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829</a:t>
            </a:r>
            <a:endParaRPr lang="en-US" sz="660" dirty="0"/>
          </a:p>
        </p:txBody>
      </p:sp>
      <p:sp>
        <p:nvSpPr>
          <p:cNvPr id="124" name="Text 121"/>
          <p:cNvSpPr/>
          <p:nvPr/>
        </p:nvSpPr>
        <p:spPr>
          <a:xfrm>
            <a:off x="3245414" y="2800373"/>
            <a:ext cx="5373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138</a:t>
            </a:r>
            <a:endParaRPr lang="en-US" sz="660" dirty="0"/>
          </a:p>
        </p:txBody>
      </p:sp>
      <p:sp>
        <p:nvSpPr>
          <p:cNvPr id="125" name="Text 122"/>
          <p:cNvSpPr/>
          <p:nvPr/>
        </p:nvSpPr>
        <p:spPr>
          <a:xfrm>
            <a:off x="3757221" y="2800373"/>
            <a:ext cx="5334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126" name="Text 123"/>
          <p:cNvSpPr/>
          <p:nvPr/>
        </p:nvSpPr>
        <p:spPr>
          <a:xfrm>
            <a:off x="4265307" y="2800373"/>
            <a:ext cx="5342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148</a:t>
            </a:r>
            <a:endParaRPr lang="en-US" sz="660" dirty="0"/>
          </a:p>
        </p:txBody>
      </p:sp>
      <p:sp>
        <p:nvSpPr>
          <p:cNvPr id="127" name="Text 124"/>
          <p:cNvSpPr/>
          <p:nvPr/>
        </p:nvSpPr>
        <p:spPr>
          <a:xfrm>
            <a:off x="4774138" y="2800373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143</a:t>
            </a:r>
            <a:endParaRPr lang="en-US" sz="660" dirty="0"/>
          </a:p>
        </p:txBody>
      </p:sp>
      <p:sp>
        <p:nvSpPr>
          <p:cNvPr id="128" name="Text 125"/>
          <p:cNvSpPr/>
          <p:nvPr/>
        </p:nvSpPr>
        <p:spPr>
          <a:xfrm>
            <a:off x="5290856" y="2800373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119</a:t>
            </a:r>
            <a:endParaRPr lang="en-US" sz="696" dirty="0"/>
          </a:p>
        </p:txBody>
      </p:sp>
      <p:sp>
        <p:nvSpPr>
          <p:cNvPr id="129" name="Text 126"/>
          <p:cNvSpPr/>
          <p:nvPr/>
        </p:nvSpPr>
        <p:spPr>
          <a:xfrm>
            <a:off x="6328907" y="2800373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769</a:t>
            </a:r>
            <a:endParaRPr lang="en-US" sz="660" dirty="0"/>
          </a:p>
        </p:txBody>
      </p:sp>
      <p:sp>
        <p:nvSpPr>
          <p:cNvPr id="130" name="Text 127"/>
          <p:cNvSpPr/>
          <p:nvPr/>
        </p:nvSpPr>
        <p:spPr>
          <a:xfrm>
            <a:off x="3245414" y="2952773"/>
            <a:ext cx="5373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131</a:t>
            </a:r>
            <a:endParaRPr lang="en-US" sz="696" dirty="0"/>
          </a:p>
        </p:txBody>
      </p:sp>
      <p:sp>
        <p:nvSpPr>
          <p:cNvPr id="131" name="Text 128"/>
          <p:cNvSpPr/>
          <p:nvPr/>
        </p:nvSpPr>
        <p:spPr>
          <a:xfrm>
            <a:off x="3757221" y="2952773"/>
            <a:ext cx="5334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142</a:t>
            </a:r>
            <a:endParaRPr lang="en-US" sz="660" dirty="0"/>
          </a:p>
        </p:txBody>
      </p:sp>
      <p:sp>
        <p:nvSpPr>
          <p:cNvPr id="132" name="Text 129"/>
          <p:cNvSpPr/>
          <p:nvPr/>
        </p:nvSpPr>
        <p:spPr>
          <a:xfrm>
            <a:off x="4265307" y="2952773"/>
            <a:ext cx="5342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142</a:t>
            </a:r>
            <a:endParaRPr lang="en-US" sz="660" dirty="0"/>
          </a:p>
        </p:txBody>
      </p:sp>
      <p:sp>
        <p:nvSpPr>
          <p:cNvPr id="133" name="Text 130"/>
          <p:cNvSpPr/>
          <p:nvPr/>
        </p:nvSpPr>
        <p:spPr>
          <a:xfrm>
            <a:off x="4774138" y="2952773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141</a:t>
            </a:r>
            <a:endParaRPr lang="en-US" sz="660" dirty="0"/>
          </a:p>
        </p:txBody>
      </p:sp>
      <p:sp>
        <p:nvSpPr>
          <p:cNvPr id="134" name="Text 131"/>
          <p:cNvSpPr/>
          <p:nvPr/>
        </p:nvSpPr>
        <p:spPr>
          <a:xfrm>
            <a:off x="5290856" y="2952773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</a:t>
            </a:r>
            <a:endParaRPr lang="en-US" sz="696" dirty="0"/>
          </a:p>
        </p:txBody>
      </p:sp>
      <p:sp>
        <p:nvSpPr>
          <p:cNvPr id="135" name="Text 132"/>
          <p:cNvSpPr/>
          <p:nvPr/>
        </p:nvSpPr>
        <p:spPr>
          <a:xfrm>
            <a:off x="6328907" y="2952773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732</a:t>
            </a:r>
            <a:endParaRPr lang="en-US" sz="660" dirty="0"/>
          </a:p>
        </p:txBody>
      </p:sp>
      <p:sp>
        <p:nvSpPr>
          <p:cNvPr id="136" name="Text 133"/>
          <p:cNvSpPr/>
          <p:nvPr/>
        </p:nvSpPr>
        <p:spPr>
          <a:xfrm>
            <a:off x="3245414" y="3105173"/>
            <a:ext cx="5373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660" dirty="0"/>
          </a:p>
        </p:txBody>
      </p:sp>
      <p:sp>
        <p:nvSpPr>
          <p:cNvPr id="137" name="Text 134"/>
          <p:cNvSpPr/>
          <p:nvPr/>
        </p:nvSpPr>
        <p:spPr>
          <a:xfrm>
            <a:off x="3757221" y="3105173"/>
            <a:ext cx="5334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129</a:t>
            </a:r>
            <a:endParaRPr lang="en-US" sz="696" dirty="0"/>
          </a:p>
        </p:txBody>
      </p:sp>
      <p:sp>
        <p:nvSpPr>
          <p:cNvPr id="138" name="Text 135"/>
          <p:cNvSpPr/>
          <p:nvPr/>
        </p:nvSpPr>
        <p:spPr>
          <a:xfrm>
            <a:off x="4774138" y="3105173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696" dirty="0"/>
          </a:p>
        </p:txBody>
      </p:sp>
      <p:sp>
        <p:nvSpPr>
          <p:cNvPr id="139" name="Text 136"/>
          <p:cNvSpPr/>
          <p:nvPr/>
        </p:nvSpPr>
        <p:spPr>
          <a:xfrm>
            <a:off x="5823945" y="3105173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122</a:t>
            </a:r>
            <a:endParaRPr lang="en-US" sz="696" dirty="0"/>
          </a:p>
        </p:txBody>
      </p:sp>
      <p:sp>
        <p:nvSpPr>
          <p:cNvPr id="140" name="Text 137"/>
          <p:cNvSpPr/>
          <p:nvPr/>
        </p:nvSpPr>
        <p:spPr>
          <a:xfrm>
            <a:off x="6328907" y="3105173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647</a:t>
            </a:r>
            <a:endParaRPr lang="en-US" sz="660" dirty="0"/>
          </a:p>
        </p:txBody>
      </p:sp>
      <p:sp>
        <p:nvSpPr>
          <p:cNvPr id="141" name="Text 138"/>
          <p:cNvSpPr/>
          <p:nvPr/>
        </p:nvSpPr>
        <p:spPr>
          <a:xfrm>
            <a:off x="3245414" y="3257573"/>
            <a:ext cx="5373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142" name="Text 139"/>
          <p:cNvSpPr/>
          <p:nvPr/>
        </p:nvSpPr>
        <p:spPr>
          <a:xfrm>
            <a:off x="3757221" y="3257573"/>
            <a:ext cx="5334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149</a:t>
            </a:r>
            <a:endParaRPr lang="en-US" sz="660" dirty="0"/>
          </a:p>
        </p:txBody>
      </p:sp>
      <p:sp>
        <p:nvSpPr>
          <p:cNvPr id="143" name="Text 140"/>
          <p:cNvSpPr/>
          <p:nvPr/>
        </p:nvSpPr>
        <p:spPr>
          <a:xfrm>
            <a:off x="4265307" y="3257573"/>
            <a:ext cx="5342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147</a:t>
            </a:r>
            <a:endParaRPr lang="en-US" sz="660" dirty="0"/>
          </a:p>
        </p:txBody>
      </p:sp>
      <p:sp>
        <p:nvSpPr>
          <p:cNvPr id="144" name="Text 141"/>
          <p:cNvSpPr/>
          <p:nvPr/>
        </p:nvSpPr>
        <p:spPr>
          <a:xfrm>
            <a:off x="6328907" y="3257573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633</a:t>
            </a:r>
            <a:endParaRPr lang="en-US" sz="660" dirty="0"/>
          </a:p>
        </p:txBody>
      </p:sp>
      <p:sp>
        <p:nvSpPr>
          <p:cNvPr id="145" name="Text 142"/>
          <p:cNvSpPr/>
          <p:nvPr/>
        </p:nvSpPr>
        <p:spPr>
          <a:xfrm>
            <a:off x="3245414" y="3409973"/>
            <a:ext cx="5373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127</a:t>
            </a:r>
            <a:endParaRPr lang="en-US" sz="696" dirty="0"/>
          </a:p>
        </p:txBody>
      </p:sp>
      <p:sp>
        <p:nvSpPr>
          <p:cNvPr id="146" name="Text 143"/>
          <p:cNvSpPr/>
          <p:nvPr/>
        </p:nvSpPr>
        <p:spPr>
          <a:xfrm>
            <a:off x="3757221" y="3409973"/>
            <a:ext cx="5334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142</a:t>
            </a:r>
            <a:endParaRPr lang="en-US" sz="660" dirty="0"/>
          </a:p>
        </p:txBody>
      </p:sp>
      <p:sp>
        <p:nvSpPr>
          <p:cNvPr id="147" name="Text 144"/>
          <p:cNvSpPr/>
          <p:nvPr/>
        </p:nvSpPr>
        <p:spPr>
          <a:xfrm>
            <a:off x="4774138" y="3409973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139</a:t>
            </a:r>
            <a:endParaRPr lang="en-US" sz="696" dirty="0"/>
          </a:p>
        </p:txBody>
      </p:sp>
      <p:sp>
        <p:nvSpPr>
          <p:cNvPr id="148" name="Text 145"/>
          <p:cNvSpPr/>
          <p:nvPr/>
        </p:nvSpPr>
        <p:spPr>
          <a:xfrm>
            <a:off x="6328907" y="3409973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622</a:t>
            </a:r>
            <a:endParaRPr lang="en-US" sz="660" dirty="0"/>
          </a:p>
        </p:txBody>
      </p:sp>
      <p:sp>
        <p:nvSpPr>
          <p:cNvPr id="149" name="Text 146"/>
          <p:cNvSpPr/>
          <p:nvPr/>
        </p:nvSpPr>
        <p:spPr>
          <a:xfrm>
            <a:off x="4265307" y="3562373"/>
            <a:ext cx="5342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157</a:t>
            </a:r>
            <a:endParaRPr lang="en-US" sz="660" dirty="0"/>
          </a:p>
        </p:txBody>
      </p:sp>
      <p:sp>
        <p:nvSpPr>
          <p:cNvPr id="150" name="Text 147"/>
          <p:cNvSpPr/>
          <p:nvPr/>
        </p:nvSpPr>
        <p:spPr>
          <a:xfrm>
            <a:off x="4774138" y="3562373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151" name="Text 148"/>
          <p:cNvSpPr/>
          <p:nvPr/>
        </p:nvSpPr>
        <p:spPr>
          <a:xfrm>
            <a:off x="5290856" y="3562373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129</a:t>
            </a:r>
            <a:endParaRPr lang="en-US" sz="696" dirty="0"/>
          </a:p>
        </p:txBody>
      </p:sp>
      <p:sp>
        <p:nvSpPr>
          <p:cNvPr id="152" name="Text 149"/>
          <p:cNvSpPr/>
          <p:nvPr/>
        </p:nvSpPr>
        <p:spPr>
          <a:xfrm>
            <a:off x="5823945" y="3562373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137</a:t>
            </a:r>
            <a:endParaRPr lang="en-US" sz="696" dirty="0"/>
          </a:p>
        </p:txBody>
      </p:sp>
      <p:sp>
        <p:nvSpPr>
          <p:cNvPr id="153" name="Text 150"/>
          <p:cNvSpPr/>
          <p:nvPr/>
        </p:nvSpPr>
        <p:spPr>
          <a:xfrm>
            <a:off x="6328907" y="3562373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602</a:t>
            </a:r>
            <a:endParaRPr lang="en-US" sz="660" dirty="0"/>
          </a:p>
        </p:txBody>
      </p:sp>
      <p:sp>
        <p:nvSpPr>
          <p:cNvPr id="154" name="Text 151"/>
          <p:cNvSpPr/>
          <p:nvPr/>
        </p:nvSpPr>
        <p:spPr>
          <a:xfrm>
            <a:off x="4265307" y="3714773"/>
            <a:ext cx="5342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134</a:t>
            </a:r>
            <a:endParaRPr lang="en-US" sz="696" dirty="0"/>
          </a:p>
        </p:txBody>
      </p:sp>
      <p:sp>
        <p:nvSpPr>
          <p:cNvPr id="155" name="Text 152"/>
          <p:cNvSpPr/>
          <p:nvPr/>
        </p:nvSpPr>
        <p:spPr>
          <a:xfrm>
            <a:off x="5290856" y="3714773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104</a:t>
            </a:r>
            <a:endParaRPr lang="en-US" sz="696" dirty="0"/>
          </a:p>
        </p:txBody>
      </p:sp>
      <p:sp>
        <p:nvSpPr>
          <p:cNvPr id="156" name="Text 153"/>
          <p:cNvSpPr/>
          <p:nvPr/>
        </p:nvSpPr>
        <p:spPr>
          <a:xfrm>
            <a:off x="5823945" y="3714773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105</a:t>
            </a:r>
            <a:endParaRPr lang="en-US" sz="696" dirty="0"/>
          </a:p>
        </p:txBody>
      </p:sp>
      <p:sp>
        <p:nvSpPr>
          <p:cNvPr id="157" name="Text 154"/>
          <p:cNvSpPr/>
          <p:nvPr/>
        </p:nvSpPr>
        <p:spPr>
          <a:xfrm>
            <a:off x="6328907" y="3714773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451</a:t>
            </a:r>
            <a:endParaRPr lang="en-US" sz="660" dirty="0"/>
          </a:p>
        </p:txBody>
      </p:sp>
      <p:sp>
        <p:nvSpPr>
          <p:cNvPr id="158" name="Text 155"/>
          <p:cNvSpPr/>
          <p:nvPr/>
        </p:nvSpPr>
        <p:spPr>
          <a:xfrm>
            <a:off x="5290856" y="3867173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101</a:t>
            </a:r>
            <a:endParaRPr lang="en-US" sz="696" dirty="0"/>
          </a:p>
        </p:txBody>
      </p:sp>
      <p:sp>
        <p:nvSpPr>
          <p:cNvPr id="159" name="Text 156"/>
          <p:cNvSpPr/>
          <p:nvPr/>
        </p:nvSpPr>
        <p:spPr>
          <a:xfrm>
            <a:off x="5823945" y="3867173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119</a:t>
            </a:r>
            <a:endParaRPr lang="en-US" sz="696" dirty="0"/>
          </a:p>
        </p:txBody>
      </p:sp>
      <p:sp>
        <p:nvSpPr>
          <p:cNvPr id="160" name="Text 157"/>
          <p:cNvSpPr/>
          <p:nvPr/>
        </p:nvSpPr>
        <p:spPr>
          <a:xfrm>
            <a:off x="6328907" y="3867173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220</a:t>
            </a:r>
            <a:endParaRPr lang="en-US" sz="660" dirty="0"/>
          </a:p>
        </p:txBody>
      </p:sp>
      <p:sp>
        <p:nvSpPr>
          <p:cNvPr id="161" name="Text 158"/>
          <p:cNvSpPr/>
          <p:nvPr/>
        </p:nvSpPr>
        <p:spPr>
          <a:xfrm>
            <a:off x="4265307" y="4019573"/>
            <a:ext cx="5342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109</a:t>
            </a:r>
            <a:endParaRPr lang="en-US" sz="696" dirty="0"/>
          </a:p>
        </p:txBody>
      </p:sp>
      <p:sp>
        <p:nvSpPr>
          <p:cNvPr id="162" name="Text 159"/>
          <p:cNvSpPr/>
          <p:nvPr/>
        </p:nvSpPr>
        <p:spPr>
          <a:xfrm>
            <a:off x="6328907" y="4019573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198</a:t>
            </a:r>
            <a:endParaRPr lang="en-US" sz="660" dirty="0"/>
          </a:p>
        </p:txBody>
      </p:sp>
      <p:sp>
        <p:nvSpPr>
          <p:cNvPr id="163" name="Text 160"/>
          <p:cNvSpPr/>
          <p:nvPr/>
        </p:nvSpPr>
        <p:spPr>
          <a:xfrm>
            <a:off x="6328907" y="4171973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140</a:t>
            </a:r>
            <a:endParaRPr lang="en-US" sz="660" dirty="0"/>
          </a:p>
        </p:txBody>
      </p:sp>
      <p:sp>
        <p:nvSpPr>
          <p:cNvPr id="164" name="Text 161"/>
          <p:cNvSpPr/>
          <p:nvPr/>
        </p:nvSpPr>
        <p:spPr>
          <a:xfrm>
            <a:off x="3245414" y="4324373"/>
            <a:ext cx="5373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136</a:t>
            </a:r>
            <a:endParaRPr lang="en-US" sz="660" dirty="0"/>
          </a:p>
        </p:txBody>
      </p:sp>
      <p:sp>
        <p:nvSpPr>
          <p:cNvPr id="165" name="Text 162"/>
          <p:cNvSpPr/>
          <p:nvPr/>
        </p:nvSpPr>
        <p:spPr>
          <a:xfrm>
            <a:off x="6328907" y="4324373"/>
            <a:ext cx="65537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136</a:t>
            </a:r>
            <a:endParaRPr lang="en-US" sz="660" dirty="0"/>
          </a:p>
        </p:txBody>
      </p:sp>
      <p:sp>
        <p:nvSpPr>
          <p:cNvPr id="166" name="Text 163"/>
          <p:cNvSpPr/>
          <p:nvPr/>
        </p:nvSpPr>
        <p:spPr>
          <a:xfrm>
            <a:off x="7448364" y="2697910"/>
            <a:ext cx="5406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67" name="Text 164"/>
          <p:cNvSpPr/>
          <p:nvPr/>
        </p:nvSpPr>
        <p:spPr>
          <a:xfrm>
            <a:off x="7448364" y="2926510"/>
            <a:ext cx="540679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168" name="Text 165"/>
          <p:cNvSpPr/>
          <p:nvPr/>
        </p:nvSpPr>
        <p:spPr>
          <a:xfrm>
            <a:off x="7448364" y="3140822"/>
            <a:ext cx="54067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169" name="Text 166"/>
          <p:cNvSpPr/>
          <p:nvPr/>
        </p:nvSpPr>
        <p:spPr>
          <a:xfrm>
            <a:off x="7448364" y="3359897"/>
            <a:ext cx="54067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170" name="Text 167"/>
          <p:cNvSpPr/>
          <p:nvPr/>
        </p:nvSpPr>
        <p:spPr>
          <a:xfrm>
            <a:off x="7448364" y="3578972"/>
            <a:ext cx="54067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171" name="Text 168"/>
          <p:cNvSpPr/>
          <p:nvPr/>
        </p:nvSpPr>
        <p:spPr>
          <a:xfrm>
            <a:off x="7448364" y="3798047"/>
            <a:ext cx="54067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172" name="Text 169"/>
          <p:cNvSpPr/>
          <p:nvPr/>
        </p:nvSpPr>
        <p:spPr>
          <a:xfrm>
            <a:off x="7448364" y="4017122"/>
            <a:ext cx="54067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173" name="Text 170"/>
          <p:cNvSpPr/>
          <p:nvPr/>
        </p:nvSpPr>
        <p:spPr>
          <a:xfrm>
            <a:off x="7448364" y="1813104"/>
            <a:ext cx="280028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696" dirty="0"/>
          </a:p>
        </p:txBody>
      </p:sp>
      <p:sp>
        <p:nvSpPr>
          <p:cNvPr id="174" name="Text 171"/>
          <p:cNvSpPr/>
          <p:nvPr/>
        </p:nvSpPr>
        <p:spPr>
          <a:xfrm>
            <a:off x="7791255" y="1813104"/>
            <a:ext cx="280028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696" dirty="0"/>
          </a:p>
        </p:txBody>
      </p:sp>
      <p:sp>
        <p:nvSpPr>
          <p:cNvPr id="175" name="Text 172"/>
          <p:cNvSpPr/>
          <p:nvPr/>
        </p:nvSpPr>
        <p:spPr>
          <a:xfrm>
            <a:off x="8134147" y="1813104"/>
            <a:ext cx="280028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696" dirty="0"/>
          </a:p>
        </p:txBody>
      </p:sp>
      <p:sp>
        <p:nvSpPr>
          <p:cNvPr id="176" name="Text 173"/>
          <p:cNvSpPr/>
          <p:nvPr/>
        </p:nvSpPr>
        <p:spPr>
          <a:xfrm>
            <a:off x="8477038" y="1813104"/>
            <a:ext cx="280028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696" dirty="0"/>
          </a:p>
        </p:txBody>
      </p:sp>
      <p:sp>
        <p:nvSpPr>
          <p:cNvPr id="177" name="Text 174"/>
          <p:cNvSpPr/>
          <p:nvPr/>
        </p:nvSpPr>
        <p:spPr>
          <a:xfrm>
            <a:off x="8819929" y="1813104"/>
            <a:ext cx="280028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696" dirty="0"/>
          </a:p>
        </p:txBody>
      </p:sp>
      <p:sp>
        <p:nvSpPr>
          <p:cNvPr id="178" name="Text 175"/>
          <p:cNvSpPr/>
          <p:nvPr/>
        </p:nvSpPr>
        <p:spPr>
          <a:xfrm>
            <a:off x="9162821" y="1813104"/>
            <a:ext cx="280028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696" dirty="0"/>
          </a:p>
        </p:txBody>
      </p:sp>
      <p:sp>
        <p:nvSpPr>
          <p:cNvPr id="179" name="Text 176"/>
          <p:cNvSpPr/>
          <p:nvPr/>
        </p:nvSpPr>
        <p:spPr>
          <a:xfrm>
            <a:off x="5290856" y="2200298"/>
            <a:ext cx="5597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</a:t>
            </a:r>
            <a:endParaRPr lang="en-US" sz="660" dirty="0"/>
          </a:p>
        </p:txBody>
      </p:sp>
      <p:sp>
        <p:nvSpPr>
          <p:cNvPr id="180" name="Text 177"/>
          <p:cNvSpPr/>
          <p:nvPr/>
        </p:nvSpPr>
        <p:spPr>
          <a:xfrm>
            <a:off x="704832" y="2800373"/>
            <a:ext cx="3261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</a:t>
            </a:r>
            <a:endParaRPr lang="en-US" sz="624" dirty="0"/>
          </a:p>
        </p:txBody>
      </p:sp>
      <p:sp>
        <p:nvSpPr>
          <p:cNvPr id="181" name="Text 178"/>
          <p:cNvSpPr/>
          <p:nvPr/>
        </p:nvSpPr>
        <p:spPr>
          <a:xfrm>
            <a:off x="5823945" y="2800373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</a:t>
            </a:r>
            <a:endParaRPr lang="en-US" sz="696" dirty="0"/>
          </a:p>
        </p:txBody>
      </p:sp>
      <p:sp>
        <p:nvSpPr>
          <p:cNvPr id="182" name="Text 179"/>
          <p:cNvSpPr/>
          <p:nvPr/>
        </p:nvSpPr>
        <p:spPr>
          <a:xfrm>
            <a:off x="704832" y="2952773"/>
            <a:ext cx="3261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</a:t>
            </a:r>
            <a:endParaRPr lang="en-US" sz="624" dirty="0"/>
          </a:p>
        </p:txBody>
      </p:sp>
      <p:sp>
        <p:nvSpPr>
          <p:cNvPr id="183" name="Text 180"/>
          <p:cNvSpPr/>
          <p:nvPr/>
        </p:nvSpPr>
        <p:spPr>
          <a:xfrm>
            <a:off x="5823945" y="2952773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660" dirty="0"/>
          </a:p>
        </p:txBody>
      </p:sp>
      <p:sp>
        <p:nvSpPr>
          <p:cNvPr id="184" name="Text 181"/>
          <p:cNvSpPr/>
          <p:nvPr/>
        </p:nvSpPr>
        <p:spPr>
          <a:xfrm>
            <a:off x="704832" y="3105173"/>
            <a:ext cx="3261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624" dirty="0"/>
          </a:p>
        </p:txBody>
      </p:sp>
      <p:sp>
        <p:nvSpPr>
          <p:cNvPr id="185" name="Text 182"/>
          <p:cNvSpPr/>
          <p:nvPr/>
        </p:nvSpPr>
        <p:spPr>
          <a:xfrm>
            <a:off x="4265307" y="3105173"/>
            <a:ext cx="5342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</a:t>
            </a:r>
            <a:endParaRPr lang="en-US" sz="696" dirty="0"/>
          </a:p>
        </p:txBody>
      </p:sp>
      <p:sp>
        <p:nvSpPr>
          <p:cNvPr id="186" name="Text 183"/>
          <p:cNvSpPr/>
          <p:nvPr/>
        </p:nvSpPr>
        <p:spPr>
          <a:xfrm>
            <a:off x="5290856" y="3105173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</a:t>
            </a:r>
            <a:endParaRPr lang="en-US" sz="696" dirty="0"/>
          </a:p>
        </p:txBody>
      </p:sp>
      <p:sp>
        <p:nvSpPr>
          <p:cNvPr id="187" name="Text 184"/>
          <p:cNvSpPr/>
          <p:nvPr/>
        </p:nvSpPr>
        <p:spPr>
          <a:xfrm>
            <a:off x="704832" y="3257573"/>
            <a:ext cx="3261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624" dirty="0"/>
          </a:p>
        </p:txBody>
      </p:sp>
      <p:sp>
        <p:nvSpPr>
          <p:cNvPr id="188" name="Text 185"/>
          <p:cNvSpPr/>
          <p:nvPr/>
        </p:nvSpPr>
        <p:spPr>
          <a:xfrm>
            <a:off x="4774138" y="3257573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85</a:t>
            </a:r>
            <a:endParaRPr lang="en-US" sz="696" dirty="0"/>
          </a:p>
        </p:txBody>
      </p:sp>
      <p:sp>
        <p:nvSpPr>
          <p:cNvPr id="189" name="Text 186"/>
          <p:cNvSpPr/>
          <p:nvPr/>
        </p:nvSpPr>
        <p:spPr>
          <a:xfrm>
            <a:off x="5290856" y="3257573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</a:t>
            </a:r>
            <a:endParaRPr lang="en-US" sz="696" dirty="0"/>
          </a:p>
        </p:txBody>
      </p:sp>
      <p:sp>
        <p:nvSpPr>
          <p:cNvPr id="190" name="Text 187"/>
          <p:cNvSpPr/>
          <p:nvPr/>
        </p:nvSpPr>
        <p:spPr>
          <a:xfrm>
            <a:off x="5823945" y="3257573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</a:t>
            </a:r>
            <a:endParaRPr lang="en-US" sz="696" dirty="0"/>
          </a:p>
        </p:txBody>
      </p:sp>
      <p:sp>
        <p:nvSpPr>
          <p:cNvPr id="191" name="Text 188"/>
          <p:cNvSpPr/>
          <p:nvPr/>
        </p:nvSpPr>
        <p:spPr>
          <a:xfrm>
            <a:off x="704832" y="3409973"/>
            <a:ext cx="3261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624" dirty="0"/>
          </a:p>
        </p:txBody>
      </p:sp>
      <p:sp>
        <p:nvSpPr>
          <p:cNvPr id="192" name="Text 189"/>
          <p:cNvSpPr/>
          <p:nvPr/>
        </p:nvSpPr>
        <p:spPr>
          <a:xfrm>
            <a:off x="4265307" y="3409973"/>
            <a:ext cx="5342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696" dirty="0"/>
          </a:p>
        </p:txBody>
      </p:sp>
      <p:sp>
        <p:nvSpPr>
          <p:cNvPr id="193" name="Text 190"/>
          <p:cNvSpPr/>
          <p:nvPr/>
        </p:nvSpPr>
        <p:spPr>
          <a:xfrm>
            <a:off x="5290856" y="3409973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99</a:t>
            </a:r>
            <a:endParaRPr lang="en-US" sz="696" dirty="0"/>
          </a:p>
        </p:txBody>
      </p:sp>
      <p:sp>
        <p:nvSpPr>
          <p:cNvPr id="194" name="Text 191"/>
          <p:cNvSpPr/>
          <p:nvPr/>
        </p:nvSpPr>
        <p:spPr>
          <a:xfrm>
            <a:off x="5823945" y="3409973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95</a:t>
            </a:r>
            <a:endParaRPr lang="en-US" sz="696" dirty="0"/>
          </a:p>
        </p:txBody>
      </p:sp>
      <p:sp>
        <p:nvSpPr>
          <p:cNvPr id="195" name="Text 192"/>
          <p:cNvSpPr/>
          <p:nvPr/>
        </p:nvSpPr>
        <p:spPr>
          <a:xfrm>
            <a:off x="704832" y="3562373"/>
            <a:ext cx="3261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624" dirty="0"/>
          </a:p>
        </p:txBody>
      </p:sp>
      <p:sp>
        <p:nvSpPr>
          <p:cNvPr id="196" name="Text 193"/>
          <p:cNvSpPr/>
          <p:nvPr/>
        </p:nvSpPr>
        <p:spPr>
          <a:xfrm>
            <a:off x="3757221" y="3562373"/>
            <a:ext cx="5334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</a:t>
            </a:r>
            <a:endParaRPr lang="en-US" sz="696" dirty="0"/>
          </a:p>
        </p:txBody>
      </p:sp>
      <p:sp>
        <p:nvSpPr>
          <p:cNvPr id="197" name="Text 194"/>
          <p:cNvSpPr/>
          <p:nvPr/>
        </p:nvSpPr>
        <p:spPr>
          <a:xfrm>
            <a:off x="704832" y="3714773"/>
            <a:ext cx="3261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</a:t>
            </a:r>
            <a:endParaRPr lang="en-US" sz="624" dirty="0"/>
          </a:p>
        </p:txBody>
      </p:sp>
      <p:sp>
        <p:nvSpPr>
          <p:cNvPr id="198" name="Text 195"/>
          <p:cNvSpPr/>
          <p:nvPr/>
        </p:nvSpPr>
        <p:spPr>
          <a:xfrm>
            <a:off x="3757221" y="3714773"/>
            <a:ext cx="5334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</a:t>
            </a:r>
            <a:endParaRPr lang="en-US" sz="696" dirty="0"/>
          </a:p>
        </p:txBody>
      </p:sp>
      <p:sp>
        <p:nvSpPr>
          <p:cNvPr id="199" name="Text 196"/>
          <p:cNvSpPr/>
          <p:nvPr/>
        </p:nvSpPr>
        <p:spPr>
          <a:xfrm>
            <a:off x="4774138" y="3714773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75</a:t>
            </a:r>
            <a:endParaRPr lang="en-US" sz="696" dirty="0"/>
          </a:p>
        </p:txBody>
      </p:sp>
      <p:sp>
        <p:nvSpPr>
          <p:cNvPr id="200" name="Text 197"/>
          <p:cNvSpPr/>
          <p:nvPr/>
        </p:nvSpPr>
        <p:spPr>
          <a:xfrm>
            <a:off x="704832" y="3867173"/>
            <a:ext cx="3261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</a:t>
            </a:r>
            <a:endParaRPr lang="en-US" sz="624" dirty="0"/>
          </a:p>
        </p:txBody>
      </p:sp>
      <p:sp>
        <p:nvSpPr>
          <p:cNvPr id="201" name="Text 198"/>
          <p:cNvSpPr/>
          <p:nvPr/>
        </p:nvSpPr>
        <p:spPr>
          <a:xfrm>
            <a:off x="704832" y="4019573"/>
            <a:ext cx="3261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624" dirty="0"/>
          </a:p>
        </p:txBody>
      </p:sp>
      <p:sp>
        <p:nvSpPr>
          <p:cNvPr id="202" name="Text 199"/>
          <p:cNvSpPr/>
          <p:nvPr/>
        </p:nvSpPr>
        <p:spPr>
          <a:xfrm>
            <a:off x="3757221" y="4019573"/>
            <a:ext cx="5334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</a:t>
            </a:r>
            <a:endParaRPr lang="en-US" sz="696" dirty="0"/>
          </a:p>
        </p:txBody>
      </p:sp>
      <p:sp>
        <p:nvSpPr>
          <p:cNvPr id="203" name="Text 200"/>
          <p:cNvSpPr/>
          <p:nvPr/>
        </p:nvSpPr>
        <p:spPr>
          <a:xfrm>
            <a:off x="4774138" y="4019573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</a:t>
            </a:r>
            <a:endParaRPr lang="en-US" sz="696" dirty="0"/>
          </a:p>
        </p:txBody>
      </p:sp>
      <p:sp>
        <p:nvSpPr>
          <p:cNvPr id="204" name="Text 201"/>
          <p:cNvSpPr/>
          <p:nvPr/>
        </p:nvSpPr>
        <p:spPr>
          <a:xfrm>
            <a:off x="704832" y="4171973"/>
            <a:ext cx="3261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624" dirty="0"/>
          </a:p>
        </p:txBody>
      </p:sp>
      <p:sp>
        <p:nvSpPr>
          <p:cNvPr id="205" name="Text 202"/>
          <p:cNvSpPr/>
          <p:nvPr/>
        </p:nvSpPr>
        <p:spPr>
          <a:xfrm>
            <a:off x="4774138" y="4171973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</a:t>
            </a:r>
            <a:endParaRPr lang="en-US" sz="696" dirty="0"/>
          </a:p>
        </p:txBody>
      </p:sp>
      <p:sp>
        <p:nvSpPr>
          <p:cNvPr id="206" name="Text 203"/>
          <p:cNvSpPr/>
          <p:nvPr/>
        </p:nvSpPr>
        <p:spPr>
          <a:xfrm>
            <a:off x="5290856" y="4171973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696" dirty="0"/>
          </a:p>
        </p:txBody>
      </p:sp>
      <p:sp>
        <p:nvSpPr>
          <p:cNvPr id="207" name="Text 204"/>
          <p:cNvSpPr/>
          <p:nvPr/>
        </p:nvSpPr>
        <p:spPr>
          <a:xfrm>
            <a:off x="5823945" y="4171973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696" dirty="0"/>
          </a:p>
        </p:txBody>
      </p:sp>
      <p:sp>
        <p:nvSpPr>
          <p:cNvPr id="208" name="Text 205"/>
          <p:cNvSpPr/>
          <p:nvPr/>
        </p:nvSpPr>
        <p:spPr>
          <a:xfrm>
            <a:off x="704832" y="4324373"/>
            <a:ext cx="3261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624" dirty="0"/>
          </a:p>
        </p:txBody>
      </p:sp>
      <p:sp>
        <p:nvSpPr>
          <p:cNvPr id="209" name="Text 206"/>
          <p:cNvSpPr/>
          <p:nvPr/>
        </p:nvSpPr>
        <p:spPr>
          <a:xfrm>
            <a:off x="704832" y="4467248"/>
            <a:ext cx="3261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624" dirty="0"/>
          </a:p>
        </p:txBody>
      </p:sp>
      <p:sp>
        <p:nvSpPr>
          <p:cNvPr id="210" name="Text 207"/>
          <p:cNvSpPr/>
          <p:nvPr/>
        </p:nvSpPr>
        <p:spPr>
          <a:xfrm>
            <a:off x="4774138" y="4467248"/>
            <a:ext cx="542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</a:t>
            </a:r>
            <a:endParaRPr lang="en-US" sz="696" dirty="0"/>
          </a:p>
        </p:txBody>
      </p:sp>
      <p:sp>
        <p:nvSpPr>
          <p:cNvPr id="211" name="Text 208"/>
          <p:cNvSpPr/>
          <p:nvPr/>
        </p:nvSpPr>
        <p:spPr>
          <a:xfrm>
            <a:off x="6328907" y="4467248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82</a:t>
            </a:r>
            <a:endParaRPr lang="en-US" sz="660" dirty="0"/>
          </a:p>
        </p:txBody>
      </p:sp>
      <p:sp>
        <p:nvSpPr>
          <p:cNvPr id="212" name="Text 209"/>
          <p:cNvSpPr/>
          <p:nvPr/>
        </p:nvSpPr>
        <p:spPr>
          <a:xfrm>
            <a:off x="704832" y="4619648"/>
            <a:ext cx="3261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</a:t>
            </a:r>
            <a:endParaRPr lang="en-US" sz="624" dirty="0"/>
          </a:p>
        </p:txBody>
      </p:sp>
      <p:sp>
        <p:nvSpPr>
          <p:cNvPr id="213" name="Text 210"/>
          <p:cNvSpPr/>
          <p:nvPr/>
        </p:nvSpPr>
        <p:spPr>
          <a:xfrm>
            <a:off x="5823945" y="4619648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</a:t>
            </a:r>
            <a:endParaRPr lang="en-US" sz="696" dirty="0"/>
          </a:p>
        </p:txBody>
      </p:sp>
      <p:sp>
        <p:nvSpPr>
          <p:cNvPr id="214" name="Text 211"/>
          <p:cNvSpPr/>
          <p:nvPr/>
        </p:nvSpPr>
        <p:spPr>
          <a:xfrm>
            <a:off x="6328907" y="4619648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54</a:t>
            </a:r>
            <a:endParaRPr lang="en-US" sz="660" dirty="0"/>
          </a:p>
        </p:txBody>
      </p:sp>
      <p:sp>
        <p:nvSpPr>
          <p:cNvPr id="215" name="Text 212"/>
          <p:cNvSpPr/>
          <p:nvPr/>
        </p:nvSpPr>
        <p:spPr>
          <a:xfrm>
            <a:off x="704832" y="4772048"/>
            <a:ext cx="3261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</a:t>
            </a:r>
            <a:endParaRPr lang="en-US" sz="624" dirty="0"/>
          </a:p>
        </p:txBody>
      </p:sp>
      <p:sp>
        <p:nvSpPr>
          <p:cNvPr id="216" name="Text 213"/>
          <p:cNvSpPr/>
          <p:nvPr/>
        </p:nvSpPr>
        <p:spPr>
          <a:xfrm>
            <a:off x="5290856" y="4772048"/>
            <a:ext cx="5597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696" dirty="0"/>
          </a:p>
        </p:txBody>
      </p:sp>
      <p:sp>
        <p:nvSpPr>
          <p:cNvPr id="217" name="Text 214"/>
          <p:cNvSpPr/>
          <p:nvPr/>
        </p:nvSpPr>
        <p:spPr>
          <a:xfrm>
            <a:off x="5823945" y="4772048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696" dirty="0"/>
          </a:p>
        </p:txBody>
      </p:sp>
      <p:sp>
        <p:nvSpPr>
          <p:cNvPr id="218" name="Text 215"/>
          <p:cNvSpPr/>
          <p:nvPr/>
        </p:nvSpPr>
        <p:spPr>
          <a:xfrm>
            <a:off x="6328907" y="4772048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</a:t>
            </a:r>
            <a:endParaRPr lang="en-US" sz="660" dirty="0"/>
          </a:p>
        </p:txBody>
      </p:sp>
      <p:sp>
        <p:nvSpPr>
          <p:cNvPr id="219" name="Text 216"/>
          <p:cNvSpPr/>
          <p:nvPr/>
        </p:nvSpPr>
        <p:spPr>
          <a:xfrm>
            <a:off x="704832" y="4924448"/>
            <a:ext cx="3261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</a:t>
            </a:r>
            <a:endParaRPr lang="en-US" sz="624" dirty="0"/>
          </a:p>
        </p:txBody>
      </p:sp>
      <p:sp>
        <p:nvSpPr>
          <p:cNvPr id="220" name="Text 217"/>
          <p:cNvSpPr/>
          <p:nvPr/>
        </p:nvSpPr>
        <p:spPr>
          <a:xfrm>
            <a:off x="5823945" y="4924448"/>
            <a:ext cx="5302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696" dirty="0"/>
          </a:p>
        </p:txBody>
      </p:sp>
      <p:sp>
        <p:nvSpPr>
          <p:cNvPr id="221" name="Text 218"/>
          <p:cNvSpPr/>
          <p:nvPr/>
        </p:nvSpPr>
        <p:spPr>
          <a:xfrm>
            <a:off x="6328907" y="4924448"/>
            <a:ext cx="6553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660" dirty="0"/>
          </a:p>
        </p:txBody>
      </p:sp>
      <p:sp>
        <p:nvSpPr>
          <p:cNvPr id="222" name="Text 219"/>
          <p:cNvSpPr/>
          <p:nvPr/>
        </p:nvSpPr>
        <p:spPr>
          <a:xfrm>
            <a:off x="704832" y="5076848"/>
            <a:ext cx="3261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624" dirty="0"/>
          </a:p>
        </p:txBody>
      </p:sp>
      <p:sp>
        <p:nvSpPr>
          <p:cNvPr id="223" name="Text 220"/>
          <p:cNvSpPr/>
          <p:nvPr/>
        </p:nvSpPr>
        <p:spPr>
          <a:xfrm>
            <a:off x="7963296" y="4236197"/>
            <a:ext cx="745543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</a:t>
            </a:r>
            <a:endParaRPr lang="en-US" sz="888" dirty="0"/>
          </a:p>
        </p:txBody>
      </p:sp>
      <p:sp>
        <p:nvSpPr>
          <p:cNvPr id="224" name="Text 221"/>
          <p:cNvSpPr/>
          <p:nvPr/>
        </p:nvSpPr>
        <p:spPr>
          <a:xfrm>
            <a:off x="7448364" y="1527354"/>
            <a:ext cx="280028" cy="280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888" dirty="0"/>
          </a:p>
        </p:txBody>
      </p:sp>
      <p:sp>
        <p:nvSpPr>
          <p:cNvPr id="225" name="Text 222"/>
          <p:cNvSpPr/>
          <p:nvPr/>
        </p:nvSpPr>
        <p:spPr>
          <a:xfrm>
            <a:off x="7791255" y="1527354"/>
            <a:ext cx="280028" cy="280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</a:t>
            </a:r>
            <a:endParaRPr lang="en-US" sz="888" dirty="0"/>
          </a:p>
        </p:txBody>
      </p:sp>
      <p:sp>
        <p:nvSpPr>
          <p:cNvPr id="226" name="Text 223"/>
          <p:cNvSpPr/>
          <p:nvPr/>
        </p:nvSpPr>
        <p:spPr>
          <a:xfrm>
            <a:off x="8134147" y="1527354"/>
            <a:ext cx="280028" cy="280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888" dirty="0"/>
          </a:p>
        </p:txBody>
      </p:sp>
      <p:sp>
        <p:nvSpPr>
          <p:cNvPr id="227" name="Text 224"/>
          <p:cNvSpPr/>
          <p:nvPr/>
        </p:nvSpPr>
        <p:spPr>
          <a:xfrm>
            <a:off x="8477038" y="1527354"/>
            <a:ext cx="280028" cy="280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888" dirty="0"/>
          </a:p>
        </p:txBody>
      </p:sp>
      <p:sp>
        <p:nvSpPr>
          <p:cNvPr id="228" name="Text 225"/>
          <p:cNvSpPr/>
          <p:nvPr/>
        </p:nvSpPr>
        <p:spPr>
          <a:xfrm>
            <a:off x="8819929" y="1527354"/>
            <a:ext cx="280028" cy="280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888" dirty="0"/>
          </a:p>
        </p:txBody>
      </p:sp>
      <p:sp>
        <p:nvSpPr>
          <p:cNvPr id="229" name="Text 226"/>
          <p:cNvSpPr/>
          <p:nvPr/>
        </p:nvSpPr>
        <p:spPr>
          <a:xfrm>
            <a:off x="9162821" y="1527354"/>
            <a:ext cx="280028" cy="280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8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888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3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16595" y="2156520"/>
            <a:ext cx="3133751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 Burger ×2 · Feria Vanti ×2 · Mundialista</a:t>
            </a:r>
            <a:endParaRPr lang="en-US" sz="864" dirty="0"/>
          </a:p>
        </p:txBody>
      </p:sp>
      <p:sp>
        <p:nvSpPr>
          <p:cNvPr id="4" name="Text 1"/>
          <p:cNvSpPr/>
          <p:nvPr/>
        </p:nvSpPr>
        <p:spPr>
          <a:xfrm>
            <a:off x="1028674" y="2156520"/>
            <a:ext cx="313359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 iniciativas comerciales ejecutadas</a:t>
            </a:r>
            <a:endParaRPr lang="en-US" sz="864" dirty="0"/>
          </a:p>
        </p:txBody>
      </p:sp>
      <p:sp>
        <p:nvSpPr>
          <p:cNvPr id="5" name="Text 2"/>
          <p:cNvSpPr/>
          <p:nvPr/>
        </p:nvSpPr>
        <p:spPr>
          <a:xfrm>
            <a:off x="4622635" y="2156520"/>
            <a:ext cx="313359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Semanas Ganadoras · La Gran Jugada</a:t>
            </a:r>
            <a:endParaRPr lang="en-US" sz="864" dirty="0"/>
          </a:p>
        </p:txBody>
      </p:sp>
      <p:sp>
        <p:nvSpPr>
          <p:cNvPr id="6" name="Text 3"/>
          <p:cNvSpPr/>
          <p:nvPr/>
        </p:nvSpPr>
        <p:spPr>
          <a:xfrm>
            <a:off x="1213514" y="219075"/>
            <a:ext cx="281121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Iniciativas Comerciales · 1S 2026</a:t>
            </a:r>
            <a:endParaRPr lang="en-US" sz="1260" dirty="0"/>
          </a:p>
        </p:txBody>
      </p:sp>
      <p:sp>
        <p:nvSpPr>
          <p:cNvPr id="7" name="Text 4"/>
          <p:cNvSpPr/>
          <p:nvPr/>
        </p:nvSpPr>
        <p:spPr>
          <a:xfrm>
            <a:off x="1028674" y="1657350"/>
            <a:ext cx="313359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en campañas del 1S</a:t>
            </a:r>
            <a:endParaRPr lang="en-US" sz="864" dirty="0"/>
          </a:p>
        </p:txBody>
      </p:sp>
      <p:sp>
        <p:nvSpPr>
          <p:cNvPr id="8" name="Text 5"/>
          <p:cNvSpPr/>
          <p:nvPr/>
        </p:nvSpPr>
        <p:spPr>
          <a:xfrm>
            <a:off x="10082705" y="209550"/>
            <a:ext cx="1614380" cy="220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 1 · Iniciativas</a:t>
            </a:r>
            <a:endParaRPr lang="en-US" sz="840" dirty="0"/>
          </a:p>
        </p:txBody>
      </p:sp>
      <p:sp>
        <p:nvSpPr>
          <p:cNvPr id="9" name="Text 6"/>
          <p:cNvSpPr/>
          <p:nvPr/>
        </p:nvSpPr>
        <p:spPr>
          <a:xfrm>
            <a:off x="4622635" y="1657350"/>
            <a:ext cx="313359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Impulsadas por Vanti</a:t>
            </a:r>
            <a:endParaRPr lang="en-US" sz="864" dirty="0"/>
          </a:p>
        </p:txBody>
      </p:sp>
      <p:sp>
        <p:nvSpPr>
          <p:cNvPr id="10" name="Text 7"/>
          <p:cNvSpPr/>
          <p:nvPr/>
        </p:nvSpPr>
        <p:spPr>
          <a:xfrm>
            <a:off x="8216595" y="1657350"/>
            <a:ext cx="3133751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Impulsadas por Xuma</a:t>
            </a:r>
            <a:endParaRPr lang="en-US" sz="864" dirty="0"/>
          </a:p>
        </p:txBody>
      </p:sp>
      <p:sp>
        <p:nvSpPr>
          <p:cNvPr id="11" name="Text 8"/>
          <p:cNvSpPr/>
          <p:nvPr/>
        </p:nvSpPr>
        <p:spPr>
          <a:xfrm>
            <a:off x="895328" y="2880420"/>
            <a:ext cx="3420342" cy="1518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Semanas Ganadoras</a:t>
            </a:r>
            <a:endParaRPr lang="en-US" sz="912" dirty="0"/>
          </a:p>
        </p:txBody>
      </p:sp>
      <p:sp>
        <p:nvSpPr>
          <p:cNvPr id="12" name="Text 9"/>
          <p:cNvSpPr/>
          <p:nvPr/>
        </p:nvSpPr>
        <p:spPr>
          <a:xfrm>
            <a:off x="895328" y="4827091"/>
            <a:ext cx="3420342" cy="1518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Feria Mundialista</a:t>
            </a:r>
            <a:endParaRPr lang="en-US" sz="912" dirty="0"/>
          </a:p>
        </p:txBody>
      </p:sp>
      <p:sp>
        <p:nvSpPr>
          <p:cNvPr id="13" name="Text 10"/>
          <p:cNvSpPr/>
          <p:nvPr/>
        </p:nvSpPr>
        <p:spPr>
          <a:xfrm>
            <a:off x="4457589" y="4827091"/>
            <a:ext cx="3420342" cy="1518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Acelerador Mayo</a:t>
            </a:r>
            <a:endParaRPr lang="en-US" sz="912" dirty="0"/>
          </a:p>
        </p:txBody>
      </p:sp>
      <p:sp>
        <p:nvSpPr>
          <p:cNvPr id="14" name="Text 11"/>
          <p:cNvSpPr/>
          <p:nvPr/>
        </p:nvSpPr>
        <p:spPr>
          <a:xfrm>
            <a:off x="8019849" y="2880420"/>
            <a:ext cx="3420342" cy="1518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Gran Jugada</a:t>
            </a:r>
            <a:endParaRPr lang="en-US" sz="912" dirty="0"/>
          </a:p>
        </p:txBody>
      </p:sp>
      <p:sp>
        <p:nvSpPr>
          <p:cNvPr id="15" name="Text 12"/>
          <p:cNvSpPr/>
          <p:nvPr/>
        </p:nvSpPr>
        <p:spPr>
          <a:xfrm>
            <a:off x="895328" y="3282255"/>
            <a:ext cx="3420342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Ver detalle ▾</a:t>
            </a:r>
            <a:endParaRPr lang="en-US" sz="720" dirty="0"/>
          </a:p>
        </p:txBody>
      </p:sp>
      <p:sp>
        <p:nvSpPr>
          <p:cNvPr id="16" name="Text 13"/>
          <p:cNvSpPr/>
          <p:nvPr/>
        </p:nvSpPr>
        <p:spPr>
          <a:xfrm>
            <a:off x="4457589" y="2880420"/>
            <a:ext cx="3420342" cy="1518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 Burger</a:t>
            </a:r>
            <a:endParaRPr lang="en-US" sz="912" dirty="0"/>
          </a:p>
        </p:txBody>
      </p:sp>
      <p:sp>
        <p:nvSpPr>
          <p:cNvPr id="17" name="Text 14"/>
          <p:cNvSpPr/>
          <p:nvPr/>
        </p:nvSpPr>
        <p:spPr>
          <a:xfrm>
            <a:off x="4457589" y="3282255"/>
            <a:ext cx="3420342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Ver detalle ▾</a:t>
            </a:r>
            <a:endParaRPr lang="en-US" sz="720" dirty="0"/>
          </a:p>
        </p:txBody>
      </p:sp>
      <p:sp>
        <p:nvSpPr>
          <p:cNvPr id="18" name="Text 15"/>
          <p:cNvSpPr/>
          <p:nvPr/>
        </p:nvSpPr>
        <p:spPr>
          <a:xfrm>
            <a:off x="8019849" y="3282255"/>
            <a:ext cx="3420342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Ver detalle ▾</a:t>
            </a:r>
            <a:endParaRPr lang="en-US" sz="720" dirty="0"/>
          </a:p>
        </p:txBody>
      </p:sp>
      <p:sp>
        <p:nvSpPr>
          <p:cNvPr id="19" name="Text 16"/>
          <p:cNvSpPr/>
          <p:nvPr/>
        </p:nvSpPr>
        <p:spPr>
          <a:xfrm>
            <a:off x="895328" y="3853755"/>
            <a:ext cx="3420342" cy="1518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 Burger</a:t>
            </a:r>
            <a:endParaRPr lang="en-US" sz="912" dirty="0"/>
          </a:p>
        </p:txBody>
      </p:sp>
      <p:sp>
        <p:nvSpPr>
          <p:cNvPr id="20" name="Text 17"/>
          <p:cNvSpPr/>
          <p:nvPr/>
        </p:nvSpPr>
        <p:spPr>
          <a:xfrm>
            <a:off x="895328" y="4255591"/>
            <a:ext cx="3420342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Ver detalle ▾</a:t>
            </a:r>
            <a:endParaRPr lang="en-US" sz="720" dirty="0"/>
          </a:p>
        </p:txBody>
      </p:sp>
      <p:sp>
        <p:nvSpPr>
          <p:cNvPr id="21" name="Text 18"/>
          <p:cNvSpPr/>
          <p:nvPr/>
        </p:nvSpPr>
        <p:spPr>
          <a:xfrm>
            <a:off x="4457589" y="4255591"/>
            <a:ext cx="3420342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Ver detalle ▾</a:t>
            </a:r>
            <a:endParaRPr lang="en-US" sz="720" dirty="0"/>
          </a:p>
        </p:txBody>
      </p:sp>
      <p:sp>
        <p:nvSpPr>
          <p:cNvPr id="22" name="Text 19"/>
          <p:cNvSpPr/>
          <p:nvPr/>
        </p:nvSpPr>
        <p:spPr>
          <a:xfrm>
            <a:off x="8019849" y="4255591"/>
            <a:ext cx="3420342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Ver detalle ▾</a:t>
            </a:r>
            <a:endParaRPr lang="en-US" sz="720" dirty="0"/>
          </a:p>
        </p:txBody>
      </p:sp>
      <p:sp>
        <p:nvSpPr>
          <p:cNvPr id="23" name="Text 20"/>
          <p:cNvSpPr/>
          <p:nvPr/>
        </p:nvSpPr>
        <p:spPr>
          <a:xfrm>
            <a:off x="895328" y="5228927"/>
            <a:ext cx="3420342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Ver detalle ▾</a:t>
            </a:r>
            <a:endParaRPr lang="en-US" sz="720" dirty="0"/>
          </a:p>
        </p:txBody>
      </p:sp>
      <p:sp>
        <p:nvSpPr>
          <p:cNvPr id="24" name="Text 21"/>
          <p:cNvSpPr/>
          <p:nvPr/>
        </p:nvSpPr>
        <p:spPr>
          <a:xfrm>
            <a:off x="4457589" y="5228927"/>
            <a:ext cx="3420342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Ver detalle ▾</a:t>
            </a:r>
            <a:endParaRPr lang="en-US" sz="720" dirty="0"/>
          </a:p>
        </p:txBody>
      </p:sp>
      <p:sp>
        <p:nvSpPr>
          <p:cNvPr id="25" name="Text 22"/>
          <p:cNvSpPr/>
          <p:nvPr/>
        </p:nvSpPr>
        <p:spPr>
          <a:xfrm>
            <a:off x="4457589" y="3853755"/>
            <a:ext cx="3420342" cy="1518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Feria Vanti</a:t>
            </a:r>
            <a:endParaRPr lang="en-US" sz="912" dirty="0"/>
          </a:p>
        </p:txBody>
      </p:sp>
      <p:sp>
        <p:nvSpPr>
          <p:cNvPr id="26" name="Text 23"/>
          <p:cNvSpPr/>
          <p:nvPr/>
        </p:nvSpPr>
        <p:spPr>
          <a:xfrm>
            <a:off x="8019849" y="3853755"/>
            <a:ext cx="3420342" cy="1518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1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Feria Vanti</a:t>
            </a:r>
            <a:endParaRPr lang="en-US" sz="912" dirty="0"/>
          </a:p>
        </p:txBody>
      </p:sp>
      <p:sp>
        <p:nvSpPr>
          <p:cNvPr id="27" name="Text 24"/>
          <p:cNvSpPr/>
          <p:nvPr/>
        </p:nvSpPr>
        <p:spPr>
          <a:xfrm>
            <a:off x="7373654" y="2708970"/>
            <a:ext cx="358473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Febrero</a:t>
            </a:r>
            <a:endParaRPr lang="en-US" sz="744" dirty="0"/>
          </a:p>
        </p:txBody>
      </p:sp>
      <p:sp>
        <p:nvSpPr>
          <p:cNvPr id="28" name="Text 25"/>
          <p:cNvSpPr/>
          <p:nvPr/>
        </p:nvSpPr>
        <p:spPr>
          <a:xfrm>
            <a:off x="10904811" y="2708970"/>
            <a:ext cx="391133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Mar–Abr</a:t>
            </a:r>
            <a:endParaRPr lang="en-US" sz="744" dirty="0"/>
          </a:p>
        </p:txBody>
      </p:sp>
      <p:sp>
        <p:nvSpPr>
          <p:cNvPr id="29" name="Text 26"/>
          <p:cNvSpPr/>
          <p:nvPr/>
        </p:nvSpPr>
        <p:spPr>
          <a:xfrm>
            <a:off x="8377772" y="3082230"/>
            <a:ext cx="425511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/ 4.200</a:t>
            </a:r>
            <a:endParaRPr lang="en-US" sz="936" dirty="0"/>
          </a:p>
        </p:txBody>
      </p:sp>
      <p:sp>
        <p:nvSpPr>
          <p:cNvPr id="30" name="Text 27"/>
          <p:cNvSpPr/>
          <p:nvPr/>
        </p:nvSpPr>
        <p:spPr>
          <a:xfrm>
            <a:off x="1243874" y="5028902"/>
            <a:ext cx="412072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/ 1.200</a:t>
            </a:r>
            <a:endParaRPr lang="en-US" sz="936" dirty="0"/>
          </a:p>
        </p:txBody>
      </p:sp>
      <p:sp>
        <p:nvSpPr>
          <p:cNvPr id="31" name="Text 28"/>
          <p:cNvSpPr/>
          <p:nvPr/>
        </p:nvSpPr>
        <p:spPr>
          <a:xfrm>
            <a:off x="1028674" y="1828800"/>
            <a:ext cx="313359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10.509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95328" y="2689920"/>
            <a:ext cx="393633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Vanti</a:t>
            </a:r>
            <a:endParaRPr lang="en-US" sz="720" dirty="0"/>
          </a:p>
        </p:txBody>
      </p:sp>
      <p:sp>
        <p:nvSpPr>
          <p:cNvPr id="33" name="Text 30"/>
          <p:cNvSpPr/>
          <p:nvPr/>
        </p:nvSpPr>
        <p:spPr>
          <a:xfrm>
            <a:off x="3897265" y="2708970"/>
            <a:ext cx="274320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744" dirty="0"/>
          </a:p>
        </p:txBody>
      </p:sp>
      <p:sp>
        <p:nvSpPr>
          <p:cNvPr id="34" name="Text 31"/>
          <p:cNvSpPr/>
          <p:nvPr/>
        </p:nvSpPr>
        <p:spPr>
          <a:xfrm>
            <a:off x="895328" y="3082230"/>
            <a:ext cx="304093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1.292</a:t>
            </a:r>
            <a:endParaRPr lang="en-US" sz="936" dirty="0"/>
          </a:p>
        </p:txBody>
      </p:sp>
      <p:sp>
        <p:nvSpPr>
          <p:cNvPr id="35" name="Text 32"/>
          <p:cNvSpPr/>
          <p:nvPr/>
        </p:nvSpPr>
        <p:spPr>
          <a:xfrm>
            <a:off x="1242088" y="3082230"/>
            <a:ext cx="329252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/ 950</a:t>
            </a:r>
            <a:endParaRPr lang="en-US" sz="936" dirty="0"/>
          </a:p>
        </p:txBody>
      </p:sp>
      <p:sp>
        <p:nvSpPr>
          <p:cNvPr id="36" name="Text 33"/>
          <p:cNvSpPr/>
          <p:nvPr/>
        </p:nvSpPr>
        <p:spPr>
          <a:xfrm>
            <a:off x="1612810" y="3072705"/>
            <a:ext cx="452233" cy="170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136 %</a:t>
            </a:r>
            <a:endParaRPr lang="en-US" sz="816" dirty="0"/>
          </a:p>
        </p:txBody>
      </p:sp>
      <p:sp>
        <p:nvSpPr>
          <p:cNvPr id="37" name="Text 34"/>
          <p:cNvSpPr/>
          <p:nvPr/>
        </p:nvSpPr>
        <p:spPr>
          <a:xfrm>
            <a:off x="4722794" y="3082230"/>
            <a:ext cx="339565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/ 600</a:t>
            </a:r>
            <a:endParaRPr lang="en-US" sz="936" dirty="0"/>
          </a:p>
        </p:txBody>
      </p:sp>
      <p:sp>
        <p:nvSpPr>
          <p:cNvPr id="38" name="Text 35"/>
          <p:cNvSpPr/>
          <p:nvPr/>
        </p:nvSpPr>
        <p:spPr>
          <a:xfrm>
            <a:off x="5103338" y="3072705"/>
            <a:ext cx="445982" cy="170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110 %</a:t>
            </a:r>
            <a:endParaRPr lang="en-US" sz="816" dirty="0"/>
          </a:p>
        </p:txBody>
      </p:sp>
      <p:sp>
        <p:nvSpPr>
          <p:cNvPr id="39" name="Text 36"/>
          <p:cNvSpPr/>
          <p:nvPr/>
        </p:nvSpPr>
        <p:spPr>
          <a:xfrm>
            <a:off x="8019849" y="2689920"/>
            <a:ext cx="393633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Vanti</a:t>
            </a:r>
            <a:endParaRPr lang="en-US" sz="720" dirty="0"/>
          </a:p>
        </p:txBody>
      </p:sp>
      <p:sp>
        <p:nvSpPr>
          <p:cNvPr id="40" name="Text 37"/>
          <p:cNvSpPr/>
          <p:nvPr/>
        </p:nvSpPr>
        <p:spPr>
          <a:xfrm>
            <a:off x="8019849" y="3082230"/>
            <a:ext cx="315813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4.798</a:t>
            </a:r>
            <a:endParaRPr lang="en-US" sz="936" dirty="0"/>
          </a:p>
        </p:txBody>
      </p:sp>
      <p:sp>
        <p:nvSpPr>
          <p:cNvPr id="41" name="Text 38"/>
          <p:cNvSpPr/>
          <p:nvPr/>
        </p:nvSpPr>
        <p:spPr>
          <a:xfrm>
            <a:off x="8840170" y="3072705"/>
            <a:ext cx="441294" cy="170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114 %</a:t>
            </a:r>
            <a:endParaRPr lang="en-US" sz="816" dirty="0"/>
          </a:p>
        </p:txBody>
      </p:sp>
      <p:sp>
        <p:nvSpPr>
          <p:cNvPr id="42" name="Text 39"/>
          <p:cNvSpPr/>
          <p:nvPr/>
        </p:nvSpPr>
        <p:spPr>
          <a:xfrm>
            <a:off x="3951139" y="3682305"/>
            <a:ext cx="274320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744" dirty="0"/>
          </a:p>
        </p:txBody>
      </p:sp>
      <p:sp>
        <p:nvSpPr>
          <p:cNvPr id="43" name="Text 40"/>
          <p:cNvSpPr/>
          <p:nvPr/>
        </p:nvSpPr>
        <p:spPr>
          <a:xfrm>
            <a:off x="1164402" y="4055566"/>
            <a:ext cx="339565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/ 600</a:t>
            </a:r>
            <a:endParaRPr lang="en-US" sz="936" dirty="0"/>
          </a:p>
        </p:txBody>
      </p:sp>
      <p:sp>
        <p:nvSpPr>
          <p:cNvPr id="44" name="Text 41"/>
          <p:cNvSpPr/>
          <p:nvPr/>
        </p:nvSpPr>
        <p:spPr>
          <a:xfrm>
            <a:off x="1544946" y="4046041"/>
            <a:ext cx="445982" cy="170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101 %</a:t>
            </a:r>
            <a:endParaRPr lang="en-US" sz="816" dirty="0"/>
          </a:p>
        </p:txBody>
      </p:sp>
      <p:sp>
        <p:nvSpPr>
          <p:cNvPr id="45" name="Text 42"/>
          <p:cNvSpPr/>
          <p:nvPr/>
        </p:nvSpPr>
        <p:spPr>
          <a:xfrm>
            <a:off x="7513400" y="3682305"/>
            <a:ext cx="274320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Abril</a:t>
            </a:r>
            <a:endParaRPr lang="en-US" sz="744" dirty="0"/>
          </a:p>
        </p:txBody>
      </p:sp>
      <p:sp>
        <p:nvSpPr>
          <p:cNvPr id="46" name="Text 43"/>
          <p:cNvSpPr/>
          <p:nvPr/>
        </p:nvSpPr>
        <p:spPr>
          <a:xfrm>
            <a:off x="4706125" y="4055566"/>
            <a:ext cx="332377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/ 500</a:t>
            </a:r>
            <a:endParaRPr lang="en-US" sz="936" dirty="0"/>
          </a:p>
        </p:txBody>
      </p:sp>
      <p:sp>
        <p:nvSpPr>
          <p:cNvPr id="47" name="Text 44"/>
          <p:cNvSpPr/>
          <p:nvPr/>
        </p:nvSpPr>
        <p:spPr>
          <a:xfrm>
            <a:off x="5079823" y="4046041"/>
            <a:ext cx="453014" cy="170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103 %</a:t>
            </a:r>
            <a:endParaRPr lang="en-US" sz="816" dirty="0"/>
          </a:p>
        </p:txBody>
      </p:sp>
      <p:sp>
        <p:nvSpPr>
          <p:cNvPr id="48" name="Text 45"/>
          <p:cNvSpPr/>
          <p:nvPr/>
        </p:nvSpPr>
        <p:spPr>
          <a:xfrm>
            <a:off x="8280888" y="4055566"/>
            <a:ext cx="332377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/ 500</a:t>
            </a:r>
            <a:endParaRPr lang="en-US" sz="936" dirty="0"/>
          </a:p>
        </p:txBody>
      </p:sp>
      <p:sp>
        <p:nvSpPr>
          <p:cNvPr id="49" name="Text 46"/>
          <p:cNvSpPr/>
          <p:nvPr/>
        </p:nvSpPr>
        <p:spPr>
          <a:xfrm>
            <a:off x="8654586" y="4046041"/>
            <a:ext cx="433012" cy="170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111 %</a:t>
            </a:r>
            <a:endParaRPr lang="en-US" sz="816" dirty="0"/>
          </a:p>
        </p:txBody>
      </p:sp>
      <p:sp>
        <p:nvSpPr>
          <p:cNvPr id="50" name="Text 47"/>
          <p:cNvSpPr/>
          <p:nvPr/>
        </p:nvSpPr>
        <p:spPr>
          <a:xfrm>
            <a:off x="3919737" y="4655641"/>
            <a:ext cx="274320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</a:t>
            </a:r>
            <a:endParaRPr lang="en-US" sz="744" dirty="0"/>
          </a:p>
        </p:txBody>
      </p:sp>
      <p:sp>
        <p:nvSpPr>
          <p:cNvPr id="51" name="Text 48"/>
          <p:cNvSpPr/>
          <p:nvPr/>
        </p:nvSpPr>
        <p:spPr>
          <a:xfrm>
            <a:off x="895328" y="5028902"/>
            <a:ext cx="305968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1.520</a:t>
            </a:r>
            <a:endParaRPr lang="en-US" sz="936" dirty="0"/>
          </a:p>
        </p:txBody>
      </p:sp>
      <p:sp>
        <p:nvSpPr>
          <p:cNvPr id="52" name="Text 49"/>
          <p:cNvSpPr/>
          <p:nvPr/>
        </p:nvSpPr>
        <p:spPr>
          <a:xfrm>
            <a:off x="1693473" y="5019377"/>
            <a:ext cx="447857" cy="170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127 %</a:t>
            </a:r>
            <a:endParaRPr lang="en-US" sz="816" dirty="0"/>
          </a:p>
        </p:txBody>
      </p:sp>
      <p:sp>
        <p:nvSpPr>
          <p:cNvPr id="53" name="Text 50"/>
          <p:cNvSpPr/>
          <p:nvPr/>
        </p:nvSpPr>
        <p:spPr>
          <a:xfrm>
            <a:off x="4457589" y="4636591"/>
            <a:ext cx="393633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Vanti</a:t>
            </a:r>
            <a:endParaRPr lang="en-US" sz="720" dirty="0"/>
          </a:p>
        </p:txBody>
      </p:sp>
      <p:sp>
        <p:nvSpPr>
          <p:cNvPr id="54" name="Text 51"/>
          <p:cNvSpPr/>
          <p:nvPr/>
        </p:nvSpPr>
        <p:spPr>
          <a:xfrm>
            <a:off x="4725770" y="5028902"/>
            <a:ext cx="331283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/ 650</a:t>
            </a:r>
            <a:endParaRPr lang="en-US" sz="936" dirty="0"/>
          </a:p>
        </p:txBody>
      </p:sp>
      <p:sp>
        <p:nvSpPr>
          <p:cNvPr id="55" name="Text 52"/>
          <p:cNvSpPr/>
          <p:nvPr/>
        </p:nvSpPr>
        <p:spPr>
          <a:xfrm>
            <a:off x="4457589" y="2689920"/>
            <a:ext cx="423792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</a:t>
            </a:r>
            <a:endParaRPr lang="en-US" sz="720" dirty="0"/>
          </a:p>
        </p:txBody>
      </p:sp>
      <p:sp>
        <p:nvSpPr>
          <p:cNvPr id="56" name="Text 53"/>
          <p:cNvSpPr/>
          <p:nvPr/>
        </p:nvSpPr>
        <p:spPr>
          <a:xfrm>
            <a:off x="895328" y="3663255"/>
            <a:ext cx="423792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</a:t>
            </a:r>
            <a:endParaRPr lang="en-US" sz="720" dirty="0"/>
          </a:p>
        </p:txBody>
      </p:sp>
      <p:sp>
        <p:nvSpPr>
          <p:cNvPr id="57" name="Text 54"/>
          <p:cNvSpPr/>
          <p:nvPr/>
        </p:nvSpPr>
        <p:spPr>
          <a:xfrm>
            <a:off x="4457589" y="3663255"/>
            <a:ext cx="423792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</a:t>
            </a:r>
            <a:endParaRPr lang="en-US" sz="720" dirty="0"/>
          </a:p>
        </p:txBody>
      </p:sp>
      <p:sp>
        <p:nvSpPr>
          <p:cNvPr id="58" name="Text 55"/>
          <p:cNvSpPr/>
          <p:nvPr/>
        </p:nvSpPr>
        <p:spPr>
          <a:xfrm>
            <a:off x="8019849" y="3663255"/>
            <a:ext cx="423792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</a:t>
            </a:r>
            <a:endParaRPr lang="en-US" sz="720" dirty="0"/>
          </a:p>
        </p:txBody>
      </p:sp>
      <p:sp>
        <p:nvSpPr>
          <p:cNvPr id="59" name="Text 56"/>
          <p:cNvSpPr/>
          <p:nvPr/>
        </p:nvSpPr>
        <p:spPr>
          <a:xfrm>
            <a:off x="11039199" y="3682305"/>
            <a:ext cx="274320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744" dirty="0"/>
          </a:p>
        </p:txBody>
      </p:sp>
      <p:sp>
        <p:nvSpPr>
          <p:cNvPr id="60" name="Text 57"/>
          <p:cNvSpPr/>
          <p:nvPr/>
        </p:nvSpPr>
        <p:spPr>
          <a:xfrm>
            <a:off x="895328" y="4636591"/>
            <a:ext cx="423792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</a:t>
            </a:r>
            <a:endParaRPr lang="en-US" sz="720" dirty="0"/>
          </a:p>
        </p:txBody>
      </p:sp>
      <p:sp>
        <p:nvSpPr>
          <p:cNvPr id="61" name="Text 58"/>
          <p:cNvSpPr/>
          <p:nvPr/>
        </p:nvSpPr>
        <p:spPr>
          <a:xfrm>
            <a:off x="7476938" y="4655641"/>
            <a:ext cx="274320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</a:t>
            </a:r>
            <a:endParaRPr lang="en-US" sz="744" dirty="0"/>
          </a:p>
        </p:txBody>
      </p:sp>
      <p:sp>
        <p:nvSpPr>
          <p:cNvPr id="62" name="Text 59"/>
          <p:cNvSpPr/>
          <p:nvPr/>
        </p:nvSpPr>
        <p:spPr>
          <a:xfrm>
            <a:off x="5098426" y="5019377"/>
            <a:ext cx="403478" cy="170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86 %</a:t>
            </a:r>
            <a:endParaRPr lang="en-US" sz="816" dirty="0"/>
          </a:p>
        </p:txBody>
      </p:sp>
      <p:sp>
        <p:nvSpPr>
          <p:cNvPr id="63" name="Text 60"/>
          <p:cNvSpPr/>
          <p:nvPr/>
        </p:nvSpPr>
        <p:spPr>
          <a:xfrm>
            <a:off x="4457589" y="3082230"/>
            <a:ext cx="274320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659</a:t>
            </a:r>
            <a:endParaRPr lang="en-US" sz="936" dirty="0"/>
          </a:p>
        </p:txBody>
      </p:sp>
      <p:sp>
        <p:nvSpPr>
          <p:cNvPr id="64" name="Text 61"/>
          <p:cNvSpPr/>
          <p:nvPr/>
        </p:nvSpPr>
        <p:spPr>
          <a:xfrm>
            <a:off x="895328" y="4055566"/>
            <a:ext cx="274320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607</a:t>
            </a:r>
            <a:endParaRPr lang="en-US" sz="936" dirty="0"/>
          </a:p>
        </p:txBody>
      </p:sp>
      <p:sp>
        <p:nvSpPr>
          <p:cNvPr id="65" name="Text 62"/>
          <p:cNvSpPr/>
          <p:nvPr/>
        </p:nvSpPr>
        <p:spPr>
          <a:xfrm>
            <a:off x="4457589" y="4055566"/>
            <a:ext cx="274320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517</a:t>
            </a:r>
            <a:endParaRPr lang="en-US" sz="936" dirty="0"/>
          </a:p>
        </p:txBody>
      </p:sp>
      <p:sp>
        <p:nvSpPr>
          <p:cNvPr id="66" name="Text 63"/>
          <p:cNvSpPr/>
          <p:nvPr/>
        </p:nvSpPr>
        <p:spPr>
          <a:xfrm>
            <a:off x="8019849" y="4055566"/>
            <a:ext cx="274320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556</a:t>
            </a:r>
            <a:endParaRPr lang="en-US" sz="936" dirty="0"/>
          </a:p>
        </p:txBody>
      </p:sp>
      <p:sp>
        <p:nvSpPr>
          <p:cNvPr id="67" name="Text 64"/>
          <p:cNvSpPr/>
          <p:nvPr/>
        </p:nvSpPr>
        <p:spPr>
          <a:xfrm>
            <a:off x="4457589" y="5028902"/>
            <a:ext cx="274320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560</a:t>
            </a:r>
            <a:endParaRPr lang="en-US" sz="936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4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13514" y="219075"/>
            <a:ext cx="366458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Evidencias · Iniciativas Ejecutadas 1S 2026</a:t>
            </a:r>
            <a:endParaRPr lang="en-US" sz="1260" dirty="0"/>
          </a:p>
        </p:txBody>
      </p:sp>
      <p:sp>
        <p:nvSpPr>
          <p:cNvPr id="4" name="Text 1"/>
          <p:cNvSpPr/>
          <p:nvPr/>
        </p:nvSpPr>
        <p:spPr>
          <a:xfrm>
            <a:off x="6514937" y="1086892"/>
            <a:ext cx="500581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 Burger &amp; Feria Vanti · Abril 2026</a:t>
            </a:r>
            <a:endParaRPr lang="en-US" sz="600" dirty="0"/>
          </a:p>
        </p:txBody>
      </p:sp>
      <p:sp>
        <p:nvSpPr>
          <p:cNvPr id="5" name="Text 2"/>
          <p:cNvSpPr/>
          <p:nvPr/>
        </p:nvSpPr>
        <p:spPr>
          <a:xfrm>
            <a:off x="609585" y="6886575"/>
            <a:ext cx="5710571" cy="170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Parte de La Gran Jugada · 114% meta</a:t>
            </a:r>
            <a:endParaRPr lang="en-US" sz="672" dirty="0"/>
          </a:p>
        </p:txBody>
      </p:sp>
      <p:sp>
        <p:nvSpPr>
          <p:cNvPr id="6" name="Text 3"/>
          <p:cNvSpPr/>
          <p:nvPr/>
        </p:nvSpPr>
        <p:spPr>
          <a:xfrm>
            <a:off x="981050" y="1086892"/>
            <a:ext cx="500581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Semanas Ganadoras · Enero 2026</a:t>
            </a:r>
            <a:endParaRPr lang="en-US" sz="600" dirty="0"/>
          </a:p>
        </p:txBody>
      </p:sp>
      <p:sp>
        <p:nvSpPr>
          <p:cNvPr id="7" name="Text 4"/>
          <p:cNvSpPr/>
          <p:nvPr/>
        </p:nvSpPr>
        <p:spPr>
          <a:xfrm>
            <a:off x="6514937" y="4192042"/>
            <a:ext cx="500581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Feria Mundialista · Junio 2026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143471" y="6886575"/>
            <a:ext cx="5710571" cy="170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1.520 ventas en dos semanas</a:t>
            </a:r>
            <a:endParaRPr lang="en-US" sz="672" dirty="0"/>
          </a:p>
        </p:txBody>
      </p:sp>
      <p:sp>
        <p:nvSpPr>
          <p:cNvPr id="9" name="Text 6"/>
          <p:cNvSpPr/>
          <p:nvPr/>
        </p:nvSpPr>
        <p:spPr>
          <a:xfrm>
            <a:off x="981050" y="4192042"/>
            <a:ext cx="500581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Feria Vanti · Mayo 2026</a:t>
            </a:r>
            <a:endParaRPr lang="en-US" sz="600" dirty="0"/>
          </a:p>
        </p:txBody>
      </p:sp>
      <p:sp>
        <p:nvSpPr>
          <p:cNvPr id="10" name="Text 7"/>
          <p:cNvSpPr/>
          <p:nvPr/>
        </p:nvSpPr>
        <p:spPr>
          <a:xfrm>
            <a:off x="609585" y="3781425"/>
            <a:ext cx="5710571" cy="170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1.292 ventas logradas</a:t>
            </a:r>
            <a:endParaRPr lang="en-US" sz="672" dirty="0"/>
          </a:p>
        </p:txBody>
      </p:sp>
      <p:sp>
        <p:nvSpPr>
          <p:cNvPr id="11" name="Text 8"/>
          <p:cNvSpPr/>
          <p:nvPr/>
        </p:nvSpPr>
        <p:spPr>
          <a:xfrm>
            <a:off x="6143471" y="3781425"/>
            <a:ext cx="5710571" cy="170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1.266 ventas logradas</a:t>
            </a:r>
            <a:endParaRPr lang="en-US" sz="672" dirty="0"/>
          </a:p>
        </p:txBody>
      </p:sp>
      <p:sp>
        <p:nvSpPr>
          <p:cNvPr id="12" name="Text 9"/>
          <p:cNvSpPr/>
          <p:nvPr/>
        </p:nvSpPr>
        <p:spPr>
          <a:xfrm>
            <a:off x="10079579" y="209550"/>
            <a:ext cx="1617662" cy="220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 1 · Evidencias</a:t>
            </a:r>
            <a:endParaRPr lang="en-US" sz="840" dirty="0"/>
          </a:p>
        </p:txBody>
      </p:sp>
      <p:sp>
        <p:nvSpPr>
          <p:cNvPr id="13" name="Text 10"/>
          <p:cNvSpPr/>
          <p:nvPr/>
        </p:nvSpPr>
        <p:spPr>
          <a:xfrm>
            <a:off x="981050" y="978247"/>
            <a:ext cx="5005813" cy="114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26262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</a:t>
            </a:r>
            <a:endParaRPr lang="en-US" sz="744" dirty="0"/>
          </a:p>
        </p:txBody>
      </p:sp>
      <p:sp>
        <p:nvSpPr>
          <p:cNvPr id="14" name="Text 11"/>
          <p:cNvSpPr/>
          <p:nvPr/>
        </p:nvSpPr>
        <p:spPr>
          <a:xfrm>
            <a:off x="6514937" y="978247"/>
            <a:ext cx="5005813" cy="114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26262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</a:t>
            </a:r>
            <a:endParaRPr lang="en-US" sz="744" dirty="0"/>
          </a:p>
        </p:txBody>
      </p:sp>
      <p:sp>
        <p:nvSpPr>
          <p:cNvPr id="15" name="Text 12"/>
          <p:cNvSpPr/>
          <p:nvPr/>
        </p:nvSpPr>
        <p:spPr>
          <a:xfrm>
            <a:off x="981050" y="4083397"/>
            <a:ext cx="5005813" cy="114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26262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</a:t>
            </a:r>
            <a:endParaRPr lang="en-US" sz="744" dirty="0"/>
          </a:p>
        </p:txBody>
      </p:sp>
      <p:sp>
        <p:nvSpPr>
          <p:cNvPr id="16" name="Text 13"/>
          <p:cNvSpPr/>
          <p:nvPr/>
        </p:nvSpPr>
        <p:spPr>
          <a:xfrm>
            <a:off x="6514937" y="4083397"/>
            <a:ext cx="5005813" cy="1140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4" b="1" dirty="0">
                <a:solidFill>
                  <a:srgbClr val="26262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xuma_televentas</a:t>
            </a:r>
            <a:endParaRPr lang="en-US" sz="744" dirty="0"/>
          </a:p>
        </p:txBody>
      </p:sp>
      <p:sp>
        <p:nvSpPr>
          <p:cNvPr id="17" name="Text 14"/>
          <p:cNvSpPr/>
          <p:nvPr/>
        </p:nvSpPr>
        <p:spPr>
          <a:xfrm>
            <a:off x="609585" y="3600450"/>
            <a:ext cx="5710571" cy="190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❤️   💬   ✈️</a:t>
            </a:r>
            <a:endParaRPr lang="en-US" sz="816" dirty="0"/>
          </a:p>
        </p:txBody>
      </p:sp>
      <p:sp>
        <p:nvSpPr>
          <p:cNvPr id="18" name="Text 15"/>
          <p:cNvSpPr/>
          <p:nvPr/>
        </p:nvSpPr>
        <p:spPr>
          <a:xfrm>
            <a:off x="6143471" y="3600450"/>
            <a:ext cx="5710571" cy="190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❤️   💬   ✈️</a:t>
            </a:r>
            <a:endParaRPr lang="en-US" sz="816" dirty="0"/>
          </a:p>
        </p:txBody>
      </p:sp>
      <p:sp>
        <p:nvSpPr>
          <p:cNvPr id="19" name="Text 16"/>
          <p:cNvSpPr/>
          <p:nvPr/>
        </p:nvSpPr>
        <p:spPr>
          <a:xfrm>
            <a:off x="609585" y="6705600"/>
            <a:ext cx="5710571" cy="190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❤️   💬   ✈️</a:t>
            </a:r>
            <a:endParaRPr lang="en-US" sz="816" dirty="0"/>
          </a:p>
        </p:txBody>
      </p:sp>
      <p:sp>
        <p:nvSpPr>
          <p:cNvPr id="20" name="Text 17"/>
          <p:cNvSpPr/>
          <p:nvPr/>
        </p:nvSpPr>
        <p:spPr>
          <a:xfrm>
            <a:off x="6143471" y="6705600"/>
            <a:ext cx="5710571" cy="190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❤️   💬   ✈️</a:t>
            </a:r>
            <a:endParaRPr lang="en-US" sz="816" dirty="0"/>
          </a:p>
        </p:txBody>
      </p:sp>
      <p:sp>
        <p:nvSpPr>
          <p:cNvPr id="21" name="Text 18"/>
          <p:cNvSpPr/>
          <p:nvPr/>
        </p:nvSpPr>
        <p:spPr>
          <a:xfrm>
            <a:off x="5815165" y="1014413"/>
            <a:ext cx="27432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•••</a:t>
            </a:r>
            <a:endParaRPr lang="en-US" sz="816" dirty="0"/>
          </a:p>
        </p:txBody>
      </p:sp>
      <p:sp>
        <p:nvSpPr>
          <p:cNvPr id="22" name="Text 19"/>
          <p:cNvSpPr/>
          <p:nvPr/>
        </p:nvSpPr>
        <p:spPr>
          <a:xfrm>
            <a:off x="11349051" y="1014413"/>
            <a:ext cx="27432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•••</a:t>
            </a:r>
            <a:endParaRPr lang="en-US" sz="816" dirty="0"/>
          </a:p>
        </p:txBody>
      </p:sp>
      <p:sp>
        <p:nvSpPr>
          <p:cNvPr id="23" name="Text 20"/>
          <p:cNvSpPr/>
          <p:nvPr/>
        </p:nvSpPr>
        <p:spPr>
          <a:xfrm>
            <a:off x="5815165" y="4119562"/>
            <a:ext cx="27432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•••</a:t>
            </a:r>
            <a:endParaRPr lang="en-US" sz="816" dirty="0"/>
          </a:p>
        </p:txBody>
      </p:sp>
      <p:sp>
        <p:nvSpPr>
          <p:cNvPr id="24" name="Text 21"/>
          <p:cNvSpPr/>
          <p:nvPr/>
        </p:nvSpPr>
        <p:spPr>
          <a:xfrm>
            <a:off x="11349051" y="4119562"/>
            <a:ext cx="27432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•••</a:t>
            </a:r>
            <a:endParaRPr lang="en-US" sz="816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5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154880" y="1037779"/>
            <a:ext cx="4376063" cy="124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2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ejecutadas por Xuma — al menos una por mes, con análisis de impacto operativo por sesión.</a:t>
            </a:r>
            <a:endParaRPr lang="en-US" sz="624" dirty="0"/>
          </a:p>
        </p:txBody>
      </p:sp>
      <p:sp>
        <p:nvSpPr>
          <p:cNvPr id="4" name="Text 1"/>
          <p:cNvSpPr/>
          <p:nvPr/>
        </p:nvSpPr>
        <p:spPr>
          <a:xfrm>
            <a:off x="1213514" y="219075"/>
            <a:ext cx="410369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Capacitaciones del Semestre · Línea de Tiempo</a:t>
            </a:r>
            <a:endParaRPr lang="en-US" sz="1260" dirty="0"/>
          </a:p>
        </p:txBody>
      </p:sp>
      <p:sp>
        <p:nvSpPr>
          <p:cNvPr id="5" name="Text 2"/>
          <p:cNvSpPr/>
          <p:nvPr/>
        </p:nvSpPr>
        <p:spPr>
          <a:xfrm>
            <a:off x="9743831" y="209550"/>
            <a:ext cx="1970197" cy="220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 1 · Capacitaciones</a:t>
            </a:r>
            <a:endParaRPr lang="en-US" sz="840" dirty="0"/>
          </a:p>
        </p:txBody>
      </p:sp>
      <p:sp>
        <p:nvSpPr>
          <p:cNvPr id="6" name="Text 3"/>
          <p:cNvSpPr/>
          <p:nvPr/>
        </p:nvSpPr>
        <p:spPr>
          <a:xfrm>
            <a:off x="6739067" y="1984921"/>
            <a:ext cx="30706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sesiónes</a:t>
            </a:r>
            <a:endParaRPr lang="en-US" sz="480" dirty="0"/>
          </a:p>
        </p:txBody>
      </p:sp>
      <p:sp>
        <p:nvSpPr>
          <p:cNvPr id="7" name="Text 4"/>
          <p:cNvSpPr/>
          <p:nvPr/>
        </p:nvSpPr>
        <p:spPr>
          <a:xfrm>
            <a:off x="6750675" y="3516362"/>
            <a:ext cx="30706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sesiónes</a:t>
            </a:r>
            <a:endParaRPr lang="en-US" sz="480" dirty="0"/>
          </a:p>
        </p:txBody>
      </p:sp>
      <p:sp>
        <p:nvSpPr>
          <p:cNvPr id="8" name="Text 5"/>
          <p:cNvSpPr/>
          <p:nvPr/>
        </p:nvSpPr>
        <p:spPr>
          <a:xfrm>
            <a:off x="1003969" y="4438204"/>
            <a:ext cx="30784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sesiónes</a:t>
            </a:r>
            <a:endParaRPr lang="en-US" sz="480" dirty="0"/>
          </a:p>
        </p:txBody>
      </p:sp>
      <p:sp>
        <p:nvSpPr>
          <p:cNvPr id="9" name="Text 6"/>
          <p:cNvSpPr/>
          <p:nvPr/>
        </p:nvSpPr>
        <p:spPr>
          <a:xfrm>
            <a:off x="993105" y="1375321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sesión</a:t>
            </a:r>
            <a:endParaRPr lang="en-US" sz="480" dirty="0"/>
          </a:p>
        </p:txBody>
      </p:sp>
      <p:sp>
        <p:nvSpPr>
          <p:cNvPr id="10" name="Text 7"/>
          <p:cNvSpPr/>
          <p:nvPr/>
        </p:nvSpPr>
        <p:spPr>
          <a:xfrm>
            <a:off x="1009476" y="2906762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sesión</a:t>
            </a:r>
            <a:endParaRPr lang="en-US" sz="480" dirty="0"/>
          </a:p>
        </p:txBody>
      </p:sp>
      <p:sp>
        <p:nvSpPr>
          <p:cNvPr id="11" name="Text 8"/>
          <p:cNvSpPr/>
          <p:nvPr/>
        </p:nvSpPr>
        <p:spPr>
          <a:xfrm>
            <a:off x="6749038" y="5725716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sesión</a:t>
            </a:r>
            <a:endParaRPr lang="en-US" sz="480" dirty="0"/>
          </a:p>
        </p:txBody>
      </p:sp>
      <p:sp>
        <p:nvSpPr>
          <p:cNvPr id="12" name="Text 9"/>
          <p:cNvSpPr/>
          <p:nvPr/>
        </p:nvSpPr>
        <p:spPr>
          <a:xfrm>
            <a:off x="742931" y="1365796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28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528" dirty="0"/>
          </a:p>
        </p:txBody>
      </p:sp>
      <p:sp>
        <p:nvSpPr>
          <p:cNvPr id="13" name="Text 10"/>
          <p:cNvSpPr/>
          <p:nvPr/>
        </p:nvSpPr>
        <p:spPr>
          <a:xfrm>
            <a:off x="6495888" y="1975396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28" b="1" dirty="0">
                <a:solidFill>
                  <a:srgbClr val="F5A62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528" dirty="0"/>
          </a:p>
        </p:txBody>
      </p:sp>
      <p:sp>
        <p:nvSpPr>
          <p:cNvPr id="14" name="Text 11"/>
          <p:cNvSpPr/>
          <p:nvPr/>
        </p:nvSpPr>
        <p:spPr>
          <a:xfrm>
            <a:off x="742931" y="2897237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28" b="1" dirty="0">
                <a:solidFill>
                  <a:srgbClr val="F7C94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528" dirty="0"/>
          </a:p>
        </p:txBody>
      </p:sp>
      <p:sp>
        <p:nvSpPr>
          <p:cNvPr id="15" name="Text 12"/>
          <p:cNvSpPr/>
          <p:nvPr/>
        </p:nvSpPr>
        <p:spPr>
          <a:xfrm>
            <a:off x="6495888" y="3506837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28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528" dirty="0"/>
          </a:p>
        </p:txBody>
      </p:sp>
      <p:sp>
        <p:nvSpPr>
          <p:cNvPr id="16" name="Text 13"/>
          <p:cNvSpPr/>
          <p:nvPr/>
        </p:nvSpPr>
        <p:spPr>
          <a:xfrm>
            <a:off x="742931" y="4428679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28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528" dirty="0"/>
          </a:p>
        </p:txBody>
      </p:sp>
      <p:sp>
        <p:nvSpPr>
          <p:cNvPr id="17" name="Text 14"/>
          <p:cNvSpPr/>
          <p:nvPr/>
        </p:nvSpPr>
        <p:spPr>
          <a:xfrm>
            <a:off x="6495888" y="5716191"/>
            <a:ext cx="274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28" b="1" dirty="0">
                <a:solidFill>
                  <a:srgbClr val="5B8DE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528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6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743531" y="3815060"/>
            <a:ext cx="4820482" cy="268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0A3D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Cargues priorizados según mayor presencia de ventas por localidad o edad, y barrido de contactos sin respuesta más cambio de DID si el número marca como spam.</a:t>
            </a:r>
            <a:endParaRPr lang="en-US" sz="672" dirty="0"/>
          </a:p>
        </p:txBody>
      </p:sp>
      <p:sp>
        <p:nvSpPr>
          <p:cNvPr id="4" name="Text 1"/>
          <p:cNvSpPr/>
          <p:nvPr/>
        </p:nvSpPr>
        <p:spPr>
          <a:xfrm>
            <a:off x="6743531" y="1619250"/>
            <a:ext cx="4820482" cy="268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0A3D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ajustaron las exclusiones dando más beneficios y menor tiempo de carencia, con el guion actualizado para incorporar la nueva asistencia.</a:t>
            </a:r>
            <a:endParaRPr lang="en-US" sz="672" dirty="0"/>
          </a:p>
        </p:txBody>
      </p:sp>
      <p:sp>
        <p:nvSpPr>
          <p:cNvPr id="5" name="Text 2"/>
          <p:cNvSpPr/>
          <p:nvPr/>
        </p:nvSpPr>
        <p:spPr>
          <a:xfrm>
            <a:off x="6743531" y="3083123"/>
            <a:ext cx="4820482" cy="268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0A3D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Cuando el usuario cree que es solo información, el asesor debe aclarar que se está ofreciendo un seguro, para una venta más transparente.</a:t>
            </a:r>
            <a:endParaRPr lang="en-US" sz="672" dirty="0"/>
          </a:p>
        </p:txBody>
      </p:sp>
      <p:sp>
        <p:nvSpPr>
          <p:cNvPr id="6" name="Text 3"/>
          <p:cNvSpPr/>
          <p:nvPr/>
        </p:nvSpPr>
        <p:spPr>
          <a:xfrm>
            <a:off x="6743531" y="2351187"/>
            <a:ext cx="4820482" cy="268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0A3D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Bienvenida exclusiva para clientes que obtuvieron el crédito por autogestión, conociendo cómo perciben esta nueva forma de crédito.</a:t>
            </a:r>
            <a:endParaRPr lang="en-US" sz="672" dirty="0"/>
          </a:p>
        </p:txBody>
      </p:sp>
      <p:sp>
        <p:nvSpPr>
          <p:cNvPr id="7" name="Text 4"/>
          <p:cNvSpPr/>
          <p:nvPr/>
        </p:nvSpPr>
        <p:spPr>
          <a:xfrm>
            <a:off x="1200120" y="2223343"/>
            <a:ext cx="4820482" cy="268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2A2A5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Auditorías puntuales en algunos meses para verificar que la tipificación registrada coincida con lo que pasó en la llamada.</a:t>
            </a:r>
            <a:endParaRPr lang="en-US" sz="672" dirty="0"/>
          </a:p>
        </p:txBody>
      </p:sp>
      <p:sp>
        <p:nvSpPr>
          <p:cNvPr id="8" name="Text 5"/>
          <p:cNvSpPr/>
          <p:nvPr/>
        </p:nvSpPr>
        <p:spPr>
          <a:xfrm>
            <a:off x="1200120" y="2955280"/>
            <a:ext cx="4820482" cy="268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2A2A5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revisan las llamadas tipificadas "no interesado" para nutrir un manual de objeciones que guía al asesor hacia el cierre.</a:t>
            </a:r>
            <a:endParaRPr lang="en-US" sz="672" dirty="0"/>
          </a:p>
        </p:txBody>
      </p:sp>
      <p:sp>
        <p:nvSpPr>
          <p:cNvPr id="9" name="Text 6"/>
          <p:cNvSpPr/>
          <p:nvPr/>
        </p:nvSpPr>
        <p:spPr>
          <a:xfrm>
            <a:off x="1200120" y="1619250"/>
            <a:ext cx="4565144" cy="134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2A2A5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revisa en vivo cómo el asesor debate objeciones, si tipifica correctamente y se corrigen errores al momento.</a:t>
            </a:r>
            <a:endParaRPr lang="en-US" sz="672" dirty="0"/>
          </a:p>
        </p:txBody>
      </p:sp>
      <p:sp>
        <p:nvSpPr>
          <p:cNvPr id="10" name="Text 7"/>
          <p:cNvSpPr/>
          <p:nvPr/>
        </p:nvSpPr>
        <p:spPr>
          <a:xfrm>
            <a:off x="1200120" y="3687217"/>
            <a:ext cx="3851948" cy="134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2A2A5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Seguimiento individual: cómo va cada asesor, a qué % se proyecta y qué le falta para su meta.</a:t>
            </a:r>
            <a:endParaRPr lang="en-US" sz="672" dirty="0"/>
          </a:p>
        </p:txBody>
      </p:sp>
      <p:sp>
        <p:nvSpPr>
          <p:cNvPr id="11" name="Text 8"/>
          <p:cNvSpPr/>
          <p:nvPr/>
        </p:nvSpPr>
        <p:spPr>
          <a:xfrm>
            <a:off x="1200120" y="1495425"/>
            <a:ext cx="45651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4A4A8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Objeciones, tipificación y corrección inmediata</a:t>
            </a:r>
            <a:endParaRPr lang="en-US" sz="672" dirty="0"/>
          </a:p>
        </p:txBody>
      </p:sp>
      <p:sp>
        <p:nvSpPr>
          <p:cNvPr id="12" name="Text 9"/>
          <p:cNvSpPr/>
          <p:nvPr/>
        </p:nvSpPr>
        <p:spPr>
          <a:xfrm>
            <a:off x="6743531" y="2227362"/>
            <a:ext cx="482048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1A7A6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Trato preferencial y medición de experiencia</a:t>
            </a:r>
            <a:endParaRPr lang="en-US" sz="672" dirty="0"/>
          </a:p>
        </p:txBody>
      </p:sp>
      <p:sp>
        <p:nvSpPr>
          <p:cNvPr id="13" name="Text 10"/>
          <p:cNvSpPr/>
          <p:nvPr/>
        </p:nvSpPr>
        <p:spPr>
          <a:xfrm>
            <a:off x="1200120" y="2099518"/>
            <a:ext cx="482048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4A4A8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Contrastan tipificación vs. la llamada real</a:t>
            </a:r>
            <a:endParaRPr lang="en-US" sz="672" dirty="0"/>
          </a:p>
        </p:txBody>
      </p:sp>
      <p:sp>
        <p:nvSpPr>
          <p:cNvPr id="14" name="Text 11"/>
          <p:cNvSpPr/>
          <p:nvPr/>
        </p:nvSpPr>
        <p:spPr>
          <a:xfrm>
            <a:off x="1200120" y="2831455"/>
            <a:ext cx="482048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4A4A8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Manual de objeciones desde "no interesado"</a:t>
            </a:r>
            <a:endParaRPr lang="en-US" sz="672" dirty="0"/>
          </a:p>
        </p:txBody>
      </p:sp>
      <p:sp>
        <p:nvSpPr>
          <p:cNvPr id="15" name="Text 12"/>
          <p:cNvSpPr/>
          <p:nvPr/>
        </p:nvSpPr>
        <p:spPr>
          <a:xfrm>
            <a:off x="6743531" y="2959298"/>
            <a:ext cx="482048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1A7A6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asesor deja explícito que es un seguro</a:t>
            </a:r>
            <a:endParaRPr lang="en-US" sz="672" dirty="0"/>
          </a:p>
        </p:txBody>
      </p:sp>
      <p:sp>
        <p:nvSpPr>
          <p:cNvPr id="16" name="Text 13"/>
          <p:cNvSpPr/>
          <p:nvPr/>
        </p:nvSpPr>
        <p:spPr>
          <a:xfrm>
            <a:off x="1213514" y="219075"/>
            <a:ext cx="363395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Monitoreo y Cambios de Proceso · 1S 2026</a:t>
            </a:r>
            <a:endParaRPr lang="en-US" sz="1260" dirty="0"/>
          </a:p>
        </p:txBody>
      </p:sp>
      <p:sp>
        <p:nvSpPr>
          <p:cNvPr id="17" name="Text 14"/>
          <p:cNvSpPr/>
          <p:nvPr/>
        </p:nvSpPr>
        <p:spPr>
          <a:xfrm>
            <a:off x="6743531" y="3691235"/>
            <a:ext cx="482048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1A7A6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Por localidad/edad + control de spam/DID</a:t>
            </a:r>
            <a:endParaRPr lang="en-US" sz="672" dirty="0"/>
          </a:p>
        </p:txBody>
      </p:sp>
      <p:sp>
        <p:nvSpPr>
          <p:cNvPr id="18" name="Text 15"/>
          <p:cNvSpPr/>
          <p:nvPr/>
        </p:nvSpPr>
        <p:spPr>
          <a:xfrm>
            <a:off x="6743531" y="1495425"/>
            <a:ext cx="482048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1A7A6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Menor carencia + coberturas adicionales</a:t>
            </a:r>
            <a:endParaRPr lang="en-US" sz="672" dirty="0"/>
          </a:p>
        </p:txBody>
      </p:sp>
      <p:sp>
        <p:nvSpPr>
          <p:cNvPr id="19" name="Text 16"/>
          <p:cNvSpPr/>
          <p:nvPr/>
        </p:nvSpPr>
        <p:spPr>
          <a:xfrm>
            <a:off x="1200120" y="3563392"/>
            <a:ext cx="38519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4A4A8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Avance, proyección y KPI faltante</a:t>
            </a:r>
            <a:endParaRPr lang="en-US" sz="672" dirty="0"/>
          </a:p>
        </p:txBody>
      </p:sp>
      <p:sp>
        <p:nvSpPr>
          <p:cNvPr id="20" name="Text 17"/>
          <p:cNvSpPr/>
          <p:nvPr/>
        </p:nvSpPr>
        <p:spPr>
          <a:xfrm>
            <a:off x="6743531" y="2816423"/>
            <a:ext cx="4820482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005F4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Frase de aclaración obligatoria</a:t>
            </a:r>
            <a:endParaRPr lang="en-US" sz="864" dirty="0"/>
          </a:p>
        </p:txBody>
      </p:sp>
      <p:sp>
        <p:nvSpPr>
          <p:cNvPr id="21" name="Text 18"/>
          <p:cNvSpPr/>
          <p:nvPr/>
        </p:nvSpPr>
        <p:spPr>
          <a:xfrm>
            <a:off x="6743531" y="3548360"/>
            <a:ext cx="4820482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005F4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Segmentación y contactabilidad</a:t>
            </a:r>
            <a:endParaRPr lang="en-US" sz="864" dirty="0"/>
          </a:p>
        </p:txBody>
      </p:sp>
      <p:sp>
        <p:nvSpPr>
          <p:cNvPr id="22" name="Text 19"/>
          <p:cNvSpPr/>
          <p:nvPr/>
        </p:nvSpPr>
        <p:spPr>
          <a:xfrm>
            <a:off x="1200120" y="3420517"/>
            <a:ext cx="3851948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Revisión semanal por asesor</a:t>
            </a:r>
            <a:endParaRPr lang="en-US" sz="864" dirty="0"/>
          </a:p>
        </p:txBody>
      </p:sp>
      <p:sp>
        <p:nvSpPr>
          <p:cNvPr id="23" name="Text 20"/>
          <p:cNvSpPr/>
          <p:nvPr/>
        </p:nvSpPr>
        <p:spPr>
          <a:xfrm>
            <a:off x="1200120" y="1352550"/>
            <a:ext cx="4565144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Monitoreo semanal en vivo</a:t>
            </a:r>
            <a:endParaRPr lang="en-US" sz="864" dirty="0"/>
          </a:p>
        </p:txBody>
      </p:sp>
      <p:sp>
        <p:nvSpPr>
          <p:cNvPr id="24" name="Text 21"/>
          <p:cNvSpPr/>
          <p:nvPr/>
        </p:nvSpPr>
        <p:spPr>
          <a:xfrm>
            <a:off x="1200120" y="1956643"/>
            <a:ext cx="4820482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Monitoreos ocasionales</a:t>
            </a:r>
            <a:endParaRPr lang="en-US" sz="864" dirty="0"/>
          </a:p>
        </p:txBody>
      </p:sp>
      <p:sp>
        <p:nvSpPr>
          <p:cNvPr id="25" name="Text 22"/>
          <p:cNvSpPr/>
          <p:nvPr/>
        </p:nvSpPr>
        <p:spPr>
          <a:xfrm>
            <a:off x="6743531" y="1352550"/>
            <a:ext cx="4820482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005F4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Exclusiones del seguro</a:t>
            </a:r>
            <a:endParaRPr lang="en-US" sz="864" dirty="0"/>
          </a:p>
        </p:txBody>
      </p:sp>
      <p:sp>
        <p:nvSpPr>
          <p:cNvPr id="26" name="Text 23"/>
          <p:cNvSpPr/>
          <p:nvPr/>
        </p:nvSpPr>
        <p:spPr>
          <a:xfrm>
            <a:off x="6743531" y="2084487"/>
            <a:ext cx="4820482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005F4E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Bienvenida autogestión</a:t>
            </a:r>
            <a:endParaRPr lang="en-US" sz="864" dirty="0"/>
          </a:p>
        </p:txBody>
      </p:sp>
      <p:sp>
        <p:nvSpPr>
          <p:cNvPr id="27" name="Text 24"/>
          <p:cNvSpPr/>
          <p:nvPr/>
        </p:nvSpPr>
        <p:spPr>
          <a:xfrm>
            <a:off x="10079877" y="209550"/>
            <a:ext cx="1617349" cy="220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 1 · Monitoreo</a:t>
            </a:r>
            <a:endParaRPr lang="en-US" sz="840" dirty="0"/>
          </a:p>
        </p:txBody>
      </p:sp>
      <p:sp>
        <p:nvSpPr>
          <p:cNvPr id="28" name="Text 25"/>
          <p:cNvSpPr/>
          <p:nvPr/>
        </p:nvSpPr>
        <p:spPr>
          <a:xfrm>
            <a:off x="1200120" y="2688580"/>
            <a:ext cx="4820482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Kit de emergencia</a:t>
            </a:r>
            <a:endParaRPr lang="en-US" sz="864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7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52476" y="4370189"/>
            <a:ext cx="5800580" cy="537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Contactabilidad, conversión, motivos de rechazo y proyección</a:t>
            </a:r>
            <a:endParaRPr lang="en-US" sz="1260" dirty="0"/>
          </a:p>
          <a:p>
            <a:pPr algn="l" indent="0" marL="0">
              <a:buNone/>
            </a:pPr>
            <a:r>
              <a:rPr lang="en-US" sz="126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     del volumen necesario para lograr 3.000 ventas/mes en el segundo semestre.</a:t>
            </a:r>
            <a:endParaRPr lang="en-US" sz="1260" dirty="0"/>
          </a:p>
        </p:txBody>
      </p:sp>
      <p:sp>
        <p:nvSpPr>
          <p:cNvPr id="4" name="Text 1"/>
          <p:cNvSpPr/>
          <p:nvPr/>
        </p:nvSpPr>
        <p:spPr>
          <a:xfrm>
            <a:off x="952476" y="3128367"/>
            <a:ext cx="5816207" cy="1103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Análisis de Basese Indicadores Operativos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952476" y="2852142"/>
            <a:ext cx="967753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Capítulo 2</a:t>
            </a:r>
            <a:endParaRPr lang="en-US" sz="936" dirty="0"/>
          </a:p>
        </p:txBody>
      </p:sp>
      <p:sp>
        <p:nvSpPr>
          <p:cNvPr id="6" name="Text 3"/>
          <p:cNvSpPr/>
          <p:nvPr/>
        </p:nvSpPr>
        <p:spPr>
          <a:xfrm>
            <a:off x="952476" y="1975842"/>
            <a:ext cx="1358730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8_M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90575" y="4461570"/>
            <a:ext cx="11021102" cy="575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entre enero (20 %) y mayo (64 %) triplicamos la contactabilidad sin cambiar quién llamamos, solo . Eso nos trajo 21 % más ventas.  el calendario, horarios y estrategia de llamadas son tan poderosos como la base misma. Febrero y junio bajan porque cambia el mix de campañas (vimos esto arriba). En el 2S, Isaac propone seguir con análisis por franja horaria para identificar ventanas óptimas.</a:t>
            </a:r>
            <a:endParaRPr lang="en-US" sz="960" dirty="0"/>
          </a:p>
        </p:txBody>
      </p:sp>
      <p:sp>
        <p:nvSpPr>
          <p:cNvPr id="4" name="Text 1"/>
          <p:cNvSpPr/>
          <p:nvPr/>
        </p:nvSpPr>
        <p:spPr>
          <a:xfrm>
            <a:off x="1213514" y="219075"/>
            <a:ext cx="335127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y Conversión · 1S 2026</a:t>
            </a:r>
            <a:endParaRPr lang="en-US" sz="1260" dirty="0"/>
          </a:p>
        </p:txBody>
      </p:sp>
      <p:sp>
        <p:nvSpPr>
          <p:cNvPr id="5" name="Text 2"/>
          <p:cNvSpPr/>
          <p:nvPr/>
        </p:nvSpPr>
        <p:spPr>
          <a:xfrm>
            <a:off x="761981" y="150882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129.696 contactos en el semestre</a:t>
            </a:r>
            <a:endParaRPr lang="en-US" sz="864" dirty="0"/>
          </a:p>
        </p:txBody>
      </p:sp>
      <p:sp>
        <p:nvSpPr>
          <p:cNvPr id="6" name="Text 3"/>
          <p:cNvSpPr/>
          <p:nvPr/>
        </p:nvSpPr>
        <p:spPr>
          <a:xfrm>
            <a:off x="9134247" y="150882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Principal causa de no contacto</a:t>
            </a:r>
            <a:endParaRPr lang="en-US" sz="864" dirty="0"/>
          </a:p>
        </p:txBody>
      </p:sp>
      <p:sp>
        <p:nvSpPr>
          <p:cNvPr id="7" name="Text 4"/>
          <p:cNvSpPr/>
          <p:nvPr/>
        </p:nvSpPr>
        <p:spPr>
          <a:xfrm>
            <a:off x="761981" y="100965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promedio (1S)</a:t>
            </a:r>
            <a:endParaRPr lang="en-US" sz="864" dirty="0"/>
          </a:p>
        </p:txBody>
      </p:sp>
      <p:sp>
        <p:nvSpPr>
          <p:cNvPr id="8" name="Text 5"/>
          <p:cNvSpPr/>
          <p:nvPr/>
        </p:nvSpPr>
        <p:spPr>
          <a:xfrm>
            <a:off x="6343491" y="150882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Promedio ene–jun (6,7–10,3 %)</a:t>
            </a:r>
            <a:endParaRPr lang="en-US" sz="864" dirty="0"/>
          </a:p>
        </p:txBody>
      </p:sp>
      <p:sp>
        <p:nvSpPr>
          <p:cNvPr id="9" name="Text 6"/>
          <p:cNvSpPr/>
          <p:nvPr/>
        </p:nvSpPr>
        <p:spPr>
          <a:xfrm>
            <a:off x="3552736" y="150882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Jun: 49,1 % (+15 % volumen)</a:t>
            </a:r>
            <a:endParaRPr lang="en-US" sz="864" dirty="0"/>
          </a:p>
        </p:txBody>
      </p:sp>
      <p:sp>
        <p:nvSpPr>
          <p:cNvPr id="10" name="Text 7"/>
          <p:cNvSpPr/>
          <p:nvPr/>
        </p:nvSpPr>
        <p:spPr>
          <a:xfrm>
            <a:off x="6343491" y="100965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Efectividad prom./contacto</a:t>
            </a:r>
            <a:endParaRPr lang="en-US" sz="864" dirty="0"/>
          </a:p>
        </p:txBody>
      </p:sp>
      <p:sp>
        <p:nvSpPr>
          <p:cNvPr id="11" name="Text 8"/>
          <p:cNvSpPr/>
          <p:nvPr/>
        </p:nvSpPr>
        <p:spPr>
          <a:xfrm>
            <a:off x="9637273" y="209550"/>
            <a:ext cx="2082083" cy="220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 2 · Contactabilidad</a:t>
            </a:r>
            <a:endParaRPr lang="en-US" sz="840" dirty="0"/>
          </a:p>
        </p:txBody>
      </p:sp>
      <p:sp>
        <p:nvSpPr>
          <p:cNvPr id="12" name="Text 9"/>
          <p:cNvSpPr/>
          <p:nvPr/>
        </p:nvSpPr>
        <p:spPr>
          <a:xfrm>
            <a:off x="9134247" y="100965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(semestre)</a:t>
            </a:r>
            <a:endParaRPr lang="en-US" sz="864" dirty="0"/>
          </a:p>
        </p:txBody>
      </p:sp>
      <p:sp>
        <p:nvSpPr>
          <p:cNvPr id="13" name="Text 10"/>
          <p:cNvSpPr/>
          <p:nvPr/>
        </p:nvSpPr>
        <p:spPr>
          <a:xfrm>
            <a:off x="7166193" y="2494680"/>
            <a:ext cx="19255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Contactados</a:t>
            </a:r>
            <a:endParaRPr lang="en-US" sz="888" dirty="0"/>
          </a:p>
        </p:txBody>
      </p:sp>
      <p:sp>
        <p:nvSpPr>
          <p:cNvPr id="14" name="Text 11"/>
          <p:cNvSpPr/>
          <p:nvPr/>
        </p:nvSpPr>
        <p:spPr>
          <a:xfrm>
            <a:off x="3552736" y="100965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Pico: mayo</a:t>
            </a:r>
            <a:endParaRPr lang="en-US" sz="864" dirty="0"/>
          </a:p>
        </p:txBody>
      </p:sp>
      <p:sp>
        <p:nvSpPr>
          <p:cNvPr id="15" name="Text 12"/>
          <p:cNvSpPr/>
          <p:nvPr/>
        </p:nvSpPr>
        <p:spPr>
          <a:xfrm>
            <a:off x="9000007" y="2494680"/>
            <a:ext cx="12374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10178547" y="2494680"/>
            <a:ext cx="13537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Efect.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7166193" y="2723280"/>
            <a:ext cx="1925505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21.204</a:t>
            </a:r>
            <a:endParaRPr lang="en-US" sz="888" dirty="0"/>
          </a:p>
        </p:txBody>
      </p:sp>
      <p:sp>
        <p:nvSpPr>
          <p:cNvPr id="18" name="Text 15"/>
          <p:cNvSpPr/>
          <p:nvPr/>
        </p:nvSpPr>
        <p:spPr>
          <a:xfrm>
            <a:off x="10178547" y="2723280"/>
            <a:ext cx="1353729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10,6 %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7166193" y="2966167"/>
            <a:ext cx="192550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19.832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10178547" y="2966167"/>
            <a:ext cx="135372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12,0 %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7166193" y="3213817"/>
            <a:ext cx="192550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27.138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7166193" y="3461467"/>
            <a:ext cx="192550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16.200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10178547" y="3461467"/>
            <a:ext cx="135372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14,6 %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7166193" y="3709117"/>
            <a:ext cx="192550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24.031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7166193" y="3956767"/>
            <a:ext cx="1925505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21.291</a:t>
            </a:r>
            <a:endParaRPr lang="en-US" sz="888" dirty="0"/>
          </a:p>
        </p:txBody>
      </p:sp>
      <p:sp>
        <p:nvSpPr>
          <p:cNvPr id="26" name="Text 23"/>
          <p:cNvSpPr/>
          <p:nvPr/>
        </p:nvSpPr>
        <p:spPr>
          <a:xfrm>
            <a:off x="10178547" y="3956767"/>
            <a:ext cx="1353729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10,9 %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761981" y="1181100"/>
            <a:ext cx="245024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40,4 %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3552736" y="1181100"/>
            <a:ext cx="245024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63,8 %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5438639" y="2527995"/>
            <a:ext cx="480048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20,8 %</a:t>
            </a:r>
            <a:endParaRPr lang="en-US" sz="768" dirty="0"/>
          </a:p>
        </p:txBody>
      </p:sp>
      <p:sp>
        <p:nvSpPr>
          <p:cNvPr id="30" name="Text 27"/>
          <p:cNvSpPr/>
          <p:nvPr/>
        </p:nvSpPr>
        <p:spPr>
          <a:xfrm>
            <a:off x="5438639" y="2708970"/>
            <a:ext cx="480048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42,7 %</a:t>
            </a:r>
            <a:endParaRPr lang="en-US" sz="768" dirty="0"/>
          </a:p>
        </p:txBody>
      </p:sp>
      <p:sp>
        <p:nvSpPr>
          <p:cNvPr id="31" name="Text 28"/>
          <p:cNvSpPr/>
          <p:nvPr/>
        </p:nvSpPr>
        <p:spPr>
          <a:xfrm>
            <a:off x="5438639" y="2889945"/>
            <a:ext cx="480048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44,9 %</a:t>
            </a:r>
            <a:endParaRPr lang="en-US" sz="768" dirty="0"/>
          </a:p>
        </p:txBody>
      </p:sp>
      <p:sp>
        <p:nvSpPr>
          <p:cNvPr id="32" name="Text 29"/>
          <p:cNvSpPr/>
          <p:nvPr/>
        </p:nvSpPr>
        <p:spPr>
          <a:xfrm>
            <a:off x="5438639" y="3070920"/>
            <a:ext cx="480048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52,2 %</a:t>
            </a:r>
            <a:endParaRPr lang="en-US" sz="768" dirty="0"/>
          </a:p>
        </p:txBody>
      </p:sp>
      <p:sp>
        <p:nvSpPr>
          <p:cNvPr id="33" name="Text 30"/>
          <p:cNvSpPr/>
          <p:nvPr/>
        </p:nvSpPr>
        <p:spPr>
          <a:xfrm>
            <a:off x="5438639" y="3251895"/>
            <a:ext cx="480048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63,8 %</a:t>
            </a:r>
            <a:endParaRPr lang="en-US" sz="768" dirty="0"/>
          </a:p>
        </p:txBody>
      </p:sp>
      <p:sp>
        <p:nvSpPr>
          <p:cNvPr id="34" name="Text 31"/>
          <p:cNvSpPr/>
          <p:nvPr/>
        </p:nvSpPr>
        <p:spPr>
          <a:xfrm>
            <a:off x="5438639" y="3432870"/>
            <a:ext cx="480048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68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49,0 %</a:t>
            </a:r>
            <a:endParaRPr lang="en-US" sz="768" dirty="0"/>
          </a:p>
        </p:txBody>
      </p:sp>
      <p:sp>
        <p:nvSpPr>
          <p:cNvPr id="35" name="Text 32"/>
          <p:cNvSpPr/>
          <p:nvPr/>
        </p:nvSpPr>
        <p:spPr>
          <a:xfrm>
            <a:off x="9000007" y="2723280"/>
            <a:ext cx="1237467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2.245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9000007" y="2966167"/>
            <a:ext cx="123746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2.374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9000007" y="3213817"/>
            <a:ext cx="123746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2.431</a:t>
            </a:r>
            <a:endParaRPr lang="en-US" sz="888" dirty="0"/>
          </a:p>
        </p:txBody>
      </p:sp>
      <p:sp>
        <p:nvSpPr>
          <p:cNvPr id="38" name="Text 35"/>
          <p:cNvSpPr/>
          <p:nvPr/>
        </p:nvSpPr>
        <p:spPr>
          <a:xfrm>
            <a:off x="10178547" y="3213817"/>
            <a:ext cx="135372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9,0 %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9000007" y="3461467"/>
            <a:ext cx="123746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2.367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9000007" y="3709117"/>
            <a:ext cx="123746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2.186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10178547" y="3709117"/>
            <a:ext cx="135372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9,1 %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9000007" y="3956767"/>
            <a:ext cx="1237467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2.314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6343491" y="1181100"/>
            <a:ext cx="245024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8,6 %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9134247" y="1181100"/>
            <a:ext cx="245024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~54 %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6295868" y="2494680"/>
            <a:ext cx="9138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46" name="Text 43"/>
          <p:cNvSpPr/>
          <p:nvPr/>
        </p:nvSpPr>
        <p:spPr>
          <a:xfrm>
            <a:off x="6295868" y="2723280"/>
            <a:ext cx="913841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6295868" y="2966167"/>
            <a:ext cx="91384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88" dirty="0"/>
          </a:p>
        </p:txBody>
      </p:sp>
      <p:sp>
        <p:nvSpPr>
          <p:cNvPr id="48" name="Text 45"/>
          <p:cNvSpPr/>
          <p:nvPr/>
        </p:nvSpPr>
        <p:spPr>
          <a:xfrm>
            <a:off x="6295868" y="3213817"/>
            <a:ext cx="91384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88" dirty="0"/>
          </a:p>
        </p:txBody>
      </p:sp>
      <p:sp>
        <p:nvSpPr>
          <p:cNvPr id="49" name="Text 46"/>
          <p:cNvSpPr/>
          <p:nvPr/>
        </p:nvSpPr>
        <p:spPr>
          <a:xfrm>
            <a:off x="6295868" y="3461467"/>
            <a:ext cx="91384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88" dirty="0"/>
          </a:p>
        </p:txBody>
      </p:sp>
      <p:sp>
        <p:nvSpPr>
          <p:cNvPr id="50" name="Text 47"/>
          <p:cNvSpPr/>
          <p:nvPr/>
        </p:nvSpPr>
        <p:spPr>
          <a:xfrm>
            <a:off x="6295868" y="3709117"/>
            <a:ext cx="91384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88" dirty="0"/>
          </a:p>
        </p:txBody>
      </p:sp>
      <p:sp>
        <p:nvSpPr>
          <p:cNvPr id="51" name="Text 48"/>
          <p:cNvSpPr/>
          <p:nvPr/>
        </p:nvSpPr>
        <p:spPr>
          <a:xfrm>
            <a:off x="6295868" y="3956767"/>
            <a:ext cx="913841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88" dirty="0"/>
          </a:p>
        </p:txBody>
      </p:sp>
      <p:sp>
        <p:nvSpPr>
          <p:cNvPr id="52" name="Text 49"/>
          <p:cNvSpPr/>
          <p:nvPr/>
        </p:nvSpPr>
        <p:spPr>
          <a:xfrm>
            <a:off x="723882" y="2523232"/>
            <a:ext cx="740074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16" dirty="0"/>
          </a:p>
        </p:txBody>
      </p:sp>
      <p:sp>
        <p:nvSpPr>
          <p:cNvPr id="53" name="Text 50"/>
          <p:cNvSpPr/>
          <p:nvPr/>
        </p:nvSpPr>
        <p:spPr>
          <a:xfrm>
            <a:off x="723882" y="2704207"/>
            <a:ext cx="740074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16" dirty="0"/>
          </a:p>
        </p:txBody>
      </p:sp>
      <p:sp>
        <p:nvSpPr>
          <p:cNvPr id="54" name="Text 51"/>
          <p:cNvSpPr/>
          <p:nvPr/>
        </p:nvSpPr>
        <p:spPr>
          <a:xfrm>
            <a:off x="723882" y="2885182"/>
            <a:ext cx="740074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16" dirty="0"/>
          </a:p>
        </p:txBody>
      </p:sp>
      <p:sp>
        <p:nvSpPr>
          <p:cNvPr id="55" name="Text 52"/>
          <p:cNvSpPr/>
          <p:nvPr/>
        </p:nvSpPr>
        <p:spPr>
          <a:xfrm>
            <a:off x="723882" y="3066157"/>
            <a:ext cx="740074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16" dirty="0"/>
          </a:p>
        </p:txBody>
      </p:sp>
      <p:sp>
        <p:nvSpPr>
          <p:cNvPr id="56" name="Text 53"/>
          <p:cNvSpPr/>
          <p:nvPr/>
        </p:nvSpPr>
        <p:spPr>
          <a:xfrm>
            <a:off x="723882" y="3247132"/>
            <a:ext cx="740074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16" dirty="0"/>
          </a:p>
        </p:txBody>
      </p:sp>
      <p:sp>
        <p:nvSpPr>
          <p:cNvPr id="57" name="Text 54"/>
          <p:cNvSpPr/>
          <p:nvPr/>
        </p:nvSpPr>
        <p:spPr>
          <a:xfrm>
            <a:off x="723882" y="3428107"/>
            <a:ext cx="740074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16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8_Campa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81070" y="4000254"/>
            <a:ext cx="10621062" cy="575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Los números en el calendario cambian según qué tipo de cliente estamos llamando. Cuando trabajamos con gente que ya nos conoce (CP y Autogestión) los contactamos 4-5 veces mejor (71-79 %) que números nuevos en Masiva Voluntarios (17 %).  mejorar contactabilidad no es solo cuestión de horarios — es el tipo de base. Mejor calidad de números = mejores resultados.</a:t>
            </a:r>
            <a:endParaRPr lang="en-US" sz="960" dirty="0"/>
          </a:p>
        </p:txBody>
      </p:sp>
      <p:sp>
        <p:nvSpPr>
          <p:cNvPr id="4" name="Text 1"/>
          <p:cNvSpPr/>
          <p:nvPr/>
        </p:nvSpPr>
        <p:spPr>
          <a:xfrm>
            <a:off x="1213514" y="219075"/>
            <a:ext cx="335127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y Conversión · 1S 2026</a:t>
            </a:r>
            <a:endParaRPr lang="en-US" sz="1260" dirty="0"/>
          </a:p>
        </p:txBody>
      </p:sp>
      <p:sp>
        <p:nvSpPr>
          <p:cNvPr id="5" name="Text 2"/>
          <p:cNvSpPr/>
          <p:nvPr/>
        </p:nvSpPr>
        <p:spPr>
          <a:xfrm>
            <a:off x="761981" y="150882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129.696 contactos en el semestre</a:t>
            </a:r>
            <a:endParaRPr lang="en-US" sz="864" dirty="0"/>
          </a:p>
        </p:txBody>
      </p:sp>
      <p:sp>
        <p:nvSpPr>
          <p:cNvPr id="6" name="Text 3"/>
          <p:cNvSpPr/>
          <p:nvPr/>
        </p:nvSpPr>
        <p:spPr>
          <a:xfrm>
            <a:off x="9134247" y="150882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Principal causa de no contacto</a:t>
            </a:r>
            <a:endParaRPr lang="en-US" sz="864" dirty="0"/>
          </a:p>
        </p:txBody>
      </p:sp>
      <p:sp>
        <p:nvSpPr>
          <p:cNvPr id="7" name="Text 4"/>
          <p:cNvSpPr/>
          <p:nvPr/>
        </p:nvSpPr>
        <p:spPr>
          <a:xfrm>
            <a:off x="761981" y="100965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promedio (1S)</a:t>
            </a:r>
            <a:endParaRPr lang="en-US" sz="864" dirty="0"/>
          </a:p>
        </p:txBody>
      </p:sp>
      <p:sp>
        <p:nvSpPr>
          <p:cNvPr id="8" name="Text 5"/>
          <p:cNvSpPr/>
          <p:nvPr/>
        </p:nvSpPr>
        <p:spPr>
          <a:xfrm>
            <a:off x="6343491" y="150882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Promedio ene–jun (6,7–10,3 %)</a:t>
            </a:r>
            <a:endParaRPr lang="en-US" sz="864" dirty="0"/>
          </a:p>
        </p:txBody>
      </p:sp>
      <p:sp>
        <p:nvSpPr>
          <p:cNvPr id="9" name="Text 6"/>
          <p:cNvSpPr/>
          <p:nvPr/>
        </p:nvSpPr>
        <p:spPr>
          <a:xfrm>
            <a:off x="723882" y="2795364"/>
            <a:ext cx="4027434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Bienvenidas Cuota Protegida</a:t>
            </a:r>
            <a:endParaRPr lang="en-US" sz="888" dirty="0"/>
          </a:p>
        </p:txBody>
      </p:sp>
      <p:sp>
        <p:nvSpPr>
          <p:cNvPr id="10" name="Text 7"/>
          <p:cNvSpPr/>
          <p:nvPr/>
        </p:nvSpPr>
        <p:spPr>
          <a:xfrm>
            <a:off x="3552736" y="150882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Jun: 49,1 % (+15 % volumen)</a:t>
            </a:r>
            <a:endParaRPr lang="en-US" sz="864" dirty="0"/>
          </a:p>
        </p:txBody>
      </p:sp>
      <p:sp>
        <p:nvSpPr>
          <p:cNvPr id="11" name="Text 8"/>
          <p:cNvSpPr/>
          <p:nvPr/>
        </p:nvSpPr>
        <p:spPr>
          <a:xfrm>
            <a:off x="6343491" y="100965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Efectividad prom./contacto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9637273" y="209550"/>
            <a:ext cx="2082083" cy="220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 2 · Contactabilidad</a:t>
            </a:r>
            <a:endParaRPr lang="en-US" sz="840" dirty="0"/>
          </a:p>
        </p:txBody>
      </p:sp>
      <p:sp>
        <p:nvSpPr>
          <p:cNvPr id="13" name="Text 10"/>
          <p:cNvSpPr/>
          <p:nvPr/>
        </p:nvSpPr>
        <p:spPr>
          <a:xfrm>
            <a:off x="9134247" y="100965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Contestador (semestre)</a:t>
            </a:r>
            <a:endParaRPr lang="en-US" sz="864" dirty="0"/>
          </a:p>
        </p:txBody>
      </p:sp>
      <p:sp>
        <p:nvSpPr>
          <p:cNvPr id="14" name="Text 11"/>
          <p:cNvSpPr/>
          <p:nvPr/>
        </p:nvSpPr>
        <p:spPr>
          <a:xfrm>
            <a:off x="723882" y="3285901"/>
            <a:ext cx="402743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Stock</a:t>
            </a:r>
            <a:endParaRPr lang="en-US" sz="888" dirty="0"/>
          </a:p>
        </p:txBody>
      </p:sp>
      <p:sp>
        <p:nvSpPr>
          <p:cNvPr id="15" name="Text 12"/>
          <p:cNvSpPr/>
          <p:nvPr/>
        </p:nvSpPr>
        <p:spPr>
          <a:xfrm>
            <a:off x="723882" y="3533551"/>
            <a:ext cx="4027434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Masiva Voluntarios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4559533" y="2566764"/>
            <a:ext cx="26555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7088655" y="2566764"/>
            <a:ext cx="25960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Conv./contacto</a:t>
            </a:r>
            <a:endParaRPr lang="en-US" sz="888" dirty="0"/>
          </a:p>
        </p:txBody>
      </p:sp>
      <p:sp>
        <p:nvSpPr>
          <p:cNvPr id="18" name="Text 15"/>
          <p:cNvSpPr/>
          <p:nvPr/>
        </p:nvSpPr>
        <p:spPr>
          <a:xfrm>
            <a:off x="723882" y="3038251"/>
            <a:ext cx="402743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Autogestión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3552736" y="100965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Pico: mayo</a:t>
            </a:r>
            <a:endParaRPr lang="en-US" sz="864" dirty="0"/>
          </a:p>
        </p:txBody>
      </p:sp>
      <p:sp>
        <p:nvSpPr>
          <p:cNvPr id="20" name="Text 17"/>
          <p:cNvSpPr/>
          <p:nvPr/>
        </p:nvSpPr>
        <p:spPr>
          <a:xfrm>
            <a:off x="9561075" y="2795364"/>
            <a:ext cx="2002075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Excelente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9561075" y="3038251"/>
            <a:ext cx="200207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Excelente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9561075" y="3285901"/>
            <a:ext cx="200207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Moderado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723882" y="2566764"/>
            <a:ext cx="40274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Campaña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9561075" y="2566764"/>
            <a:ext cx="2002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Perfil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7088655" y="2795364"/>
            <a:ext cx="2596041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19,5 %</a:t>
            </a:r>
            <a:endParaRPr lang="en-US" sz="888" dirty="0"/>
          </a:p>
        </p:txBody>
      </p:sp>
      <p:sp>
        <p:nvSpPr>
          <p:cNvPr id="26" name="Text 23"/>
          <p:cNvSpPr/>
          <p:nvPr/>
        </p:nvSpPr>
        <p:spPr>
          <a:xfrm>
            <a:off x="7088655" y="3038251"/>
            <a:ext cx="259604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26,6 %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761981" y="1181100"/>
            <a:ext cx="245024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40,4 %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3552736" y="1181100"/>
            <a:ext cx="245024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63,8 %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7088655" y="3285901"/>
            <a:ext cx="259604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4,6 %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7088655" y="3533551"/>
            <a:ext cx="2596041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1,9 %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6343491" y="1181100"/>
            <a:ext cx="245024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8,6 %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9134247" y="1181100"/>
            <a:ext cx="245024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~54 %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4559533" y="2795364"/>
            <a:ext cx="2655578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79 %</a:t>
            </a:r>
            <a:endParaRPr lang="en-US" sz="888" dirty="0"/>
          </a:p>
        </p:txBody>
      </p:sp>
      <p:sp>
        <p:nvSpPr>
          <p:cNvPr id="34" name="Text 31"/>
          <p:cNvSpPr/>
          <p:nvPr/>
        </p:nvSpPr>
        <p:spPr>
          <a:xfrm>
            <a:off x="4559533" y="3038251"/>
            <a:ext cx="265557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71 %</a:t>
            </a:r>
            <a:endParaRPr lang="en-US" sz="888" dirty="0"/>
          </a:p>
        </p:txBody>
      </p:sp>
      <p:sp>
        <p:nvSpPr>
          <p:cNvPr id="35" name="Text 32"/>
          <p:cNvSpPr/>
          <p:nvPr/>
        </p:nvSpPr>
        <p:spPr>
          <a:xfrm>
            <a:off x="4559533" y="3285901"/>
            <a:ext cx="265557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49 %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4559533" y="3533551"/>
            <a:ext cx="2655578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17 %</a:t>
            </a:r>
            <a:endParaRPr lang="en-US" sz="888" dirty="0"/>
          </a:p>
        </p:txBody>
      </p:sp>
      <p:sp>
        <p:nvSpPr>
          <p:cNvPr id="37" name="Text 34"/>
          <p:cNvSpPr/>
          <p:nvPr/>
        </p:nvSpPr>
        <p:spPr>
          <a:xfrm>
            <a:off x="9561075" y="3533551"/>
            <a:ext cx="2002075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Bajo</a:t>
            </a:r>
            <a:endParaRPr lang="en-US" sz="888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9_Resum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734007" y="4290120"/>
            <a:ext cx="4830483" cy="518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Del 59,6 % de "no contacto", al menos  nunca se cursaron por fallas de red.  parte de ese insumo termina descartándose luego como "re-enviado" — cruce pendiente de confirmar registro por registro.</a:t>
            </a:r>
            <a:endParaRPr lang="en-US" sz="864" dirty="0"/>
          </a:p>
        </p:txBody>
      </p:sp>
      <p:sp>
        <p:nvSpPr>
          <p:cNvPr id="4" name="Text 1"/>
          <p:cNvSpPr/>
          <p:nvPr/>
        </p:nvSpPr>
        <p:spPr>
          <a:xfrm>
            <a:off x="1142971" y="5061645"/>
            <a:ext cx="4830483" cy="575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7A301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 con la red menos estable de las dos: pierde 17 de cada 100 llamadas por congestión o rechazo de troncal, frente a 0,86 % en Tigo.</a:t>
            </a:r>
            <a:endParaRPr lang="en-US" sz="960" dirty="0"/>
          </a:p>
        </p:txBody>
      </p:sp>
      <p:sp>
        <p:nvSpPr>
          <p:cNvPr id="5" name="Text 2"/>
          <p:cNvSpPr/>
          <p:nvPr/>
        </p:nvSpPr>
        <p:spPr>
          <a:xfrm>
            <a:off x="6314917" y="4013895"/>
            <a:ext cx="5410541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Estimación con la efectividad del semestre; validar con Isaac el período de la muestra.</a:t>
            </a:r>
            <a:endParaRPr lang="en-US" sz="720" dirty="0"/>
          </a:p>
        </p:txBody>
      </p:sp>
      <p:sp>
        <p:nvSpPr>
          <p:cNvPr id="6" name="Text 3"/>
          <p:cNvSpPr/>
          <p:nvPr/>
        </p:nvSpPr>
        <p:spPr>
          <a:xfrm>
            <a:off x="6314917" y="5164485"/>
            <a:ext cx="5410541" cy="16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Rebalancear troncales hacia Tigo en zonas periféricas (San Cristóbal, Ciudad Bolívar)</a:t>
            </a:r>
            <a:endParaRPr lang="en-US" sz="864" dirty="0"/>
          </a:p>
        </p:txBody>
      </p:sp>
      <p:sp>
        <p:nvSpPr>
          <p:cNvPr id="7" name="Text 4"/>
          <p:cNvSpPr/>
          <p:nvPr/>
        </p:nvSpPr>
        <p:spPr>
          <a:xfrm>
            <a:off x="6314917" y="5577632"/>
            <a:ext cx="5410541" cy="16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Enrutamiento dinámico: salida obligada por Tigo donde Movistar falla &gt;17 %</a:t>
            </a:r>
            <a:endParaRPr lang="en-US" sz="864" dirty="0"/>
          </a:p>
        </p:txBody>
      </p:sp>
      <p:sp>
        <p:nvSpPr>
          <p:cNvPr id="8" name="Text 5"/>
          <p:cNvSpPr/>
          <p:nvPr/>
        </p:nvSpPr>
        <p:spPr>
          <a:xfrm>
            <a:off x="6314917" y="5371058"/>
            <a:ext cx="5410541" cy="16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Auditoría formal a Movistar: códigos 34 (congestión) y 21 (rechazo)</a:t>
            </a:r>
            <a:endParaRPr lang="en-US" sz="864" dirty="0"/>
          </a:p>
        </p:txBody>
      </p:sp>
      <p:sp>
        <p:nvSpPr>
          <p:cNvPr id="9" name="Text 6"/>
          <p:cNvSpPr/>
          <p:nvPr/>
        </p:nvSpPr>
        <p:spPr>
          <a:xfrm>
            <a:off x="6343491" y="1527870"/>
            <a:ext cx="2450245" cy="280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11,1 % de las llamadas se pierden por infraestructura</a:t>
            </a:r>
            <a:endParaRPr lang="en-US" sz="864" dirty="0"/>
          </a:p>
        </p:txBody>
      </p:sp>
      <p:sp>
        <p:nvSpPr>
          <p:cNvPr id="10" name="Text 7"/>
          <p:cNvSpPr/>
          <p:nvPr/>
        </p:nvSpPr>
        <p:spPr>
          <a:xfrm>
            <a:off x="9134247" y="1527870"/>
            <a:ext cx="2450245" cy="280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Congestión 9,96 % + rechazo 7,13 % (Tigo: 0,86 %)</a:t>
            </a:r>
            <a:endParaRPr lang="en-US" sz="864" dirty="0"/>
          </a:p>
        </p:txBody>
      </p:sp>
      <p:sp>
        <p:nvSpPr>
          <p:cNvPr id="11" name="Text 8"/>
          <p:cNvSpPr/>
          <p:nvPr/>
        </p:nvSpPr>
        <p:spPr>
          <a:xfrm>
            <a:off x="1213514" y="219075"/>
            <a:ext cx="383757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Infraestructura Telefónica · Tigo vs. Movistar</a:t>
            </a:r>
            <a:endParaRPr lang="en-US" sz="1260" dirty="0"/>
          </a:p>
        </p:txBody>
      </p:sp>
      <p:sp>
        <p:nvSpPr>
          <p:cNvPr id="12" name="Text 9"/>
          <p:cNvSpPr/>
          <p:nvPr/>
        </p:nvSpPr>
        <p:spPr>
          <a:xfrm>
            <a:off x="3552736" y="152787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Consistente con el 40,4 % operativo del 1S</a:t>
            </a:r>
            <a:endParaRPr lang="en-US" sz="864" dirty="0"/>
          </a:p>
        </p:txBody>
      </p:sp>
      <p:sp>
        <p:nvSpPr>
          <p:cNvPr id="13" name="Text 10"/>
          <p:cNvSpPr/>
          <p:nvPr/>
        </p:nvSpPr>
        <p:spPr>
          <a:xfrm>
            <a:off x="10059488" y="3593455"/>
            <a:ext cx="1388733" cy="2587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ventas, a la efectividad histórica (8,6 %)</a:t>
            </a:r>
            <a:endParaRPr lang="en-US" sz="720" dirty="0"/>
          </a:p>
        </p:txBody>
      </p:sp>
      <p:sp>
        <p:nvSpPr>
          <p:cNvPr id="14" name="Text 11"/>
          <p:cNvSpPr/>
          <p:nvPr/>
        </p:nvSpPr>
        <p:spPr>
          <a:xfrm>
            <a:off x="761981" y="152787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13.516 teléfonos · 972 barrios de Bogotá</a:t>
            </a:r>
            <a:endParaRPr lang="en-US" sz="864" dirty="0"/>
          </a:p>
        </p:txBody>
      </p:sp>
      <p:sp>
        <p:nvSpPr>
          <p:cNvPr id="15" name="Text 12"/>
          <p:cNvSpPr/>
          <p:nvPr/>
        </p:nvSpPr>
        <p:spPr>
          <a:xfrm>
            <a:off x="6400640" y="3593455"/>
            <a:ext cx="1388733" cy="2587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caídas de troncal (backup Movistar)</a:t>
            </a:r>
            <a:endParaRPr lang="en-US" sz="720" dirty="0"/>
          </a:p>
        </p:txBody>
      </p:sp>
      <p:sp>
        <p:nvSpPr>
          <p:cNvPr id="16" name="Text 13"/>
          <p:cNvSpPr/>
          <p:nvPr/>
        </p:nvSpPr>
        <p:spPr>
          <a:xfrm>
            <a:off x="8229990" y="3593455"/>
            <a:ext cx="1388889" cy="2587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contactos, a la tasa de Tigo (71 %)</a:t>
            </a:r>
            <a:endParaRPr lang="en-US" sz="720" dirty="0"/>
          </a:p>
        </p:txBody>
      </p:sp>
      <p:sp>
        <p:nvSpPr>
          <p:cNvPr id="17" name="Text 14"/>
          <p:cNvSpPr/>
          <p:nvPr/>
        </p:nvSpPr>
        <p:spPr>
          <a:xfrm>
            <a:off x="9029177" y="209550"/>
            <a:ext cx="2720585" cy="220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 2 · Contactabilidad técnica</a:t>
            </a:r>
            <a:endParaRPr lang="en-US" sz="840" dirty="0"/>
          </a:p>
        </p:txBody>
      </p:sp>
      <p:sp>
        <p:nvSpPr>
          <p:cNvPr id="18" name="Text 15"/>
          <p:cNvSpPr/>
          <p:nvPr/>
        </p:nvSpPr>
        <p:spPr>
          <a:xfrm>
            <a:off x="3552736" y="102870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telefónica</a:t>
            </a:r>
            <a:endParaRPr lang="en-US" sz="864" dirty="0"/>
          </a:p>
        </p:txBody>
      </p:sp>
      <p:sp>
        <p:nvSpPr>
          <p:cNvPr id="19" name="Text 16"/>
          <p:cNvSpPr/>
          <p:nvPr/>
        </p:nvSpPr>
        <p:spPr>
          <a:xfrm>
            <a:off x="9134247" y="102870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Fallas de red Movistar</a:t>
            </a:r>
            <a:endParaRPr lang="en-US" sz="864" dirty="0"/>
          </a:p>
        </p:txBody>
      </p:sp>
      <p:sp>
        <p:nvSpPr>
          <p:cNvPr id="20" name="Text 17"/>
          <p:cNvSpPr/>
          <p:nvPr/>
        </p:nvSpPr>
        <p:spPr>
          <a:xfrm>
            <a:off x="761981" y="102870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Llamadas analizadas</a:t>
            </a:r>
            <a:endParaRPr lang="en-US" sz="864" dirty="0"/>
          </a:p>
        </p:txBody>
      </p:sp>
      <p:sp>
        <p:nvSpPr>
          <p:cNvPr id="21" name="Text 18"/>
          <p:cNvSpPr/>
          <p:nvPr/>
        </p:nvSpPr>
        <p:spPr>
          <a:xfrm>
            <a:off x="6343491" y="102870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Caídas de troncal</a:t>
            </a:r>
            <a:endParaRPr lang="en-US" sz="864" dirty="0"/>
          </a:p>
        </p:txBody>
      </p:sp>
      <p:sp>
        <p:nvSpPr>
          <p:cNvPr id="22" name="Text 19"/>
          <p:cNvSpPr/>
          <p:nvPr/>
        </p:nvSpPr>
        <p:spPr>
          <a:xfrm>
            <a:off x="5065983" y="3128070"/>
            <a:ext cx="851335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173.548 llamadas</a:t>
            </a:r>
            <a:endParaRPr lang="en-US" sz="816" dirty="0"/>
          </a:p>
        </p:txBody>
      </p:sp>
      <p:sp>
        <p:nvSpPr>
          <p:cNvPr id="23" name="Text 20"/>
          <p:cNvSpPr/>
          <p:nvPr/>
        </p:nvSpPr>
        <p:spPr>
          <a:xfrm>
            <a:off x="5045445" y="4080570"/>
            <a:ext cx="87290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448.057 llamadas</a:t>
            </a:r>
            <a:endParaRPr lang="en-US" sz="816" dirty="0"/>
          </a:p>
        </p:txBody>
      </p:sp>
      <p:sp>
        <p:nvSpPr>
          <p:cNvPr id="24" name="Text 21"/>
          <p:cNvSpPr/>
          <p:nvPr/>
        </p:nvSpPr>
        <p:spPr>
          <a:xfrm>
            <a:off x="1035074" y="3128070"/>
            <a:ext cx="602404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(principal)</a:t>
            </a:r>
            <a:endParaRPr lang="en-US" sz="792" dirty="0"/>
          </a:p>
        </p:txBody>
      </p:sp>
      <p:sp>
        <p:nvSpPr>
          <p:cNvPr id="25" name="Text 22"/>
          <p:cNvSpPr/>
          <p:nvPr/>
        </p:nvSpPr>
        <p:spPr>
          <a:xfrm>
            <a:off x="8229990" y="3254425"/>
            <a:ext cx="1388889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Recuperable</a:t>
            </a:r>
            <a:endParaRPr lang="en-US" sz="720" dirty="0"/>
          </a:p>
        </p:txBody>
      </p:sp>
      <p:sp>
        <p:nvSpPr>
          <p:cNvPr id="26" name="Text 23"/>
          <p:cNvSpPr/>
          <p:nvPr/>
        </p:nvSpPr>
        <p:spPr>
          <a:xfrm>
            <a:off x="723882" y="3680520"/>
            <a:ext cx="780078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Caídas red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723882" y="4633020"/>
            <a:ext cx="780078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Caídas red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0059488" y="3254425"/>
            <a:ext cx="1388733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Potencial</a:t>
            </a:r>
            <a:endParaRPr lang="en-US" sz="720" dirty="0"/>
          </a:p>
        </p:txBody>
      </p:sp>
      <p:sp>
        <p:nvSpPr>
          <p:cNvPr id="29" name="Text 26"/>
          <p:cNvSpPr/>
          <p:nvPr/>
        </p:nvSpPr>
        <p:spPr>
          <a:xfrm>
            <a:off x="723882" y="3366195"/>
            <a:ext cx="780078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23882" y="4051995"/>
            <a:ext cx="1087921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Movistar</a:t>
            </a:r>
            <a:endParaRPr lang="en-US" sz="1032" dirty="0"/>
          </a:p>
        </p:txBody>
      </p:sp>
      <p:sp>
        <p:nvSpPr>
          <p:cNvPr id="31" name="Text 28"/>
          <p:cNvSpPr/>
          <p:nvPr/>
        </p:nvSpPr>
        <p:spPr>
          <a:xfrm>
            <a:off x="723882" y="4318695"/>
            <a:ext cx="780078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Contacto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8229990" y="3387775"/>
            <a:ext cx="1388889" cy="175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≈ 49.500</a:t>
            </a:r>
            <a:endParaRPr lang="en-US" sz="1320" dirty="0"/>
          </a:p>
        </p:txBody>
      </p:sp>
      <p:sp>
        <p:nvSpPr>
          <p:cNvPr id="33" name="Text 30"/>
          <p:cNvSpPr/>
          <p:nvPr/>
        </p:nvSpPr>
        <p:spPr>
          <a:xfrm>
            <a:off x="761981" y="1200150"/>
            <a:ext cx="245024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628.406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10059488" y="3387775"/>
            <a:ext cx="1388733" cy="175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≈ 4.200</a:t>
            </a:r>
            <a:endParaRPr lang="en-US" sz="1320" dirty="0"/>
          </a:p>
        </p:txBody>
      </p:sp>
      <p:sp>
        <p:nvSpPr>
          <p:cNvPr id="35" name="Text 32"/>
          <p:cNvSpPr/>
          <p:nvPr/>
        </p:nvSpPr>
        <p:spPr>
          <a:xfrm>
            <a:off x="3552736" y="1200150"/>
            <a:ext cx="245024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38,9 %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6343491" y="1200150"/>
            <a:ext cx="245024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69.740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9134247" y="1200150"/>
            <a:ext cx="245024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17,1 %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5419590" y="3366195"/>
            <a:ext cx="480048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71,0 %</a:t>
            </a:r>
            <a:endParaRPr lang="en-US" sz="864" dirty="0"/>
          </a:p>
        </p:txBody>
      </p:sp>
      <p:sp>
        <p:nvSpPr>
          <p:cNvPr id="39" name="Text 36"/>
          <p:cNvSpPr/>
          <p:nvPr/>
        </p:nvSpPr>
        <p:spPr>
          <a:xfrm>
            <a:off x="5419590" y="4318695"/>
            <a:ext cx="480048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25,6 %</a:t>
            </a:r>
            <a:endParaRPr lang="en-US" sz="864" dirty="0"/>
          </a:p>
        </p:txBody>
      </p:sp>
      <p:sp>
        <p:nvSpPr>
          <p:cNvPr id="40" name="Text 37"/>
          <p:cNvSpPr/>
          <p:nvPr/>
        </p:nvSpPr>
        <p:spPr>
          <a:xfrm>
            <a:off x="5419590" y="4633020"/>
            <a:ext cx="480048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15,1 %</a:t>
            </a:r>
            <a:endParaRPr lang="en-US" sz="864" dirty="0"/>
          </a:p>
        </p:txBody>
      </p:sp>
      <p:sp>
        <p:nvSpPr>
          <p:cNvPr id="41" name="Text 38"/>
          <p:cNvSpPr/>
          <p:nvPr/>
        </p:nvSpPr>
        <p:spPr>
          <a:xfrm>
            <a:off x="6400640" y="3387775"/>
            <a:ext cx="1388733" cy="175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69.740</a:t>
            </a:r>
            <a:endParaRPr lang="en-US" sz="1320" dirty="0"/>
          </a:p>
        </p:txBody>
      </p:sp>
      <p:sp>
        <p:nvSpPr>
          <p:cNvPr id="42" name="Text 39"/>
          <p:cNvSpPr/>
          <p:nvPr/>
        </p:nvSpPr>
        <p:spPr>
          <a:xfrm>
            <a:off x="5419590" y="3680520"/>
            <a:ext cx="480048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1,3 %</a:t>
            </a:r>
            <a:endParaRPr lang="en-US" sz="864" dirty="0"/>
          </a:p>
        </p:txBody>
      </p:sp>
      <p:sp>
        <p:nvSpPr>
          <p:cNvPr id="43" name="Text 40"/>
          <p:cNvSpPr/>
          <p:nvPr/>
        </p:nvSpPr>
        <p:spPr>
          <a:xfrm>
            <a:off x="723882" y="3099495"/>
            <a:ext cx="92915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3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Tigo</a:t>
            </a:r>
            <a:endParaRPr lang="en-US" sz="1032" dirty="0"/>
          </a:p>
        </p:txBody>
      </p:sp>
      <p:sp>
        <p:nvSpPr>
          <p:cNvPr id="44" name="Text 41"/>
          <p:cNvSpPr/>
          <p:nvPr/>
        </p:nvSpPr>
        <p:spPr>
          <a:xfrm>
            <a:off x="6400640" y="3254425"/>
            <a:ext cx="1388733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Hoy</a:t>
            </a:r>
            <a:endParaRPr lang="en-US" sz="72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19_Zon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343491" y="1527870"/>
            <a:ext cx="2450245" cy="280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11,1 % de las llamadas se pierden por infraestructura</a:t>
            </a:r>
            <a:endParaRPr lang="en-US" sz="864" dirty="0"/>
          </a:p>
        </p:txBody>
      </p:sp>
      <p:sp>
        <p:nvSpPr>
          <p:cNvPr id="4" name="Text 1"/>
          <p:cNvSpPr/>
          <p:nvPr/>
        </p:nvSpPr>
        <p:spPr>
          <a:xfrm>
            <a:off x="9134247" y="1527870"/>
            <a:ext cx="2450245" cy="280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Congestión 9,96 % + rechazo 7,13 % (Tigo: 0,86 %)</a:t>
            </a:r>
            <a:endParaRPr lang="en-US" sz="864" dirty="0"/>
          </a:p>
        </p:txBody>
      </p:sp>
      <p:sp>
        <p:nvSpPr>
          <p:cNvPr id="5" name="Text 2"/>
          <p:cNvSpPr/>
          <p:nvPr/>
        </p:nvSpPr>
        <p:spPr>
          <a:xfrm>
            <a:off x="2528080" y="3283812"/>
            <a:ext cx="2581664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(Tigo 71,9 % contacto · Movistar 24,1 % contacto)</a:t>
            </a:r>
            <a:endParaRPr lang="en-US" sz="864" dirty="0"/>
          </a:p>
        </p:txBody>
      </p:sp>
      <p:sp>
        <p:nvSpPr>
          <p:cNvPr id="6" name="Text 3"/>
          <p:cNvSpPr/>
          <p:nvPr/>
        </p:nvSpPr>
        <p:spPr>
          <a:xfrm>
            <a:off x="7997972" y="3283812"/>
            <a:ext cx="2592603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(Tigo 72,4 % contacto · Movistar 25,7 % contacto)</a:t>
            </a:r>
            <a:endParaRPr lang="en-US" sz="864" dirty="0"/>
          </a:p>
        </p:txBody>
      </p:sp>
      <p:sp>
        <p:nvSpPr>
          <p:cNvPr id="7" name="Text 4"/>
          <p:cNvSpPr/>
          <p:nvPr/>
        </p:nvSpPr>
        <p:spPr>
          <a:xfrm>
            <a:off x="1213514" y="219075"/>
            <a:ext cx="383757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Infraestructura Telefónica · Tigo vs. Movistar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3552736" y="152787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Consistente con el 40,4 % operativo del 1S</a:t>
            </a:r>
            <a:endParaRPr lang="en-US" sz="864" dirty="0"/>
          </a:p>
        </p:txBody>
      </p:sp>
      <p:sp>
        <p:nvSpPr>
          <p:cNvPr id="9" name="Text 6"/>
          <p:cNvSpPr/>
          <p:nvPr/>
        </p:nvSpPr>
        <p:spPr>
          <a:xfrm>
            <a:off x="761981" y="152787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13.516 teléfonos · 972 barrios de Bogotá</a:t>
            </a:r>
            <a:endParaRPr lang="en-US" sz="864" dirty="0"/>
          </a:p>
        </p:txBody>
      </p:sp>
      <p:sp>
        <p:nvSpPr>
          <p:cNvPr id="10" name="Text 7"/>
          <p:cNvSpPr/>
          <p:nvPr/>
        </p:nvSpPr>
        <p:spPr>
          <a:xfrm>
            <a:off x="9029177" y="209550"/>
            <a:ext cx="2720585" cy="220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 2 · Contactabilidad técnica</a:t>
            </a:r>
            <a:endParaRPr lang="en-US" sz="840" dirty="0"/>
          </a:p>
        </p:txBody>
      </p:sp>
      <p:sp>
        <p:nvSpPr>
          <p:cNvPr id="11" name="Text 8"/>
          <p:cNvSpPr/>
          <p:nvPr/>
        </p:nvSpPr>
        <p:spPr>
          <a:xfrm>
            <a:off x="6172046" y="3283812"/>
            <a:ext cx="5500550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Ciudad Bolívar — 28.819 llamadas</a:t>
            </a:r>
            <a:endParaRPr lang="en-US" sz="864" dirty="0"/>
          </a:p>
        </p:txBody>
      </p:sp>
      <p:sp>
        <p:nvSpPr>
          <p:cNvPr id="12" name="Text 9"/>
          <p:cNvSpPr/>
          <p:nvPr/>
        </p:nvSpPr>
        <p:spPr>
          <a:xfrm>
            <a:off x="781030" y="3283812"/>
            <a:ext cx="5500550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San Cristóbal — 32.619 llamadas</a:t>
            </a:r>
            <a:endParaRPr lang="en-US" sz="864" dirty="0"/>
          </a:p>
        </p:txBody>
      </p:sp>
      <p:sp>
        <p:nvSpPr>
          <p:cNvPr id="13" name="Text 10"/>
          <p:cNvSpPr/>
          <p:nvPr/>
        </p:nvSpPr>
        <p:spPr>
          <a:xfrm>
            <a:off x="3552736" y="102870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 telefónica</a:t>
            </a:r>
            <a:endParaRPr lang="en-US" sz="864" dirty="0"/>
          </a:p>
        </p:txBody>
      </p:sp>
      <p:sp>
        <p:nvSpPr>
          <p:cNvPr id="14" name="Text 11"/>
          <p:cNvSpPr/>
          <p:nvPr/>
        </p:nvSpPr>
        <p:spPr>
          <a:xfrm>
            <a:off x="9134247" y="102870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Fallas de red Movistar</a:t>
            </a:r>
            <a:endParaRPr lang="en-US" sz="864" dirty="0"/>
          </a:p>
        </p:txBody>
      </p:sp>
      <p:sp>
        <p:nvSpPr>
          <p:cNvPr id="15" name="Text 12"/>
          <p:cNvSpPr/>
          <p:nvPr/>
        </p:nvSpPr>
        <p:spPr>
          <a:xfrm>
            <a:off x="781030" y="3783897"/>
            <a:ext cx="1811275" cy="3381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Gloria Occidental</a:t>
            </a:r>
            <a:endParaRPr lang="en-US" sz="840" dirty="0"/>
          </a:p>
        </p:txBody>
      </p:sp>
      <p:sp>
        <p:nvSpPr>
          <p:cNvPr id="16" name="Text 13"/>
          <p:cNvSpPr/>
          <p:nvPr/>
        </p:nvSpPr>
        <p:spPr>
          <a:xfrm>
            <a:off x="761981" y="102870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Llamadas analizadas</a:t>
            </a:r>
            <a:endParaRPr lang="en-US" sz="864" dirty="0"/>
          </a:p>
        </p:txBody>
      </p:sp>
      <p:sp>
        <p:nvSpPr>
          <p:cNvPr id="17" name="Text 14"/>
          <p:cNvSpPr/>
          <p:nvPr/>
        </p:nvSpPr>
        <p:spPr>
          <a:xfrm>
            <a:off x="6172046" y="3783897"/>
            <a:ext cx="1671261" cy="3381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Arborizadora Alta</a:t>
            </a:r>
            <a:endParaRPr lang="en-US" sz="840" dirty="0"/>
          </a:p>
        </p:txBody>
      </p:sp>
      <p:sp>
        <p:nvSpPr>
          <p:cNvPr id="18" name="Text 15"/>
          <p:cNvSpPr/>
          <p:nvPr/>
        </p:nvSpPr>
        <p:spPr>
          <a:xfrm>
            <a:off x="6343491" y="102870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Caídas de troncal</a:t>
            </a:r>
            <a:endParaRPr lang="en-US" sz="864" dirty="0"/>
          </a:p>
        </p:txBody>
      </p:sp>
      <p:sp>
        <p:nvSpPr>
          <p:cNvPr id="19" name="Text 16"/>
          <p:cNvSpPr/>
          <p:nvPr/>
        </p:nvSpPr>
        <p:spPr>
          <a:xfrm>
            <a:off x="781030" y="4122035"/>
            <a:ext cx="18112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Bello Horizonte</a:t>
            </a:r>
            <a:endParaRPr lang="en-US" sz="840" dirty="0"/>
          </a:p>
        </p:txBody>
      </p:sp>
      <p:sp>
        <p:nvSpPr>
          <p:cNvPr id="20" name="Text 17"/>
          <p:cNvSpPr/>
          <p:nvPr/>
        </p:nvSpPr>
        <p:spPr>
          <a:xfrm>
            <a:off x="4498664" y="3460047"/>
            <a:ext cx="159703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Movistar caída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9832084" y="3460047"/>
            <a:ext cx="165750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Movistar caída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6172046" y="4122035"/>
            <a:ext cx="167126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Mochuelo</a:t>
            </a:r>
            <a:endParaRPr lang="en-US" sz="840" dirty="0"/>
          </a:p>
        </p:txBody>
      </p:sp>
      <p:sp>
        <p:nvSpPr>
          <p:cNvPr id="23" name="Text 20"/>
          <p:cNvSpPr/>
          <p:nvPr/>
        </p:nvSpPr>
        <p:spPr>
          <a:xfrm>
            <a:off x="3305539" y="3460047"/>
            <a:ext cx="125278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Tigo caída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8593568" y="3460047"/>
            <a:ext cx="130044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Tigo caída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781030" y="4464935"/>
            <a:ext cx="1811275" cy="3381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Calvo Sur</a:t>
            </a:r>
            <a:endParaRPr lang="en-US" sz="840" dirty="0"/>
          </a:p>
        </p:txBody>
      </p:sp>
      <p:sp>
        <p:nvSpPr>
          <p:cNvPr id="26" name="Text 23"/>
          <p:cNvSpPr/>
          <p:nvPr/>
        </p:nvSpPr>
        <p:spPr>
          <a:xfrm>
            <a:off x="6172046" y="4464935"/>
            <a:ext cx="1671261" cy="3381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Tesoro</a:t>
            </a:r>
            <a:endParaRPr lang="en-US" sz="840" dirty="0"/>
          </a:p>
        </p:txBody>
      </p:sp>
      <p:sp>
        <p:nvSpPr>
          <p:cNvPr id="27" name="Text 24"/>
          <p:cNvSpPr/>
          <p:nvPr/>
        </p:nvSpPr>
        <p:spPr>
          <a:xfrm>
            <a:off x="761981" y="1200150"/>
            <a:ext cx="245024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628.406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781030" y="3460047"/>
            <a:ext cx="18112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Barrio</a:t>
            </a:r>
            <a:endParaRPr lang="en-US" sz="888" dirty="0"/>
          </a:p>
        </p:txBody>
      </p:sp>
      <p:sp>
        <p:nvSpPr>
          <p:cNvPr id="29" name="Text 26"/>
          <p:cNvSpPr/>
          <p:nvPr/>
        </p:nvSpPr>
        <p:spPr>
          <a:xfrm>
            <a:off x="4498664" y="3783897"/>
            <a:ext cx="1597035" cy="3381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15,6 %</a:t>
            </a:r>
            <a:endParaRPr lang="en-US" sz="840" dirty="0"/>
          </a:p>
        </p:txBody>
      </p:sp>
      <p:sp>
        <p:nvSpPr>
          <p:cNvPr id="30" name="Text 27"/>
          <p:cNvSpPr/>
          <p:nvPr/>
        </p:nvSpPr>
        <p:spPr>
          <a:xfrm>
            <a:off x="4498664" y="4122035"/>
            <a:ext cx="159703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17,6 %</a:t>
            </a:r>
            <a:endParaRPr lang="en-US" sz="840" dirty="0"/>
          </a:p>
        </p:txBody>
      </p:sp>
      <p:sp>
        <p:nvSpPr>
          <p:cNvPr id="31" name="Text 28"/>
          <p:cNvSpPr/>
          <p:nvPr/>
        </p:nvSpPr>
        <p:spPr>
          <a:xfrm>
            <a:off x="4498664" y="4464935"/>
            <a:ext cx="1597035" cy="3381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19,0 %</a:t>
            </a:r>
            <a:endParaRPr lang="en-US" sz="840" dirty="0"/>
          </a:p>
        </p:txBody>
      </p:sp>
      <p:sp>
        <p:nvSpPr>
          <p:cNvPr id="32" name="Text 29"/>
          <p:cNvSpPr/>
          <p:nvPr/>
        </p:nvSpPr>
        <p:spPr>
          <a:xfrm>
            <a:off x="6172046" y="3460047"/>
            <a:ext cx="167126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Barrio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9832084" y="3783897"/>
            <a:ext cx="1657509" cy="3381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15,0 %</a:t>
            </a:r>
            <a:endParaRPr lang="en-US" sz="840" dirty="0"/>
          </a:p>
        </p:txBody>
      </p:sp>
      <p:sp>
        <p:nvSpPr>
          <p:cNvPr id="34" name="Text 31"/>
          <p:cNvSpPr/>
          <p:nvPr/>
        </p:nvSpPr>
        <p:spPr>
          <a:xfrm>
            <a:off x="9832084" y="4122035"/>
            <a:ext cx="165750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20,9 %</a:t>
            </a:r>
            <a:endParaRPr lang="en-US" sz="840" dirty="0"/>
          </a:p>
        </p:txBody>
      </p:sp>
      <p:sp>
        <p:nvSpPr>
          <p:cNvPr id="35" name="Text 32"/>
          <p:cNvSpPr/>
          <p:nvPr/>
        </p:nvSpPr>
        <p:spPr>
          <a:xfrm>
            <a:off x="9832084" y="4464935"/>
            <a:ext cx="1657509" cy="3381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19,4 %</a:t>
            </a:r>
            <a:endParaRPr lang="en-US" sz="840" dirty="0"/>
          </a:p>
        </p:txBody>
      </p:sp>
      <p:sp>
        <p:nvSpPr>
          <p:cNvPr id="36" name="Text 33"/>
          <p:cNvSpPr/>
          <p:nvPr/>
        </p:nvSpPr>
        <p:spPr>
          <a:xfrm>
            <a:off x="3552736" y="1200150"/>
            <a:ext cx="245024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38,9 %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343491" y="1200150"/>
            <a:ext cx="245024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69.740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34247" y="1200150"/>
            <a:ext cx="245024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17,1 %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2506054" y="3460047"/>
            <a:ext cx="839459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Llam.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2506054" y="3783897"/>
            <a:ext cx="839459" cy="3381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3.346</a:t>
            </a:r>
            <a:endParaRPr lang="en-US" sz="840" dirty="0"/>
          </a:p>
        </p:txBody>
      </p:sp>
      <p:sp>
        <p:nvSpPr>
          <p:cNvPr id="41" name="Text 38"/>
          <p:cNvSpPr/>
          <p:nvPr/>
        </p:nvSpPr>
        <p:spPr>
          <a:xfrm>
            <a:off x="3305539" y="3783897"/>
            <a:ext cx="1252782" cy="3381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4,1 %</a:t>
            </a:r>
            <a:endParaRPr lang="en-US" sz="840" dirty="0"/>
          </a:p>
        </p:txBody>
      </p:sp>
      <p:sp>
        <p:nvSpPr>
          <p:cNvPr id="42" name="Text 39"/>
          <p:cNvSpPr/>
          <p:nvPr/>
        </p:nvSpPr>
        <p:spPr>
          <a:xfrm>
            <a:off x="2506054" y="4122035"/>
            <a:ext cx="83945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2.384</a:t>
            </a:r>
            <a:endParaRPr lang="en-US" sz="840" dirty="0"/>
          </a:p>
        </p:txBody>
      </p:sp>
      <p:sp>
        <p:nvSpPr>
          <p:cNvPr id="43" name="Text 40"/>
          <p:cNvSpPr/>
          <p:nvPr/>
        </p:nvSpPr>
        <p:spPr>
          <a:xfrm>
            <a:off x="3305539" y="4122035"/>
            <a:ext cx="12527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0,3 %</a:t>
            </a:r>
            <a:endParaRPr lang="en-US" sz="840" dirty="0"/>
          </a:p>
        </p:txBody>
      </p:sp>
      <p:sp>
        <p:nvSpPr>
          <p:cNvPr id="44" name="Text 41"/>
          <p:cNvSpPr/>
          <p:nvPr/>
        </p:nvSpPr>
        <p:spPr>
          <a:xfrm>
            <a:off x="2506054" y="4464935"/>
            <a:ext cx="839459" cy="3381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1.021</a:t>
            </a:r>
            <a:endParaRPr lang="en-US" sz="840" dirty="0"/>
          </a:p>
        </p:txBody>
      </p:sp>
      <p:sp>
        <p:nvSpPr>
          <p:cNvPr id="45" name="Text 42"/>
          <p:cNvSpPr/>
          <p:nvPr/>
        </p:nvSpPr>
        <p:spPr>
          <a:xfrm>
            <a:off x="3305539" y="4464935"/>
            <a:ext cx="1252782" cy="3381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1,3 %</a:t>
            </a:r>
            <a:endParaRPr lang="en-US" sz="840" dirty="0"/>
          </a:p>
        </p:txBody>
      </p:sp>
      <p:sp>
        <p:nvSpPr>
          <p:cNvPr id="46" name="Text 43"/>
          <p:cNvSpPr/>
          <p:nvPr/>
        </p:nvSpPr>
        <p:spPr>
          <a:xfrm>
            <a:off x="7763723" y="3460047"/>
            <a:ext cx="87133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Llam.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7763723" y="3783897"/>
            <a:ext cx="871337" cy="3381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4.546</a:t>
            </a:r>
            <a:endParaRPr lang="en-US" sz="840" dirty="0"/>
          </a:p>
        </p:txBody>
      </p:sp>
      <p:sp>
        <p:nvSpPr>
          <p:cNvPr id="48" name="Text 45"/>
          <p:cNvSpPr/>
          <p:nvPr/>
        </p:nvSpPr>
        <p:spPr>
          <a:xfrm>
            <a:off x="8593568" y="3783897"/>
            <a:ext cx="1300443" cy="3381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1,4 %</a:t>
            </a:r>
            <a:endParaRPr lang="en-US" sz="840" dirty="0"/>
          </a:p>
        </p:txBody>
      </p:sp>
      <p:sp>
        <p:nvSpPr>
          <p:cNvPr id="49" name="Text 46"/>
          <p:cNvSpPr/>
          <p:nvPr/>
        </p:nvSpPr>
        <p:spPr>
          <a:xfrm>
            <a:off x="8593568" y="4122035"/>
            <a:ext cx="130044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1,4 %</a:t>
            </a:r>
            <a:endParaRPr lang="en-US" sz="840" dirty="0"/>
          </a:p>
        </p:txBody>
      </p:sp>
      <p:sp>
        <p:nvSpPr>
          <p:cNvPr id="50" name="Text 47"/>
          <p:cNvSpPr/>
          <p:nvPr/>
        </p:nvSpPr>
        <p:spPr>
          <a:xfrm>
            <a:off x="8593568" y="4464935"/>
            <a:ext cx="1300443" cy="3381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0,0 %</a:t>
            </a:r>
            <a:endParaRPr lang="en-US" sz="840" dirty="0"/>
          </a:p>
        </p:txBody>
      </p:sp>
      <p:sp>
        <p:nvSpPr>
          <p:cNvPr id="51" name="Text 48"/>
          <p:cNvSpPr/>
          <p:nvPr/>
        </p:nvSpPr>
        <p:spPr>
          <a:xfrm>
            <a:off x="7763723" y="4122035"/>
            <a:ext cx="87133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531</a:t>
            </a:r>
            <a:endParaRPr lang="en-US" sz="840" dirty="0"/>
          </a:p>
        </p:txBody>
      </p:sp>
      <p:sp>
        <p:nvSpPr>
          <p:cNvPr id="52" name="Text 49"/>
          <p:cNvSpPr/>
          <p:nvPr/>
        </p:nvSpPr>
        <p:spPr>
          <a:xfrm>
            <a:off x="7763723" y="4464935"/>
            <a:ext cx="871337" cy="3381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566</a:t>
            </a:r>
            <a:endParaRPr lang="en-US" sz="84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20_Calcu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13514" y="219075"/>
            <a:ext cx="47048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Proyección · ¿Qué se necesita para 3.000 ventas/mes?</a:t>
            </a:r>
            <a:endParaRPr lang="en-US" sz="1260" dirty="0"/>
          </a:p>
        </p:txBody>
      </p:sp>
      <p:sp>
        <p:nvSpPr>
          <p:cNvPr id="4" name="Text 1"/>
          <p:cNvSpPr/>
          <p:nvPr/>
        </p:nvSpPr>
        <p:spPr>
          <a:xfrm>
            <a:off x="2791946" y="5690295"/>
            <a:ext cx="2461965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6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← Metas diferenciadas: top performers a 150 pólizas</a:t>
            </a:r>
            <a:endParaRPr lang="en-US" sz="768" dirty="0"/>
          </a:p>
        </p:txBody>
      </p:sp>
      <p:sp>
        <p:nvSpPr>
          <p:cNvPr id="5" name="Text 2"/>
          <p:cNvSpPr/>
          <p:nvPr/>
        </p:nvSpPr>
        <p:spPr>
          <a:xfrm>
            <a:off x="2791946" y="5328345"/>
            <a:ext cx="2288354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6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← Meta sube 3,7 % — equipo llega a 20 asesores</a:t>
            </a:r>
            <a:endParaRPr lang="en-US" sz="768" dirty="0"/>
          </a:p>
        </p:txBody>
      </p:sp>
      <p:sp>
        <p:nvSpPr>
          <p:cNvPr id="6" name="Text 3"/>
          <p:cNvSpPr/>
          <p:nvPr/>
        </p:nvSpPr>
        <p:spPr>
          <a:xfrm>
            <a:off x="3671200" y="5509320"/>
            <a:ext cx="2075207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6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← Meta Volante: +Bono por 120 pólizas extra</a:t>
            </a:r>
            <a:endParaRPr lang="en-US" sz="768" dirty="0"/>
          </a:p>
        </p:txBody>
      </p:sp>
      <p:sp>
        <p:nvSpPr>
          <p:cNvPr id="7" name="Text 4"/>
          <p:cNvSpPr/>
          <p:nvPr/>
        </p:nvSpPr>
        <p:spPr>
          <a:xfrm>
            <a:off x="6343491" y="150882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Reducir rechazo del 60 % del semestre</a:t>
            </a:r>
            <a:endParaRPr lang="en-US" sz="864" dirty="0"/>
          </a:p>
        </p:txBody>
      </p:sp>
      <p:sp>
        <p:nvSpPr>
          <p:cNvPr id="8" name="Text 5"/>
          <p:cNvSpPr/>
          <p:nvPr/>
        </p:nvSpPr>
        <p:spPr>
          <a:xfrm>
            <a:off x="9134247" y="150882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 asesores activos · E1 diferenciada</a:t>
            </a:r>
            <a:endParaRPr lang="en-US" sz="864" dirty="0"/>
          </a:p>
        </p:txBody>
      </p:sp>
      <p:sp>
        <p:nvSpPr>
          <p:cNvPr id="9" name="Text 6"/>
          <p:cNvSpPr/>
          <p:nvPr/>
        </p:nvSpPr>
        <p:spPr>
          <a:xfrm>
            <a:off x="3552736" y="150882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 indicadores históricos ene–jun</a:t>
            </a:r>
            <a:endParaRPr lang="en-US" sz="864" dirty="0"/>
          </a:p>
        </p:txBody>
      </p:sp>
      <p:sp>
        <p:nvSpPr>
          <p:cNvPr id="10" name="Text 7"/>
          <p:cNvSpPr/>
          <p:nvPr/>
        </p:nvSpPr>
        <p:spPr>
          <a:xfrm>
            <a:off x="742931" y="4585395"/>
            <a:ext cx="11241124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ESQUEMA COMISIONES 1S — EVOLUCIÓN</a:t>
            </a:r>
            <a:endParaRPr lang="en-US" sz="840" dirty="0"/>
          </a:p>
        </p:txBody>
      </p:sp>
      <p:sp>
        <p:nvSpPr>
          <p:cNvPr id="11" name="Text 8"/>
          <p:cNvSpPr/>
          <p:nvPr/>
        </p:nvSpPr>
        <p:spPr>
          <a:xfrm>
            <a:off x="742931" y="4242517"/>
            <a:ext cx="6759738" cy="233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mínimos requeridos/mes</a:t>
            </a:r>
            <a:endParaRPr lang="en-US" sz="888" dirty="0"/>
          </a:p>
        </p:txBody>
      </p:sp>
      <p:sp>
        <p:nvSpPr>
          <p:cNvPr id="12" name="Text 9"/>
          <p:cNvSpPr/>
          <p:nvPr/>
        </p:nvSpPr>
        <p:spPr>
          <a:xfrm>
            <a:off x="3552736" y="100965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requeridos (estimado)</a:t>
            </a:r>
            <a:endParaRPr lang="en-US" sz="864" dirty="0"/>
          </a:p>
        </p:txBody>
      </p:sp>
      <p:sp>
        <p:nvSpPr>
          <p:cNvPr id="13" name="Text 10"/>
          <p:cNvSpPr/>
          <p:nvPr/>
        </p:nvSpPr>
        <p:spPr>
          <a:xfrm>
            <a:off x="1142971" y="4785420"/>
            <a:ext cx="1643446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E1  pol. con bonificación base</a:t>
            </a:r>
            <a:endParaRPr lang="en-US" sz="816" dirty="0"/>
          </a:p>
        </p:txBody>
      </p:sp>
      <p:sp>
        <p:nvSpPr>
          <p:cNvPr id="14" name="Text 11"/>
          <p:cNvSpPr/>
          <p:nvPr/>
        </p:nvSpPr>
        <p:spPr>
          <a:xfrm>
            <a:off x="1142971" y="4966395"/>
            <a:ext cx="1643446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E1  pol. con bonificación base</a:t>
            </a:r>
            <a:endParaRPr lang="en-US" sz="816" dirty="0"/>
          </a:p>
        </p:txBody>
      </p:sp>
      <p:sp>
        <p:nvSpPr>
          <p:cNvPr id="15" name="Text 12"/>
          <p:cNvSpPr/>
          <p:nvPr/>
        </p:nvSpPr>
        <p:spPr>
          <a:xfrm>
            <a:off x="1142971" y="5147370"/>
            <a:ext cx="1643446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E1  pol. con bonificación base</a:t>
            </a:r>
            <a:endParaRPr lang="en-US" sz="816" dirty="0"/>
          </a:p>
        </p:txBody>
      </p:sp>
      <p:sp>
        <p:nvSpPr>
          <p:cNvPr id="16" name="Text 13"/>
          <p:cNvSpPr/>
          <p:nvPr/>
        </p:nvSpPr>
        <p:spPr>
          <a:xfrm>
            <a:off x="1142971" y="5328345"/>
            <a:ext cx="1651415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E1  pol. con bonificación base</a:t>
            </a:r>
            <a:endParaRPr lang="en-US" sz="816" dirty="0"/>
          </a:p>
        </p:txBody>
      </p:sp>
      <p:sp>
        <p:nvSpPr>
          <p:cNvPr id="17" name="Text 14"/>
          <p:cNvSpPr/>
          <p:nvPr/>
        </p:nvSpPr>
        <p:spPr>
          <a:xfrm>
            <a:off x="1142971" y="5509320"/>
            <a:ext cx="2574632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E1  pol. con bonificación base</a:t>
            </a:r>
            <a:endParaRPr lang="en-US" sz="816" dirty="0"/>
          </a:p>
        </p:txBody>
      </p:sp>
      <p:sp>
        <p:nvSpPr>
          <p:cNvPr id="18" name="Text 15"/>
          <p:cNvSpPr/>
          <p:nvPr/>
        </p:nvSpPr>
        <p:spPr>
          <a:xfrm>
            <a:off x="1142971" y="5690295"/>
            <a:ext cx="1651415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E1  pol. con bonificación base</a:t>
            </a:r>
            <a:endParaRPr lang="en-US" sz="816" dirty="0"/>
          </a:p>
        </p:txBody>
      </p:sp>
      <p:sp>
        <p:nvSpPr>
          <p:cNvPr id="19" name="Text 16"/>
          <p:cNvSpPr/>
          <p:nvPr/>
        </p:nvSpPr>
        <p:spPr>
          <a:xfrm>
            <a:off x="7180778" y="3585292"/>
            <a:ext cx="448138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÷ 40,4 % = 86.427 gestionados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7180778" y="4023442"/>
            <a:ext cx="448138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÷ 39,9 % = ~245.500 recibidos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7180778" y="3366217"/>
            <a:ext cx="448138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÷ 8,59 % = 34.908 contactos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742931" y="3366217"/>
            <a:ext cx="402837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Efectividad / contactados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2784356" y="4785420"/>
            <a:ext cx="1188244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68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← Meta inicial del equipo</a:t>
            </a:r>
            <a:endParaRPr lang="en-US" sz="768" dirty="0"/>
          </a:p>
        </p:txBody>
      </p:sp>
      <p:sp>
        <p:nvSpPr>
          <p:cNvPr id="24" name="Text 21"/>
          <p:cNvSpPr/>
          <p:nvPr/>
        </p:nvSpPr>
        <p:spPr>
          <a:xfrm>
            <a:off x="9134247" y="100965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agregada equipo Jun</a:t>
            </a:r>
            <a:endParaRPr lang="en-US" sz="864" dirty="0"/>
          </a:p>
        </p:txBody>
      </p:sp>
      <p:sp>
        <p:nvSpPr>
          <p:cNvPr id="25" name="Text 22"/>
          <p:cNvSpPr/>
          <p:nvPr/>
        </p:nvSpPr>
        <p:spPr>
          <a:xfrm>
            <a:off x="7180778" y="3804367"/>
            <a:ext cx="448138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÷ 88,3 % = 97.902 aptos</a:t>
            </a:r>
            <a:endParaRPr lang="en-US" sz="888" dirty="0"/>
          </a:p>
        </p:txBody>
      </p:sp>
      <p:sp>
        <p:nvSpPr>
          <p:cNvPr id="26" name="Text 23"/>
          <p:cNvSpPr/>
          <p:nvPr/>
        </p:nvSpPr>
        <p:spPr>
          <a:xfrm>
            <a:off x="742931" y="3804367"/>
            <a:ext cx="402837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Gestión sobre aptos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761981" y="100965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mensual objetivo</a:t>
            </a:r>
            <a:endParaRPr lang="en-US" sz="864" dirty="0"/>
          </a:p>
        </p:txBody>
      </p:sp>
      <p:sp>
        <p:nvSpPr>
          <p:cNvPr id="28" name="Text 25"/>
          <p:cNvSpPr/>
          <p:nvPr/>
        </p:nvSpPr>
        <p:spPr>
          <a:xfrm>
            <a:off x="742931" y="4023442"/>
            <a:ext cx="402837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Aptos (1–rechazo)</a:t>
            </a:r>
            <a:endParaRPr lang="en-US" sz="888" dirty="0"/>
          </a:p>
        </p:txBody>
      </p:sp>
      <p:sp>
        <p:nvSpPr>
          <p:cNvPr id="29" name="Text 26"/>
          <p:cNvSpPr/>
          <p:nvPr/>
        </p:nvSpPr>
        <p:spPr>
          <a:xfrm>
            <a:off x="10016775" y="209550"/>
            <a:ext cx="1683606" cy="220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 2 · Proyección</a:t>
            </a:r>
            <a:endParaRPr lang="en-US" sz="840" dirty="0"/>
          </a:p>
        </p:txBody>
      </p:sp>
      <p:sp>
        <p:nvSpPr>
          <p:cNvPr id="30" name="Text 27"/>
          <p:cNvSpPr/>
          <p:nvPr/>
        </p:nvSpPr>
        <p:spPr>
          <a:xfrm>
            <a:off x="7180778" y="2923305"/>
            <a:ext cx="4481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Insumo para 3.000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6343491" y="100965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Palanca principal</a:t>
            </a:r>
            <a:endParaRPr lang="en-US" sz="864" dirty="0"/>
          </a:p>
        </p:txBody>
      </p:sp>
      <p:sp>
        <p:nvSpPr>
          <p:cNvPr id="32" name="Text 29"/>
          <p:cNvSpPr/>
          <p:nvPr/>
        </p:nvSpPr>
        <p:spPr>
          <a:xfrm>
            <a:off x="4579476" y="2923305"/>
            <a:ext cx="27313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Valor histórico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742931" y="3151905"/>
            <a:ext cx="4028372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ventas/mes</a:t>
            </a:r>
            <a:endParaRPr lang="en-US" sz="888" dirty="0"/>
          </a:p>
        </p:txBody>
      </p:sp>
      <p:sp>
        <p:nvSpPr>
          <p:cNvPr id="34" name="Text 31"/>
          <p:cNvSpPr/>
          <p:nvPr/>
        </p:nvSpPr>
        <p:spPr>
          <a:xfrm>
            <a:off x="742931" y="3585292"/>
            <a:ext cx="402837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</a:t>
            </a:r>
            <a:endParaRPr lang="en-US" sz="888" dirty="0"/>
          </a:p>
        </p:txBody>
      </p:sp>
      <p:sp>
        <p:nvSpPr>
          <p:cNvPr id="35" name="Text 32"/>
          <p:cNvSpPr/>
          <p:nvPr/>
        </p:nvSpPr>
        <p:spPr>
          <a:xfrm>
            <a:off x="7180778" y="4242517"/>
            <a:ext cx="4481386" cy="233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235.000–260.000</a:t>
            </a:r>
            <a:endParaRPr lang="en-US" sz="888" dirty="0"/>
          </a:p>
        </p:txBody>
      </p:sp>
      <p:sp>
        <p:nvSpPr>
          <p:cNvPr id="36" name="Text 33"/>
          <p:cNvSpPr/>
          <p:nvPr/>
        </p:nvSpPr>
        <p:spPr>
          <a:xfrm>
            <a:off x="761981" y="150882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/ mes</a:t>
            </a:r>
            <a:endParaRPr lang="en-US" sz="864" dirty="0"/>
          </a:p>
        </p:txBody>
      </p:sp>
      <p:sp>
        <p:nvSpPr>
          <p:cNvPr id="37" name="Text 34"/>
          <p:cNvSpPr/>
          <p:nvPr/>
        </p:nvSpPr>
        <p:spPr>
          <a:xfrm>
            <a:off x="6343491" y="1181100"/>
            <a:ext cx="245024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limpia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742931" y="2923305"/>
            <a:ext cx="40283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Parámetro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4579476" y="3366217"/>
            <a:ext cx="2731367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8,59 %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4579476" y="3585292"/>
            <a:ext cx="2731367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40,4 %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4579476" y="3804367"/>
            <a:ext cx="2731367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88,3 %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4579476" y="4023442"/>
            <a:ext cx="2731367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39,9 %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7180778" y="3151905"/>
            <a:ext cx="4481386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3.000</a:t>
            </a:r>
            <a:endParaRPr lang="en-US" sz="888" dirty="0"/>
          </a:p>
        </p:txBody>
      </p:sp>
      <p:sp>
        <p:nvSpPr>
          <p:cNvPr id="44" name="Text 41"/>
          <p:cNvSpPr/>
          <p:nvPr/>
        </p:nvSpPr>
        <p:spPr>
          <a:xfrm>
            <a:off x="761981" y="1181100"/>
            <a:ext cx="245024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3.000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3552736" y="1181100"/>
            <a:ext cx="245024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~245K</a:t>
            </a:r>
            <a:endParaRPr lang="en-US" sz="1400" dirty="0"/>
          </a:p>
        </p:txBody>
      </p:sp>
      <p:sp>
        <p:nvSpPr>
          <p:cNvPr id="46" name="Text 43"/>
          <p:cNvSpPr/>
          <p:nvPr/>
        </p:nvSpPr>
        <p:spPr>
          <a:xfrm>
            <a:off x="9134247" y="1181100"/>
            <a:ext cx="245024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2.407</a:t>
            </a:r>
            <a:endParaRPr lang="en-US" sz="1400" dirty="0"/>
          </a:p>
        </p:txBody>
      </p:sp>
      <p:sp>
        <p:nvSpPr>
          <p:cNvPr id="47" name="Text 44"/>
          <p:cNvSpPr/>
          <p:nvPr/>
        </p:nvSpPr>
        <p:spPr>
          <a:xfrm>
            <a:off x="800080" y="4785420"/>
            <a:ext cx="280028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16" dirty="0"/>
          </a:p>
        </p:txBody>
      </p:sp>
      <p:sp>
        <p:nvSpPr>
          <p:cNvPr id="48" name="Text 45"/>
          <p:cNvSpPr/>
          <p:nvPr/>
        </p:nvSpPr>
        <p:spPr>
          <a:xfrm>
            <a:off x="800080" y="4966395"/>
            <a:ext cx="280028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16" dirty="0"/>
          </a:p>
        </p:txBody>
      </p:sp>
      <p:sp>
        <p:nvSpPr>
          <p:cNvPr id="49" name="Text 46"/>
          <p:cNvSpPr/>
          <p:nvPr/>
        </p:nvSpPr>
        <p:spPr>
          <a:xfrm>
            <a:off x="800080" y="5147370"/>
            <a:ext cx="280028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16" dirty="0"/>
          </a:p>
        </p:txBody>
      </p:sp>
      <p:sp>
        <p:nvSpPr>
          <p:cNvPr id="50" name="Text 47"/>
          <p:cNvSpPr/>
          <p:nvPr/>
        </p:nvSpPr>
        <p:spPr>
          <a:xfrm>
            <a:off x="800080" y="5328345"/>
            <a:ext cx="280028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16" dirty="0"/>
          </a:p>
        </p:txBody>
      </p:sp>
      <p:sp>
        <p:nvSpPr>
          <p:cNvPr id="51" name="Text 48"/>
          <p:cNvSpPr/>
          <p:nvPr/>
        </p:nvSpPr>
        <p:spPr>
          <a:xfrm>
            <a:off x="800080" y="5509320"/>
            <a:ext cx="280028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16" dirty="0"/>
          </a:p>
        </p:txBody>
      </p:sp>
      <p:sp>
        <p:nvSpPr>
          <p:cNvPr id="52" name="Text 49"/>
          <p:cNvSpPr/>
          <p:nvPr/>
        </p:nvSpPr>
        <p:spPr>
          <a:xfrm>
            <a:off x="800080" y="5690295"/>
            <a:ext cx="280028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16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20_Escenar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23882" y="3524020"/>
            <a:ext cx="11281128" cy="157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deduplicación en origen es viable (registro del distribuidor + validación de fuentes). Su meta de corto plazo: rechazo  como escalón intermedio hacia el 35 %.</a:t>
            </a:r>
            <a:endParaRPr lang="en-US" sz="816" dirty="0"/>
          </a:p>
        </p:txBody>
      </p:sp>
      <p:sp>
        <p:nvSpPr>
          <p:cNvPr id="4" name="Text 1"/>
          <p:cNvSpPr/>
          <p:nvPr/>
        </p:nvSpPr>
        <p:spPr>
          <a:xfrm>
            <a:off x="1142971" y="5555673"/>
            <a:ext cx="9969122" cy="167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camino a 3.000 pasa más por  que por aumentar el volumen bruto de registros. Cálculo con el semestre completo (ene–jun), liquidación de junio ya incluida.</a:t>
            </a:r>
            <a:endParaRPr lang="en-US" sz="840" dirty="0"/>
          </a:p>
        </p:txBody>
      </p:sp>
      <p:sp>
        <p:nvSpPr>
          <p:cNvPr id="5" name="Text 2"/>
          <p:cNvSpPr/>
          <p:nvPr/>
        </p:nvSpPr>
        <p:spPr>
          <a:xfrm>
            <a:off x="723882" y="3400195"/>
            <a:ext cx="11281128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Premisas del cálculo: 88 % gestión · 45 % contactabilidad · 8,6 % conversión (históricos 1S)</a:t>
            </a:r>
            <a:endParaRPr lang="en-US" sz="720" dirty="0"/>
          </a:p>
        </p:txBody>
      </p:sp>
      <p:sp>
        <p:nvSpPr>
          <p:cNvPr id="6" name="Text 3"/>
          <p:cNvSpPr/>
          <p:nvPr/>
        </p:nvSpPr>
        <p:spPr>
          <a:xfrm>
            <a:off x="723882" y="3683712"/>
            <a:ext cx="11281128" cy="157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Priorizar  y  (conversión 17–33 % sobre contacto) reduce el volumen necesario a la mitad.</a:t>
            </a:r>
            <a:endParaRPr lang="en-US" sz="816" dirty="0"/>
          </a:p>
        </p:txBody>
      </p:sp>
      <p:sp>
        <p:nvSpPr>
          <p:cNvPr id="7" name="Text 4"/>
          <p:cNvSpPr/>
          <p:nvPr/>
        </p:nvSpPr>
        <p:spPr>
          <a:xfrm>
            <a:off x="723882" y="3843405"/>
            <a:ext cx="11281128" cy="157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Capacidad del equipo: meta agregada jun =  (18 asesores, 134 pol/asesor). Para 3.000 → .</a:t>
            </a:r>
            <a:endParaRPr lang="en-US" sz="816" dirty="0"/>
          </a:p>
        </p:txBody>
      </p:sp>
      <p:sp>
        <p:nvSpPr>
          <p:cNvPr id="8" name="Text 5"/>
          <p:cNvSpPr/>
          <p:nvPr/>
        </p:nvSpPr>
        <p:spPr>
          <a:xfrm>
            <a:off x="1213514" y="219075"/>
            <a:ext cx="47048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Proyección · ¿Qué se necesita para 3.000 ventas/mes?</a:t>
            </a:r>
            <a:endParaRPr lang="en-US" sz="1260" dirty="0"/>
          </a:p>
        </p:txBody>
      </p:sp>
      <p:sp>
        <p:nvSpPr>
          <p:cNvPr id="9" name="Text 6"/>
          <p:cNvSpPr/>
          <p:nvPr/>
        </p:nvSpPr>
        <p:spPr>
          <a:xfrm>
            <a:off x="828654" y="3167279"/>
            <a:ext cx="3316269" cy="115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 rechazo, excluyendo re-envíos y producto activo</a:t>
            </a:r>
            <a:endParaRPr lang="en-US" sz="696" dirty="0"/>
          </a:p>
        </p:txBody>
      </p:sp>
      <p:sp>
        <p:nvSpPr>
          <p:cNvPr id="10" name="Text 7"/>
          <p:cNvSpPr/>
          <p:nvPr/>
        </p:nvSpPr>
        <p:spPr>
          <a:xfrm>
            <a:off x="4516672" y="3167279"/>
            <a:ext cx="3316269" cy="115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aptos/mes con los mismos ~170K recibidos</a:t>
            </a:r>
            <a:endParaRPr lang="en-US" sz="696" dirty="0"/>
          </a:p>
        </p:txBody>
      </p:sp>
      <p:sp>
        <p:nvSpPr>
          <p:cNvPr id="11" name="Text 8"/>
          <p:cNvSpPr/>
          <p:nvPr/>
        </p:nvSpPr>
        <p:spPr>
          <a:xfrm>
            <a:off x="8204689" y="3167279"/>
            <a:ext cx="3316269" cy="115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ventas/mes potenciales — supera la meta de 3.000</a:t>
            </a:r>
            <a:endParaRPr lang="en-US" sz="696" dirty="0"/>
          </a:p>
        </p:txBody>
      </p:sp>
      <p:sp>
        <p:nvSpPr>
          <p:cNvPr id="12" name="Text 9"/>
          <p:cNvSpPr/>
          <p:nvPr/>
        </p:nvSpPr>
        <p:spPr>
          <a:xfrm>
            <a:off x="6343491" y="150882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Reducir rechazo del 60 % del semestre</a:t>
            </a:r>
            <a:endParaRPr lang="en-US" sz="864" dirty="0"/>
          </a:p>
        </p:txBody>
      </p:sp>
      <p:sp>
        <p:nvSpPr>
          <p:cNvPr id="13" name="Text 10"/>
          <p:cNvSpPr/>
          <p:nvPr/>
        </p:nvSpPr>
        <p:spPr>
          <a:xfrm>
            <a:off x="9134247" y="150882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 asesores activos · E1 diferenciada</a:t>
            </a:r>
            <a:endParaRPr lang="en-US" sz="864" dirty="0"/>
          </a:p>
        </p:txBody>
      </p:sp>
      <p:sp>
        <p:nvSpPr>
          <p:cNvPr id="14" name="Text 11"/>
          <p:cNvSpPr/>
          <p:nvPr/>
        </p:nvSpPr>
        <p:spPr>
          <a:xfrm>
            <a:off x="3552736" y="150882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 indicadores históricos ene–jun</a:t>
            </a:r>
            <a:endParaRPr lang="en-US" sz="864" dirty="0"/>
          </a:p>
        </p:txBody>
      </p:sp>
      <p:sp>
        <p:nvSpPr>
          <p:cNvPr id="15" name="Text 12"/>
          <p:cNvSpPr/>
          <p:nvPr/>
        </p:nvSpPr>
        <p:spPr>
          <a:xfrm>
            <a:off x="3552736" y="100965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Registros requeridos (estimado)</a:t>
            </a:r>
            <a:endParaRPr lang="en-US" sz="864" dirty="0"/>
          </a:p>
        </p:txBody>
      </p:sp>
      <p:sp>
        <p:nvSpPr>
          <p:cNvPr id="16" name="Text 13"/>
          <p:cNvSpPr/>
          <p:nvPr/>
        </p:nvSpPr>
        <p:spPr>
          <a:xfrm>
            <a:off x="4377968" y="4398408"/>
            <a:ext cx="4893927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ventas (liquidación)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4377968" y="5269945"/>
            <a:ext cx="4893927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Contactados / gestionados</a:t>
            </a:r>
            <a:endParaRPr lang="en-US" sz="888" dirty="0"/>
          </a:p>
        </p:txBody>
      </p:sp>
      <p:sp>
        <p:nvSpPr>
          <p:cNvPr id="18" name="Text 15"/>
          <p:cNvSpPr/>
          <p:nvPr/>
        </p:nvSpPr>
        <p:spPr>
          <a:xfrm>
            <a:off x="9134247" y="100965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agregada equipo Jun</a:t>
            </a:r>
            <a:endParaRPr lang="en-US" sz="864" dirty="0"/>
          </a:p>
        </p:txBody>
      </p:sp>
      <p:sp>
        <p:nvSpPr>
          <p:cNvPr id="19" name="Text 16"/>
          <p:cNvSpPr/>
          <p:nvPr/>
        </p:nvSpPr>
        <p:spPr>
          <a:xfrm>
            <a:off x="4377968" y="4612720"/>
            <a:ext cx="4893927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Asesores ≥ meta / total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4377968" y="4831795"/>
            <a:ext cx="4893927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/ asesor activo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4377968" y="5050870"/>
            <a:ext cx="4893927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Rechazados / recibidos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761981" y="100965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mensual objetivo</a:t>
            </a:r>
            <a:endParaRPr lang="en-US" sz="864" dirty="0"/>
          </a:p>
        </p:txBody>
      </p:sp>
      <p:sp>
        <p:nvSpPr>
          <p:cNvPr id="23" name="Text 20"/>
          <p:cNvSpPr/>
          <p:nvPr/>
        </p:nvSpPr>
        <p:spPr>
          <a:xfrm>
            <a:off x="10016775" y="209550"/>
            <a:ext cx="1683606" cy="220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 2 · Proyección</a:t>
            </a:r>
            <a:endParaRPr lang="en-US" sz="840" dirty="0"/>
          </a:p>
        </p:txBody>
      </p:sp>
      <p:sp>
        <p:nvSpPr>
          <p:cNvPr id="24" name="Text 21"/>
          <p:cNvSpPr/>
          <p:nvPr/>
        </p:nvSpPr>
        <p:spPr>
          <a:xfrm>
            <a:off x="723882" y="4398408"/>
            <a:ext cx="383679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equipo/mes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6343491" y="100965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Palanca principal</a:t>
            </a:r>
            <a:endParaRPr lang="en-US" sz="864" dirty="0"/>
          </a:p>
        </p:txBody>
      </p:sp>
      <p:sp>
        <p:nvSpPr>
          <p:cNvPr id="26" name="Text 23"/>
          <p:cNvSpPr/>
          <p:nvPr/>
        </p:nvSpPr>
        <p:spPr>
          <a:xfrm>
            <a:off x="828654" y="2874980"/>
            <a:ext cx="3316269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Paso 1 · Depurar</a:t>
            </a:r>
            <a:endParaRPr lang="en-US" sz="696" dirty="0"/>
          </a:p>
        </p:txBody>
      </p:sp>
      <p:sp>
        <p:nvSpPr>
          <p:cNvPr id="27" name="Text 24"/>
          <p:cNvSpPr/>
          <p:nvPr/>
        </p:nvSpPr>
        <p:spPr>
          <a:xfrm>
            <a:off x="723882" y="4612720"/>
            <a:ext cx="383679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Cumplimiento E1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723882" y="5269945"/>
            <a:ext cx="383679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Contactabilidad</a:t>
            </a:r>
            <a:endParaRPr lang="en-US" sz="888" dirty="0"/>
          </a:p>
        </p:txBody>
      </p:sp>
      <p:sp>
        <p:nvSpPr>
          <p:cNvPr id="29" name="Text 26"/>
          <p:cNvSpPr/>
          <p:nvPr/>
        </p:nvSpPr>
        <p:spPr>
          <a:xfrm>
            <a:off x="8204689" y="2874980"/>
            <a:ext cx="3316269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Paso 3 · Ventas</a:t>
            </a:r>
            <a:endParaRPr lang="en-US" sz="696" dirty="0"/>
          </a:p>
        </p:txBody>
      </p:sp>
      <p:sp>
        <p:nvSpPr>
          <p:cNvPr id="30" name="Text 27"/>
          <p:cNvSpPr/>
          <p:nvPr/>
        </p:nvSpPr>
        <p:spPr>
          <a:xfrm>
            <a:off x="723882" y="5050870"/>
            <a:ext cx="383679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Rechazo base</a:t>
            </a:r>
            <a:endParaRPr lang="en-US" sz="888" dirty="0"/>
          </a:p>
        </p:txBody>
      </p:sp>
      <p:sp>
        <p:nvSpPr>
          <p:cNvPr id="31" name="Text 28"/>
          <p:cNvSpPr/>
          <p:nvPr/>
        </p:nvSpPr>
        <p:spPr>
          <a:xfrm>
            <a:off x="4516672" y="2874980"/>
            <a:ext cx="3316269" cy="1100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9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Paso 2 · Aptos</a:t>
            </a:r>
            <a:endParaRPr lang="en-US" sz="696" dirty="0"/>
          </a:p>
        </p:txBody>
      </p:sp>
      <p:sp>
        <p:nvSpPr>
          <p:cNvPr id="32" name="Text 29"/>
          <p:cNvSpPr/>
          <p:nvPr/>
        </p:nvSpPr>
        <p:spPr>
          <a:xfrm>
            <a:off x="9038850" y="4398408"/>
            <a:ext cx="2550411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3.000 (dic)</a:t>
            </a:r>
            <a:endParaRPr lang="en-US" sz="888" dirty="0"/>
          </a:p>
        </p:txBody>
      </p:sp>
      <p:sp>
        <p:nvSpPr>
          <p:cNvPr id="33" name="Text 30"/>
          <p:cNvSpPr/>
          <p:nvPr/>
        </p:nvSpPr>
        <p:spPr>
          <a:xfrm>
            <a:off x="723882" y="4831795"/>
            <a:ext cx="383679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Productividad</a:t>
            </a:r>
            <a:endParaRPr lang="en-US" sz="888" dirty="0"/>
          </a:p>
        </p:txBody>
      </p:sp>
      <p:sp>
        <p:nvSpPr>
          <p:cNvPr id="34" name="Text 31"/>
          <p:cNvSpPr/>
          <p:nvPr/>
        </p:nvSpPr>
        <p:spPr>
          <a:xfrm>
            <a:off x="761981" y="1508820"/>
            <a:ext cx="245024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Pólizas / mes</a:t>
            </a:r>
            <a:endParaRPr lang="en-US" sz="864" dirty="0"/>
          </a:p>
        </p:txBody>
      </p:sp>
      <p:sp>
        <p:nvSpPr>
          <p:cNvPr id="35" name="Text 32"/>
          <p:cNvSpPr/>
          <p:nvPr/>
        </p:nvSpPr>
        <p:spPr>
          <a:xfrm>
            <a:off x="6343491" y="1181100"/>
            <a:ext cx="245024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 limpia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828654" y="2998805"/>
            <a:ext cx="3316269" cy="1568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60 % → 35 %</a:t>
            </a:r>
            <a:endParaRPr lang="en-US" sz="1176" dirty="0"/>
          </a:p>
        </p:txBody>
      </p:sp>
      <p:sp>
        <p:nvSpPr>
          <p:cNvPr id="37" name="Text 34"/>
          <p:cNvSpPr/>
          <p:nvPr/>
        </p:nvSpPr>
        <p:spPr>
          <a:xfrm>
            <a:off x="4516672" y="2998805"/>
            <a:ext cx="3316269" cy="1568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64K → 110K</a:t>
            </a:r>
            <a:endParaRPr lang="en-US" sz="1176" dirty="0"/>
          </a:p>
        </p:txBody>
      </p:sp>
      <p:sp>
        <p:nvSpPr>
          <p:cNvPr id="38" name="Text 35"/>
          <p:cNvSpPr/>
          <p:nvPr/>
        </p:nvSpPr>
        <p:spPr>
          <a:xfrm>
            <a:off x="4377968" y="4169808"/>
            <a:ext cx="48939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Fórmula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9038850" y="4169808"/>
            <a:ext cx="25504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2S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8204689" y="2998805"/>
            <a:ext cx="3316269" cy="1568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7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≈ 3.760</a:t>
            </a:r>
            <a:endParaRPr lang="en-US" sz="1176" dirty="0"/>
          </a:p>
        </p:txBody>
      </p:sp>
      <p:sp>
        <p:nvSpPr>
          <p:cNvPr id="41" name="Text 38"/>
          <p:cNvSpPr/>
          <p:nvPr/>
        </p:nvSpPr>
        <p:spPr>
          <a:xfrm>
            <a:off x="9038850" y="4612720"/>
            <a:ext cx="2550411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90 %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9038850" y="5050870"/>
            <a:ext cx="2550411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&lt; 40 %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9038850" y="5269945"/>
            <a:ext cx="2550411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55 %</a:t>
            </a:r>
            <a:endParaRPr lang="en-US" sz="888" dirty="0"/>
          </a:p>
        </p:txBody>
      </p:sp>
      <p:sp>
        <p:nvSpPr>
          <p:cNvPr id="44" name="Text 41"/>
          <p:cNvSpPr/>
          <p:nvPr/>
        </p:nvSpPr>
        <p:spPr>
          <a:xfrm>
            <a:off x="9038850" y="4831795"/>
            <a:ext cx="2550411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140</a:t>
            </a:r>
            <a:endParaRPr lang="en-US" sz="888" dirty="0"/>
          </a:p>
        </p:txBody>
      </p:sp>
      <p:sp>
        <p:nvSpPr>
          <p:cNvPr id="45" name="Text 42"/>
          <p:cNvSpPr/>
          <p:nvPr/>
        </p:nvSpPr>
        <p:spPr>
          <a:xfrm>
            <a:off x="761981" y="1181100"/>
            <a:ext cx="245024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3.000</a:t>
            </a:r>
            <a:endParaRPr lang="en-US" sz="1400" dirty="0"/>
          </a:p>
        </p:txBody>
      </p:sp>
      <p:sp>
        <p:nvSpPr>
          <p:cNvPr id="46" name="Text 43"/>
          <p:cNvSpPr/>
          <p:nvPr/>
        </p:nvSpPr>
        <p:spPr>
          <a:xfrm>
            <a:off x="3552736" y="1181100"/>
            <a:ext cx="245024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6B3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~245K</a:t>
            </a:r>
            <a:endParaRPr lang="en-US" sz="1400" dirty="0"/>
          </a:p>
        </p:txBody>
      </p:sp>
      <p:sp>
        <p:nvSpPr>
          <p:cNvPr id="47" name="Text 44"/>
          <p:cNvSpPr/>
          <p:nvPr/>
        </p:nvSpPr>
        <p:spPr>
          <a:xfrm>
            <a:off x="9134247" y="1181100"/>
            <a:ext cx="2450245" cy="304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2.407</a:t>
            </a:r>
            <a:endParaRPr lang="en-US" sz="1400" dirty="0"/>
          </a:p>
        </p:txBody>
      </p:sp>
      <p:sp>
        <p:nvSpPr>
          <p:cNvPr id="48" name="Text 45"/>
          <p:cNvSpPr/>
          <p:nvPr/>
        </p:nvSpPr>
        <p:spPr>
          <a:xfrm>
            <a:off x="723882" y="4169808"/>
            <a:ext cx="38367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KPI</a:t>
            </a:r>
            <a:endParaRPr lang="en-US" sz="888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21_Iniciativ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23902" y="1933575"/>
            <a:ext cx="10861086" cy="267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Diagnóstico individual de dificultades, talleres guiados en la Universidad ILAO y seguimiento cercano por asesor.</a:t>
            </a:r>
            <a:endParaRPr lang="en-US" sz="888" dirty="0"/>
          </a:p>
        </p:txBody>
      </p:sp>
      <p:sp>
        <p:nvSpPr>
          <p:cNvPr id="4" name="Text 1"/>
          <p:cNvSpPr/>
          <p:nvPr/>
        </p:nvSpPr>
        <p:spPr>
          <a:xfrm>
            <a:off x="1213514" y="219075"/>
            <a:ext cx="461264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 Segundo Semestre 2026 · Meta 3.000/mes</a:t>
            </a:r>
            <a:endParaRPr lang="en-US" sz="1260" dirty="0"/>
          </a:p>
        </p:txBody>
      </p:sp>
      <p:sp>
        <p:nvSpPr>
          <p:cNvPr id="5" name="Text 2"/>
          <p:cNvSpPr/>
          <p:nvPr/>
        </p:nvSpPr>
        <p:spPr>
          <a:xfrm>
            <a:off x="1304892" y="1762125"/>
            <a:ext cx="1025102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Acompañamiento 1-a-1 para baja conversión en CP.</a:t>
            </a:r>
            <a:endParaRPr lang="en-US" sz="840" dirty="0"/>
          </a:p>
        </p:txBody>
      </p:sp>
      <p:sp>
        <p:nvSpPr>
          <p:cNvPr id="6" name="Text 3"/>
          <p:cNvSpPr/>
          <p:nvPr/>
        </p:nvSpPr>
        <p:spPr>
          <a:xfrm>
            <a:off x="1304892" y="2626668"/>
            <a:ext cx="1025102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Replicar las técnicas de Jesús, Melissa y Luisa.</a:t>
            </a:r>
            <a:endParaRPr lang="en-US" sz="840" dirty="0"/>
          </a:p>
        </p:txBody>
      </p:sp>
      <p:sp>
        <p:nvSpPr>
          <p:cNvPr id="7" name="Text 4"/>
          <p:cNvSpPr/>
          <p:nvPr/>
        </p:nvSpPr>
        <p:spPr>
          <a:xfrm>
            <a:off x="1304892" y="3198168"/>
            <a:ext cx="10251025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Resiliencia y manejo del estrés del equipo.</a:t>
            </a:r>
            <a:endParaRPr lang="en-US" sz="840" dirty="0"/>
          </a:p>
        </p:txBody>
      </p:sp>
      <p:sp>
        <p:nvSpPr>
          <p:cNvPr id="8" name="Text 5"/>
          <p:cNvSpPr/>
          <p:nvPr/>
        </p:nvSpPr>
        <p:spPr>
          <a:xfrm>
            <a:off x="1304892" y="3045768"/>
            <a:ext cx="10251025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Desarrollo Emocional (Gestión Humana)</a:t>
            </a:r>
            <a:endParaRPr lang="en-US" sz="984" dirty="0"/>
          </a:p>
        </p:txBody>
      </p:sp>
      <p:sp>
        <p:nvSpPr>
          <p:cNvPr id="9" name="Text 6"/>
          <p:cNvSpPr/>
          <p:nvPr/>
        </p:nvSpPr>
        <p:spPr>
          <a:xfrm>
            <a:off x="1304892" y="2474268"/>
            <a:ext cx="10251025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Modelado de Top Performers</a:t>
            </a:r>
            <a:endParaRPr lang="en-US" sz="984" dirty="0"/>
          </a:p>
        </p:txBody>
      </p:sp>
      <p:sp>
        <p:nvSpPr>
          <p:cNvPr id="10" name="Text 7"/>
          <p:cNvSpPr/>
          <p:nvPr/>
        </p:nvSpPr>
        <p:spPr>
          <a:xfrm>
            <a:off x="1304892" y="1609725"/>
            <a:ext cx="10251025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School Master Comercial</a:t>
            </a:r>
            <a:endParaRPr lang="en-US" sz="984" dirty="0"/>
          </a:p>
        </p:txBody>
      </p:sp>
      <p:sp>
        <p:nvSpPr>
          <p:cNvPr id="11" name="Text 8"/>
          <p:cNvSpPr/>
          <p:nvPr/>
        </p:nvSpPr>
        <p:spPr>
          <a:xfrm>
            <a:off x="9872713" y="209550"/>
            <a:ext cx="1834871" cy="220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 1 · Estrategia 2S</a:t>
            </a:r>
            <a:endParaRPr lang="en-US" sz="84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21_Cronogra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13514" y="219075"/>
            <a:ext cx="461264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 Segundo Semestre 2026 · Meta 3.000/mes</a:t>
            </a:r>
            <a:endParaRPr lang="en-US" sz="1260" dirty="0"/>
          </a:p>
        </p:txBody>
      </p:sp>
      <p:sp>
        <p:nvSpPr>
          <p:cNvPr id="4" name="Text 1"/>
          <p:cNvSpPr/>
          <p:nvPr/>
        </p:nvSpPr>
        <p:spPr>
          <a:xfrm>
            <a:off x="781030" y="2146489"/>
            <a:ext cx="3600204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 de desarrollo emocional</a:t>
            </a:r>
            <a:endParaRPr lang="en-US" sz="888" dirty="0"/>
          </a:p>
        </p:txBody>
      </p:sp>
      <p:sp>
        <p:nvSpPr>
          <p:cNvPr id="5" name="Text 2"/>
          <p:cNvSpPr/>
          <p:nvPr/>
        </p:nvSpPr>
        <p:spPr>
          <a:xfrm>
            <a:off x="781030" y="2479864"/>
            <a:ext cx="3600204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Bases limpias y actualizadas</a:t>
            </a:r>
            <a:endParaRPr lang="en-US" sz="888" dirty="0"/>
          </a:p>
        </p:txBody>
      </p:sp>
      <p:sp>
        <p:nvSpPr>
          <p:cNvPr id="6" name="Text 3"/>
          <p:cNvSpPr/>
          <p:nvPr/>
        </p:nvSpPr>
        <p:spPr>
          <a:xfrm>
            <a:off x="781030" y="2813239"/>
            <a:ext cx="3600204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Optimización de equipos PC</a:t>
            </a:r>
            <a:endParaRPr lang="en-US" sz="888" dirty="0"/>
          </a:p>
        </p:txBody>
      </p:sp>
      <p:sp>
        <p:nvSpPr>
          <p:cNvPr id="7" name="Text 4"/>
          <p:cNvSpPr/>
          <p:nvPr/>
        </p:nvSpPr>
        <p:spPr>
          <a:xfrm>
            <a:off x="9872713" y="209550"/>
            <a:ext cx="1834871" cy="220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 1 · Estrategia 2S</a:t>
            </a:r>
            <a:endParaRPr lang="en-US" sz="840" dirty="0"/>
          </a:p>
        </p:txBody>
      </p:sp>
      <p:sp>
        <p:nvSpPr>
          <p:cNvPr id="8" name="Text 5"/>
          <p:cNvSpPr/>
          <p:nvPr/>
        </p:nvSpPr>
        <p:spPr>
          <a:xfrm>
            <a:off x="781030" y="1817877"/>
            <a:ext cx="3600204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Control de tiempos</a:t>
            </a:r>
            <a:endParaRPr lang="en-US" sz="888" dirty="0"/>
          </a:p>
        </p:txBody>
      </p:sp>
      <p:sp>
        <p:nvSpPr>
          <p:cNvPr id="9" name="Text 6"/>
          <p:cNvSpPr/>
          <p:nvPr/>
        </p:nvSpPr>
        <p:spPr>
          <a:xfrm>
            <a:off x="781030" y="1494027"/>
            <a:ext cx="360020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Frente / Acción</a:t>
            </a:r>
            <a:endParaRPr lang="en-US" sz="888" dirty="0"/>
          </a:p>
        </p:txBody>
      </p:sp>
      <p:sp>
        <p:nvSpPr>
          <p:cNvPr id="10" name="Text 7"/>
          <p:cNvSpPr/>
          <p:nvPr/>
        </p:nvSpPr>
        <p:spPr>
          <a:xfrm>
            <a:off x="4209796" y="2146489"/>
            <a:ext cx="1998012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GH / Líderes</a:t>
            </a:r>
            <a:endParaRPr lang="en-US" sz="888" dirty="0"/>
          </a:p>
        </p:txBody>
      </p:sp>
      <p:sp>
        <p:nvSpPr>
          <p:cNvPr id="11" name="Text 8"/>
          <p:cNvSpPr/>
          <p:nvPr/>
        </p:nvSpPr>
        <p:spPr>
          <a:xfrm>
            <a:off x="4209796" y="1494027"/>
            <a:ext cx="199801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Responsable</a:t>
            </a:r>
            <a:endParaRPr lang="en-US" sz="888" dirty="0"/>
          </a:p>
        </p:txBody>
      </p:sp>
      <p:sp>
        <p:nvSpPr>
          <p:cNvPr id="12" name="Text 9"/>
          <p:cNvSpPr/>
          <p:nvPr/>
        </p:nvSpPr>
        <p:spPr>
          <a:xfrm>
            <a:off x="4209796" y="2813239"/>
            <a:ext cx="1998012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Tecnología</a:t>
            </a:r>
            <a:endParaRPr lang="en-US" sz="888" dirty="0"/>
          </a:p>
        </p:txBody>
      </p:sp>
      <p:sp>
        <p:nvSpPr>
          <p:cNvPr id="13" name="Text 10"/>
          <p:cNvSpPr/>
          <p:nvPr/>
        </p:nvSpPr>
        <p:spPr>
          <a:xfrm>
            <a:off x="4209796" y="1817877"/>
            <a:ext cx="1998012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Isaac</a:t>
            </a:r>
            <a:endParaRPr lang="en-US" sz="888" dirty="0"/>
          </a:p>
        </p:txBody>
      </p:sp>
      <p:sp>
        <p:nvSpPr>
          <p:cNvPr id="14" name="Text 11"/>
          <p:cNvSpPr/>
          <p:nvPr/>
        </p:nvSpPr>
        <p:spPr>
          <a:xfrm>
            <a:off x="4209796" y="2479864"/>
            <a:ext cx="1998012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Vanti</a:t>
            </a:r>
            <a:endParaRPr lang="en-US" sz="888" dirty="0"/>
          </a:p>
        </p:txBody>
      </p:sp>
      <p:sp>
        <p:nvSpPr>
          <p:cNvPr id="15" name="Text 12"/>
          <p:cNvSpPr/>
          <p:nvPr/>
        </p:nvSpPr>
        <p:spPr>
          <a:xfrm>
            <a:off x="6112665" y="1494027"/>
            <a:ext cx="86196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6933580" y="1494027"/>
            <a:ext cx="96697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7854506" y="1494027"/>
            <a:ext cx="95572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Sep</a:t>
            </a:r>
            <a:endParaRPr lang="en-US" sz="888" dirty="0"/>
          </a:p>
        </p:txBody>
      </p:sp>
      <p:sp>
        <p:nvSpPr>
          <p:cNvPr id="18" name="Text 15"/>
          <p:cNvSpPr/>
          <p:nvPr/>
        </p:nvSpPr>
        <p:spPr>
          <a:xfrm>
            <a:off x="8764716" y="1494027"/>
            <a:ext cx="924467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Oct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9645161" y="1494027"/>
            <a:ext cx="96587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Nov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10565044" y="1494027"/>
            <a:ext cx="88790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Dic</a:t>
            </a:r>
            <a:endParaRPr lang="en-US" sz="888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21_KP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13514" y="219075"/>
            <a:ext cx="461264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 Segundo Semestre 2026 · Meta 3.000/mes</a:t>
            </a:r>
            <a:endParaRPr lang="en-US" sz="1260" dirty="0"/>
          </a:p>
        </p:txBody>
      </p:sp>
      <p:sp>
        <p:nvSpPr>
          <p:cNvPr id="4" name="Text 1"/>
          <p:cNvSpPr/>
          <p:nvPr/>
        </p:nvSpPr>
        <p:spPr>
          <a:xfrm>
            <a:off x="4681569" y="2154490"/>
            <a:ext cx="51477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/ contactos en Autogestión</a:t>
            </a:r>
            <a:endParaRPr lang="en-US" sz="912" dirty="0"/>
          </a:p>
        </p:txBody>
      </p:sp>
      <p:sp>
        <p:nvSpPr>
          <p:cNvPr id="5" name="Text 2"/>
          <p:cNvSpPr/>
          <p:nvPr/>
        </p:nvSpPr>
        <p:spPr>
          <a:xfrm>
            <a:off x="4681569" y="2497390"/>
            <a:ext cx="51477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/ contactos en Bienvenida</a:t>
            </a:r>
            <a:endParaRPr lang="en-US" sz="912" dirty="0"/>
          </a:p>
        </p:txBody>
      </p:sp>
      <p:sp>
        <p:nvSpPr>
          <p:cNvPr id="6" name="Text 3"/>
          <p:cNvSpPr/>
          <p:nvPr/>
        </p:nvSpPr>
        <p:spPr>
          <a:xfrm>
            <a:off x="4681569" y="2840290"/>
            <a:ext cx="5147702" cy="3381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Sesiones individuales / asesor</a:t>
            </a:r>
            <a:endParaRPr lang="en-US" sz="912" dirty="0"/>
          </a:p>
        </p:txBody>
      </p:sp>
      <p:sp>
        <p:nvSpPr>
          <p:cNvPr id="7" name="Text 4"/>
          <p:cNvSpPr/>
          <p:nvPr/>
        </p:nvSpPr>
        <p:spPr>
          <a:xfrm>
            <a:off x="4681569" y="1816353"/>
            <a:ext cx="5147702" cy="3381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liquidadas totales/mes</a:t>
            </a:r>
            <a:endParaRPr lang="en-US" sz="912" dirty="0"/>
          </a:p>
        </p:txBody>
      </p:sp>
      <p:sp>
        <p:nvSpPr>
          <p:cNvPr id="8" name="Text 5"/>
          <p:cNvSpPr/>
          <p:nvPr/>
        </p:nvSpPr>
        <p:spPr>
          <a:xfrm>
            <a:off x="781030" y="2497390"/>
            <a:ext cx="40955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 Bienvenida CP</a:t>
            </a:r>
            <a:endParaRPr lang="en-US" sz="912" dirty="0"/>
          </a:p>
        </p:txBody>
      </p:sp>
      <p:sp>
        <p:nvSpPr>
          <p:cNvPr id="9" name="Text 6"/>
          <p:cNvSpPr/>
          <p:nvPr/>
        </p:nvSpPr>
        <p:spPr>
          <a:xfrm>
            <a:off x="781030" y="2154490"/>
            <a:ext cx="40955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Conversión Autogestión</a:t>
            </a:r>
            <a:endParaRPr lang="en-US" sz="912" dirty="0"/>
          </a:p>
        </p:txBody>
      </p:sp>
      <p:sp>
        <p:nvSpPr>
          <p:cNvPr id="10" name="Text 7"/>
          <p:cNvSpPr/>
          <p:nvPr/>
        </p:nvSpPr>
        <p:spPr>
          <a:xfrm>
            <a:off x="9872713" y="209550"/>
            <a:ext cx="1834871" cy="220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 1 · Estrategia 2S</a:t>
            </a:r>
            <a:endParaRPr lang="en-US" sz="840" dirty="0"/>
          </a:p>
        </p:txBody>
      </p:sp>
      <p:sp>
        <p:nvSpPr>
          <p:cNvPr id="11" name="Text 8"/>
          <p:cNvSpPr/>
          <p:nvPr/>
        </p:nvSpPr>
        <p:spPr>
          <a:xfrm>
            <a:off x="781030" y="1816353"/>
            <a:ext cx="4095566" cy="3381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Volumen de ventas</a:t>
            </a:r>
            <a:endParaRPr lang="en-US" sz="912" dirty="0"/>
          </a:p>
        </p:txBody>
      </p:sp>
      <p:sp>
        <p:nvSpPr>
          <p:cNvPr id="12" name="Text 9"/>
          <p:cNvSpPr/>
          <p:nvPr/>
        </p:nvSpPr>
        <p:spPr>
          <a:xfrm>
            <a:off x="781030" y="2840290"/>
            <a:ext cx="4095566" cy="3381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Escuela de ventas</a:t>
            </a:r>
            <a:endParaRPr lang="en-US" sz="912" dirty="0"/>
          </a:p>
        </p:txBody>
      </p:sp>
      <p:sp>
        <p:nvSpPr>
          <p:cNvPr id="13" name="Text 10"/>
          <p:cNvSpPr/>
          <p:nvPr/>
        </p:nvSpPr>
        <p:spPr>
          <a:xfrm>
            <a:off x="4681569" y="1492503"/>
            <a:ext cx="514770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Definición</a:t>
            </a:r>
            <a:endParaRPr lang="en-US" sz="888" dirty="0"/>
          </a:p>
        </p:txBody>
      </p:sp>
      <p:sp>
        <p:nvSpPr>
          <p:cNvPr id="14" name="Text 11"/>
          <p:cNvSpPr/>
          <p:nvPr/>
        </p:nvSpPr>
        <p:spPr>
          <a:xfrm>
            <a:off x="781030" y="1492503"/>
            <a:ext cx="409556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Métrica</a:t>
            </a:r>
            <a:endParaRPr lang="en-US" sz="888" dirty="0"/>
          </a:p>
        </p:txBody>
      </p:sp>
      <p:sp>
        <p:nvSpPr>
          <p:cNvPr id="15" name="Text 12"/>
          <p:cNvSpPr/>
          <p:nvPr/>
        </p:nvSpPr>
        <p:spPr>
          <a:xfrm>
            <a:off x="9584143" y="1492503"/>
            <a:ext cx="191784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Meta 2S</a:t>
            </a:r>
            <a:endParaRPr lang="en-US" sz="888" dirty="0"/>
          </a:p>
        </p:txBody>
      </p:sp>
      <p:sp>
        <p:nvSpPr>
          <p:cNvPr id="16" name="Text 13"/>
          <p:cNvSpPr/>
          <p:nvPr/>
        </p:nvSpPr>
        <p:spPr>
          <a:xfrm>
            <a:off x="9584143" y="1816353"/>
            <a:ext cx="1917848" cy="3381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3.000</a:t>
            </a:r>
            <a:endParaRPr lang="en-US" sz="912" dirty="0"/>
          </a:p>
        </p:txBody>
      </p:sp>
      <p:sp>
        <p:nvSpPr>
          <p:cNvPr id="17" name="Text 14"/>
          <p:cNvSpPr/>
          <p:nvPr/>
        </p:nvSpPr>
        <p:spPr>
          <a:xfrm>
            <a:off x="9584143" y="2840290"/>
            <a:ext cx="1917848" cy="3381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/ mes</a:t>
            </a:r>
            <a:endParaRPr lang="en-US" sz="912" dirty="0"/>
          </a:p>
        </p:txBody>
      </p:sp>
      <p:sp>
        <p:nvSpPr>
          <p:cNvPr id="18" name="Text 15"/>
          <p:cNvSpPr/>
          <p:nvPr/>
        </p:nvSpPr>
        <p:spPr>
          <a:xfrm>
            <a:off x="9584143" y="2154490"/>
            <a:ext cx="191784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40 %</a:t>
            </a:r>
            <a:endParaRPr lang="en-US" sz="912" dirty="0"/>
          </a:p>
        </p:txBody>
      </p:sp>
      <p:sp>
        <p:nvSpPr>
          <p:cNvPr id="19" name="Text 16"/>
          <p:cNvSpPr/>
          <p:nvPr/>
        </p:nvSpPr>
        <p:spPr>
          <a:xfrm>
            <a:off x="9584143" y="2497390"/>
            <a:ext cx="191784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1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≥ 30 %</a:t>
            </a:r>
            <a:endParaRPr lang="en-US" sz="912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eleventas\ppt_slides\sk_22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52476" y="774502"/>
            <a:ext cx="7000700" cy="1103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Hitos Consolidados del 1S y Plan 2S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1190595" y="3635573"/>
            <a:ext cx="35003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⚽  : 1.520 ventas en dos semanas.</a:t>
            </a:r>
            <a:endParaRPr lang="en-US" sz="984" dirty="0"/>
          </a:p>
        </p:txBody>
      </p:sp>
      <p:sp>
        <p:nvSpPr>
          <p:cNvPr id="5" name="Text 2"/>
          <p:cNvSpPr/>
          <p:nvPr/>
        </p:nvSpPr>
        <p:spPr>
          <a:xfrm>
            <a:off x="1190595" y="3016448"/>
            <a:ext cx="350035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🎮  : 4.798 ventas (114% meta).</a:t>
            </a:r>
            <a:endParaRPr lang="en-US" sz="984" dirty="0"/>
          </a:p>
        </p:txBody>
      </p:sp>
      <p:sp>
        <p:nvSpPr>
          <p:cNvPr id="6" name="Text 3"/>
          <p:cNvSpPr/>
          <p:nvPr/>
        </p:nvSpPr>
        <p:spPr>
          <a:xfrm>
            <a:off x="1190595" y="2311598"/>
            <a:ext cx="3500350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Iniciativas 1S Ejecutadas</a:t>
            </a:r>
            <a:endParaRPr lang="en-US" sz="864" dirty="0"/>
          </a:p>
        </p:txBody>
      </p:sp>
      <p:sp>
        <p:nvSpPr>
          <p:cNvPr id="7" name="Text 4"/>
          <p:cNvSpPr/>
          <p:nvPr/>
        </p:nvSpPr>
        <p:spPr>
          <a:xfrm>
            <a:off x="1394187" y="2797373"/>
            <a:ext cx="1690794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Semana Burger (Feb &amp; Abr)</a:t>
            </a:r>
            <a:endParaRPr lang="en-US" sz="984" dirty="0"/>
          </a:p>
        </p:txBody>
      </p:sp>
      <p:sp>
        <p:nvSpPr>
          <p:cNvPr id="8" name="Text 5"/>
          <p:cNvSpPr/>
          <p:nvPr/>
        </p:nvSpPr>
        <p:spPr>
          <a:xfrm>
            <a:off x="5190995" y="2311598"/>
            <a:ext cx="3500350" cy="1400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Hitos y Plan Comercial 2S</a:t>
            </a:r>
            <a:endParaRPr lang="en-US" sz="864" dirty="0"/>
          </a:p>
        </p:txBody>
      </p:sp>
      <p:sp>
        <p:nvSpPr>
          <p:cNvPr id="9" name="Text 6"/>
          <p:cNvSpPr/>
          <p:nvPr/>
        </p:nvSpPr>
        <p:spPr>
          <a:xfrm>
            <a:off x="1394187" y="3416498"/>
            <a:ext cx="1364511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Ferias Vanti (Abr-May)</a:t>
            </a:r>
            <a:endParaRPr lang="en-US" sz="984" dirty="0"/>
          </a:p>
        </p:txBody>
      </p:sp>
      <p:sp>
        <p:nvSpPr>
          <p:cNvPr id="10" name="Text 7"/>
          <p:cNvSpPr/>
          <p:nvPr/>
        </p:nvSpPr>
        <p:spPr>
          <a:xfrm>
            <a:off x="1190595" y="2778323"/>
            <a:ext cx="3500350" cy="170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🍔  : 1.266 ventas.</a:t>
            </a:r>
            <a:endParaRPr lang="en-US" sz="984" dirty="0"/>
          </a:p>
        </p:txBody>
      </p:sp>
      <p:sp>
        <p:nvSpPr>
          <p:cNvPr id="11" name="Text 8"/>
          <p:cNvSpPr/>
          <p:nvPr/>
        </p:nvSpPr>
        <p:spPr>
          <a:xfrm>
            <a:off x="1190595" y="3397448"/>
            <a:ext cx="3500350" cy="170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🎡  : 1.073 ventas.</a:t>
            </a:r>
            <a:endParaRPr lang="en-US" sz="984" dirty="0"/>
          </a:p>
        </p:txBody>
      </p:sp>
      <p:sp>
        <p:nvSpPr>
          <p:cNvPr id="12" name="Text 9"/>
          <p:cNvSpPr/>
          <p:nvPr/>
        </p:nvSpPr>
        <p:spPr>
          <a:xfrm>
            <a:off x="952476" y="498277"/>
            <a:ext cx="1741737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5AE2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Cierre del Informe</a:t>
            </a:r>
            <a:endParaRPr lang="en-US" sz="936" dirty="0"/>
          </a:p>
        </p:txBody>
      </p:sp>
      <p:sp>
        <p:nvSpPr>
          <p:cNvPr id="13" name="Text 10"/>
          <p:cNvSpPr/>
          <p:nvPr/>
        </p:nvSpPr>
        <p:spPr>
          <a:xfrm>
            <a:off x="5363334" y="3140273"/>
            <a:ext cx="1130738" cy="190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Modelado Top: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2944044" y="2559248"/>
            <a:ext cx="355973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84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· Vanti</a:t>
            </a:r>
            <a:endParaRPr lang="en-US" sz="984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2026-07-15T22:09:20Z</dcterms:created>
  <dcterms:modified xsi:type="dcterms:W3CDTF">2026-07-15T22:09:20Z</dcterms:modified>
</cp:coreProperties>
</file>