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_02_V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9905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0180"/>
                </a:solidFill>
              </a:rPr>
              <a:t>Pólizas liquidadas (1S completo)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116205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0180"/>
                </a:solidFill>
              </a:rPr>
              <a:t>13.917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6638" y="9905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0180"/>
                </a:solidFill>
              </a:rPr>
              <a:t>Asesores en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6638" y="116205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0180"/>
                </a:solidFill>
              </a:rPr>
              <a:t>15 → 21 →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0819" y="9905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0180"/>
                </a:solidFill>
              </a:rPr>
              <a:t>Brecha vs. meta 3.000/mes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819" y="116205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0180"/>
                </a:solidFill>
              </a:rPr>
              <a:t>+30 %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