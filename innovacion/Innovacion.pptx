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77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innovacion\ppt_slides\sk_0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25" y="6443960"/>
            <a:ext cx="10612565" cy="3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12" b="1" dirty="0">
                <a:solidFill>
                  <a:srgbClr val="0F5C3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resumen: 5 herramientas ya trabajan solas todos los días ahorrando horas de trabajo manual, 4 más están en obra o listas para encender, y 4 ya demostraron que funcionan y solo esperan su turno en el segundo semestre.</a:t>
            </a:r>
            <a:endParaRPr lang="en-US" sz="912" dirty="0"/>
          </a:p>
        </p:txBody>
      </p:sp>
      <p:sp>
        <p:nvSpPr>
          <p:cNvPr id="4" name="Text 1"/>
          <p:cNvSpPr/>
          <p:nvPr/>
        </p:nvSpPr>
        <p:spPr>
          <a:xfrm>
            <a:off x="2276418" y="3040112"/>
            <a:ext cx="2183775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"casa" donde vive toda la información de Vanti ya funciona y sostiene 3 sistemas; faltan fuentes por mudar.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2276418" y="4842123"/>
            <a:ext cx="2000150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ubica en el mapa 9 de cada 10 direcciones de clientes sin ayuda; falta aplicarlo a toda la base.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9419989" y="3040112"/>
            <a:ext cx="2193241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asistente que responde dudas sobre los guiones de venta está listo para que el equipo lo use.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2276418" y="1238250"/>
            <a:ext cx="1711460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información de llamadas se actualiza sola cada 10 minutos — nadie tiene que hacerlo a mano.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7991275" y="1238250"/>
            <a:ext cx="1660348" cy="58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limpieza de bases nuevas pasó de 3 horas de trabajo manual a 30 segundos — se usa a diario.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4657609" y="3040112"/>
            <a:ext cx="2064671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plano completo de esa casa de datos quedó terminado: dónde va cada dato y cómo se conecta.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7038799" y="4842123"/>
            <a:ext cx="1951877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convierte las llamadas de venta en texto; falta encender la parte que las califica con IA.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7038799" y="3040112"/>
            <a:ext cx="2207912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mapa que muestra en qué barrios contestan mejor los clientes está listo para publicarse.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4181370" y="1238250"/>
            <a:ext cx="1720137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reportes de Ilio se descargan y organizan solos cada 15 minutos, sin entrar al portal.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9419989" y="4842123"/>
            <a:ext cx="2209331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herramienta para que los agentes gestionen sus clientes quedó a un paso de instalarse.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4657609" y="4842123"/>
            <a:ext cx="2129508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confirmación automática de ventas cerradas ya se probó con éxito dos veces seguidas.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9896228" y="1238250"/>
            <a:ext cx="1584942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reportes "Como Vamos" ya no se arman a mano en Excel: salen solos en cada corte.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6086323" y="1238250"/>
            <a:ext cx="1434444" cy="43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 personas ya consultan el estado de las pólizas en un portal web propio de Xuma.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723882" y="5482679"/>
            <a:ext cx="1229522" cy="36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demostraron que funcionan — solo esperan su turno en el 2S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723882" y="3680668"/>
            <a:ext cx="1129348" cy="36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obra ahora mismo, o terminados y listos para encender</a:t>
            </a:r>
            <a:endParaRPr lang="en-US" sz="744" dirty="0"/>
          </a:p>
        </p:txBody>
      </p:sp>
      <p:sp>
        <p:nvSpPr>
          <p:cNvPr id="19" name="Text 16"/>
          <p:cNvSpPr/>
          <p:nvPr/>
        </p:nvSpPr>
        <p:spPr>
          <a:xfrm>
            <a:off x="1213514" y="219075"/>
            <a:ext cx="43592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Vamos? · El Portafolio en Palabras Simples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23882" y="1940123"/>
            <a:ext cx="1167209" cy="23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Trabajan solos, todos los días, con datos reales</a:t>
            </a:r>
            <a:endParaRPr lang="en-US" sz="744" dirty="0"/>
          </a:p>
        </p:txBody>
      </p:sp>
      <p:sp>
        <p:nvSpPr>
          <p:cNvPr id="21" name="Text 18"/>
          <p:cNvSpPr/>
          <p:nvPr/>
        </p:nvSpPr>
        <p:spPr>
          <a:xfrm>
            <a:off x="9376384" y="247650"/>
            <a:ext cx="227558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 · Vista comercial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723882" y="5193060"/>
            <a:ext cx="1065931" cy="27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pausa, listo para retomar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2466913" y="2846636"/>
            <a:ext cx="17240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Implementación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23882" y="3391049"/>
            <a:ext cx="1073030" cy="27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está construyendo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229294" y="2846636"/>
            <a:ext cx="13042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 Contactabilidad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23882" y="1650504"/>
            <a:ext cx="965915" cy="27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 está funcionando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4848104" y="2846636"/>
            <a:ext cx="11612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DataCenter · Diseño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8204930" y="4261098"/>
            <a:ext cx="9293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Listo para publicar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3474731" y="6062960"/>
            <a:ext cx="8971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Probado con éxito</a:t>
            </a:r>
            <a:endParaRPr lang="en-US" sz="744" dirty="0"/>
          </a:p>
        </p:txBody>
      </p:sp>
      <p:sp>
        <p:nvSpPr>
          <p:cNvPr id="30" name="Text 27"/>
          <p:cNvSpPr/>
          <p:nvPr/>
        </p:nvSpPr>
        <p:spPr>
          <a:xfrm>
            <a:off x="5855921" y="6062960"/>
            <a:ext cx="8971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Probado con éxito</a:t>
            </a:r>
            <a:endParaRPr lang="en-US" sz="744" dirty="0"/>
          </a:p>
        </p:txBody>
      </p:sp>
      <p:sp>
        <p:nvSpPr>
          <p:cNvPr id="31" name="Text 28"/>
          <p:cNvSpPr/>
          <p:nvPr/>
        </p:nvSpPr>
        <p:spPr>
          <a:xfrm>
            <a:off x="8211871" y="6062960"/>
            <a:ext cx="9223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mitad de camino</a:t>
            </a:r>
            <a:endParaRPr lang="en-US" sz="744" dirty="0"/>
          </a:p>
        </p:txBody>
      </p:sp>
      <p:sp>
        <p:nvSpPr>
          <p:cNvPr id="32" name="Text 29"/>
          <p:cNvSpPr/>
          <p:nvPr/>
        </p:nvSpPr>
        <p:spPr>
          <a:xfrm>
            <a:off x="4848104" y="4648646"/>
            <a:ext cx="100046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autoConciliación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371866" y="1044773"/>
            <a:ext cx="9225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AutoReport_Ilio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0782209" y="4261098"/>
            <a:ext cx="7332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Listo para usar</a:t>
            </a:r>
            <a:endParaRPr lang="en-US" sz="744" dirty="0"/>
          </a:p>
        </p:txBody>
      </p:sp>
      <p:sp>
        <p:nvSpPr>
          <p:cNvPr id="35" name="Text 32"/>
          <p:cNvSpPr/>
          <p:nvPr/>
        </p:nvSpPr>
        <p:spPr>
          <a:xfrm>
            <a:off x="10086723" y="1044773"/>
            <a:ext cx="99935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autoComovamos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9610485" y="2846636"/>
            <a:ext cx="82346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notebooKevin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3244589" y="2459087"/>
            <a:ext cx="651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744" dirty="0"/>
          </a:p>
        </p:txBody>
      </p:sp>
      <p:sp>
        <p:nvSpPr>
          <p:cNvPr id="38" name="Text 35"/>
          <p:cNvSpPr/>
          <p:nvPr/>
        </p:nvSpPr>
        <p:spPr>
          <a:xfrm>
            <a:off x="5149541" y="2459087"/>
            <a:ext cx="651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744" dirty="0"/>
          </a:p>
        </p:txBody>
      </p:sp>
      <p:sp>
        <p:nvSpPr>
          <p:cNvPr id="39" name="Text 36"/>
          <p:cNvSpPr/>
          <p:nvPr/>
        </p:nvSpPr>
        <p:spPr>
          <a:xfrm>
            <a:off x="7054494" y="2459087"/>
            <a:ext cx="651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744" dirty="0"/>
          </a:p>
        </p:txBody>
      </p:sp>
      <p:sp>
        <p:nvSpPr>
          <p:cNvPr id="40" name="Text 37"/>
          <p:cNvSpPr/>
          <p:nvPr/>
        </p:nvSpPr>
        <p:spPr>
          <a:xfrm>
            <a:off x="8959446" y="2459087"/>
            <a:ext cx="651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744" dirty="0"/>
          </a:p>
        </p:txBody>
      </p:sp>
      <p:sp>
        <p:nvSpPr>
          <p:cNvPr id="41" name="Text 38"/>
          <p:cNvSpPr/>
          <p:nvPr/>
        </p:nvSpPr>
        <p:spPr>
          <a:xfrm>
            <a:off x="10864398" y="2459087"/>
            <a:ext cx="651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Funcionando</a:t>
            </a:r>
            <a:endParaRPr lang="en-US" sz="744" dirty="0"/>
          </a:p>
        </p:txBody>
      </p:sp>
      <p:sp>
        <p:nvSpPr>
          <p:cNvPr id="42" name="Text 39"/>
          <p:cNvSpPr/>
          <p:nvPr/>
        </p:nvSpPr>
        <p:spPr>
          <a:xfrm>
            <a:off x="8181770" y="1044773"/>
            <a:ext cx="69142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Depuración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229294" y="4648646"/>
            <a:ext cx="59219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 IA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9610485" y="4648646"/>
            <a:ext cx="73669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CRM Twenty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0926553" y="6062960"/>
            <a:ext cx="5888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Arrancando</a:t>
            </a:r>
            <a:endParaRPr lang="en-US" sz="744" dirty="0"/>
          </a:p>
        </p:txBody>
      </p:sp>
      <p:sp>
        <p:nvSpPr>
          <p:cNvPr id="46" name="Text 43"/>
          <p:cNvSpPr/>
          <p:nvPr/>
        </p:nvSpPr>
        <p:spPr>
          <a:xfrm>
            <a:off x="2466913" y="1044773"/>
            <a:ext cx="61491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OCM Vanti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6213865" y="4261098"/>
            <a:ext cx="5391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Terminado</a:t>
            </a:r>
            <a:endParaRPr lang="en-US" sz="744" dirty="0"/>
          </a:p>
        </p:txBody>
      </p:sp>
      <p:sp>
        <p:nvSpPr>
          <p:cNvPr id="48" name="Text 45"/>
          <p:cNvSpPr/>
          <p:nvPr/>
        </p:nvSpPr>
        <p:spPr>
          <a:xfrm>
            <a:off x="6276818" y="1044773"/>
            <a:ext cx="5686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actiXuma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3985538" y="4261098"/>
            <a:ext cx="386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44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obra</a:t>
            </a:r>
            <a:endParaRPr lang="en-US" sz="744" dirty="0"/>
          </a:p>
        </p:txBody>
      </p:sp>
      <p:sp>
        <p:nvSpPr>
          <p:cNvPr id="50" name="Text 47"/>
          <p:cNvSpPr/>
          <p:nvPr/>
        </p:nvSpPr>
        <p:spPr>
          <a:xfrm>
            <a:off x="2466913" y="4648646"/>
            <a:ext cx="5186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autoGPS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952476" y="1359098"/>
            <a:ext cx="274320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20" b="1" dirty="0">
                <a:solidFill>
                  <a:srgbClr val="0F8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20" dirty="0"/>
          </a:p>
        </p:txBody>
      </p:sp>
      <p:sp>
        <p:nvSpPr>
          <p:cNvPr id="52" name="Text 49"/>
          <p:cNvSpPr/>
          <p:nvPr/>
        </p:nvSpPr>
        <p:spPr>
          <a:xfrm>
            <a:off x="952476" y="3099643"/>
            <a:ext cx="274320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20" dirty="0"/>
          </a:p>
        </p:txBody>
      </p:sp>
      <p:sp>
        <p:nvSpPr>
          <p:cNvPr id="53" name="Text 50"/>
          <p:cNvSpPr/>
          <p:nvPr/>
        </p:nvSpPr>
        <p:spPr>
          <a:xfrm>
            <a:off x="952476" y="4901654"/>
            <a:ext cx="274320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2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Raleway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2</cp:revision>
  <dcterms:created xsi:type="dcterms:W3CDTF">2026-07-21T22:13:42Z</dcterms:created>
  <dcterms:modified xsi:type="dcterms:W3CDTF">2026-07-21T22:31:56Z</dcterms:modified>
</cp:coreProperties>
</file>